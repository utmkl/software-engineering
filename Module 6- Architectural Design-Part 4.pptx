
<file path=[Content_Types].xml><?xml version="1.0" encoding="utf-8"?>
<Types xmlns="http://schemas.openxmlformats.org/package/2006/content-types">
  <Default Extension="emf" ContentType="image/x-emf"/>
  <Default Extension="jpeg" ContentType="image/jpeg"/>
  <Default Extension="m4a" ContentType="audio/mp4"/>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3.xml" ContentType="application/vnd.openxmlformats-officedocument.theme+xml"/>
  <Override PartName="/ppt/theme/theme4.xml" ContentType="application/vnd.openxmlformats-officedocument.theme+xml"/>
  <Override PartName="/ppt/theme/theme5.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ink/inkAction1.xml" ContentType="application/vnd.ms-office.inkAction+xml"/>
  <Override PartName="/ppt/notesSlides/notesSlide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48" r:id="rId1"/>
    <p:sldMasterId id="2147483660" r:id="rId2"/>
    <p:sldMasterId id="2147483661" r:id="rId3"/>
  </p:sldMasterIdLst>
  <p:notesMasterIdLst>
    <p:notesMasterId r:id="rId30"/>
  </p:notesMasterIdLst>
  <p:handoutMasterIdLst>
    <p:handoutMasterId r:id="rId31"/>
  </p:handoutMasterIdLst>
  <p:sldIdLst>
    <p:sldId id="257" r:id="rId4"/>
    <p:sldId id="716" r:id="rId5"/>
    <p:sldId id="672" r:id="rId6"/>
    <p:sldId id="696" r:id="rId7"/>
    <p:sldId id="673" r:id="rId8"/>
    <p:sldId id="674" r:id="rId9"/>
    <p:sldId id="675" r:id="rId10"/>
    <p:sldId id="676" r:id="rId11"/>
    <p:sldId id="677" r:id="rId12"/>
    <p:sldId id="678" r:id="rId13"/>
    <p:sldId id="679" r:id="rId14"/>
    <p:sldId id="695" r:id="rId15"/>
    <p:sldId id="748" r:id="rId16"/>
    <p:sldId id="749" r:id="rId17"/>
    <p:sldId id="680" r:id="rId18"/>
    <p:sldId id="681" r:id="rId19"/>
    <p:sldId id="682" r:id="rId20"/>
    <p:sldId id="693" r:id="rId21"/>
    <p:sldId id="683" r:id="rId22"/>
    <p:sldId id="684" r:id="rId23"/>
    <p:sldId id="685" r:id="rId24"/>
    <p:sldId id="686" r:id="rId25"/>
    <p:sldId id="687" r:id="rId26"/>
    <p:sldId id="688" r:id="rId27"/>
    <p:sldId id="694" r:id="rId28"/>
    <p:sldId id="450" r:id="rId29"/>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339" autoAdjust="0"/>
    <p:restoredTop sz="94660"/>
  </p:normalViewPr>
  <p:slideViewPr>
    <p:cSldViewPr>
      <p:cViewPr varScale="1">
        <p:scale>
          <a:sx n="63" d="100"/>
          <a:sy n="63" d="100"/>
        </p:scale>
        <p:origin x="1388" y="32"/>
      </p:cViewPr>
      <p:guideLst>
        <p:guide orient="horz" pos="2160"/>
        <p:guide pos="2880"/>
      </p:guideLst>
    </p:cSldViewPr>
  </p:slideViewPr>
  <p:notesTextViewPr>
    <p:cViewPr>
      <p:scale>
        <a:sx n="100" d="100"/>
        <a:sy n="100" d="100"/>
      </p:scale>
      <p:origin x="0" y="0"/>
    </p:cViewPr>
  </p:notesTextViewPr>
  <p:sorterViewPr>
    <p:cViewPr>
      <p:scale>
        <a:sx n="100" d="100"/>
        <a:sy n="100" d="100"/>
      </p:scale>
      <p:origin x="0" y="-33614"/>
    </p:cViewPr>
  </p:sorter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5.xml"/><Relationship Id="rId13" Type="http://schemas.openxmlformats.org/officeDocument/2006/relationships/slide" Target="slides/slide10.xml"/><Relationship Id="rId18" Type="http://schemas.openxmlformats.org/officeDocument/2006/relationships/slide" Target="slides/slide15.xml"/><Relationship Id="rId26" Type="http://schemas.openxmlformats.org/officeDocument/2006/relationships/slide" Target="slides/slide23.xml"/><Relationship Id="rId3" Type="http://schemas.openxmlformats.org/officeDocument/2006/relationships/slideMaster" Target="slideMasters/slideMaster3.xml"/><Relationship Id="rId21" Type="http://schemas.openxmlformats.org/officeDocument/2006/relationships/slide" Target="slides/slide18.xml"/><Relationship Id="rId34" Type="http://schemas.openxmlformats.org/officeDocument/2006/relationships/theme" Target="theme/theme1.xml"/><Relationship Id="rId7" Type="http://schemas.openxmlformats.org/officeDocument/2006/relationships/slide" Target="slides/slide4.xml"/><Relationship Id="rId12" Type="http://schemas.openxmlformats.org/officeDocument/2006/relationships/slide" Target="slides/slide9.xml"/><Relationship Id="rId17" Type="http://schemas.openxmlformats.org/officeDocument/2006/relationships/slide" Target="slides/slide14.xml"/><Relationship Id="rId25" Type="http://schemas.openxmlformats.org/officeDocument/2006/relationships/slide" Target="slides/slide22.xml"/><Relationship Id="rId33" Type="http://schemas.openxmlformats.org/officeDocument/2006/relationships/viewProps" Target="viewProps.xml"/><Relationship Id="rId2" Type="http://schemas.openxmlformats.org/officeDocument/2006/relationships/slideMaster" Target="slideMasters/slideMaster2.xml"/><Relationship Id="rId16" Type="http://schemas.openxmlformats.org/officeDocument/2006/relationships/slide" Target="slides/slide13.xml"/><Relationship Id="rId20" Type="http://schemas.openxmlformats.org/officeDocument/2006/relationships/slide" Target="slides/slide17.xml"/><Relationship Id="rId29" Type="http://schemas.openxmlformats.org/officeDocument/2006/relationships/slide" Target="slides/slide26.xml"/><Relationship Id="rId1" Type="http://schemas.openxmlformats.org/officeDocument/2006/relationships/slideMaster" Target="slideMasters/slideMaster1.xml"/><Relationship Id="rId6" Type="http://schemas.openxmlformats.org/officeDocument/2006/relationships/slide" Target="slides/slide3.xml"/><Relationship Id="rId11" Type="http://schemas.openxmlformats.org/officeDocument/2006/relationships/slide" Target="slides/slide8.xml"/><Relationship Id="rId24" Type="http://schemas.openxmlformats.org/officeDocument/2006/relationships/slide" Target="slides/slide21.xml"/><Relationship Id="rId32" Type="http://schemas.openxmlformats.org/officeDocument/2006/relationships/presProps" Target="presProps.xml"/><Relationship Id="rId5" Type="http://schemas.openxmlformats.org/officeDocument/2006/relationships/slide" Target="slides/slide2.xml"/><Relationship Id="rId15" Type="http://schemas.openxmlformats.org/officeDocument/2006/relationships/slide" Target="slides/slide12.xml"/><Relationship Id="rId23" Type="http://schemas.openxmlformats.org/officeDocument/2006/relationships/slide" Target="slides/slide20.xml"/><Relationship Id="rId28" Type="http://schemas.openxmlformats.org/officeDocument/2006/relationships/slide" Target="slides/slide25.xml"/><Relationship Id="rId10" Type="http://schemas.openxmlformats.org/officeDocument/2006/relationships/slide" Target="slides/slide7.xml"/><Relationship Id="rId19" Type="http://schemas.openxmlformats.org/officeDocument/2006/relationships/slide" Target="slides/slide16.xml"/><Relationship Id="rId31" Type="http://schemas.openxmlformats.org/officeDocument/2006/relationships/handoutMaster" Target="handoutMasters/handoutMaster1.xml"/><Relationship Id="rId4" Type="http://schemas.openxmlformats.org/officeDocument/2006/relationships/slide" Target="slides/slide1.xml"/><Relationship Id="rId9" Type="http://schemas.openxmlformats.org/officeDocument/2006/relationships/slide" Target="slides/slide6.xml"/><Relationship Id="rId14" Type="http://schemas.openxmlformats.org/officeDocument/2006/relationships/slide" Target="slides/slide11.xml"/><Relationship Id="rId22" Type="http://schemas.openxmlformats.org/officeDocument/2006/relationships/slide" Target="slides/slide19.xml"/><Relationship Id="rId27" Type="http://schemas.openxmlformats.org/officeDocument/2006/relationships/slide" Target="slides/slide24.xml"/><Relationship Id="rId30" Type="http://schemas.openxmlformats.org/officeDocument/2006/relationships/notesMaster" Target="notesMasters/notesMaster1.xml"/><Relationship Id="rId35" Type="http://schemas.openxmlformats.org/officeDocument/2006/relationships/tableStyles" Target="tableStyle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5.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MY"/>
          </a:p>
        </p:txBody>
      </p:sp>
      <p:sp>
        <p:nvSpPr>
          <p:cNvPr id="3" name="Date Placeholder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ECED6539-5166-4E22-AD23-9C785A120EE5}" type="datetimeFigureOut">
              <a:rPr lang="en-MY" smtClean="0"/>
              <a:t>13/4/2020</a:t>
            </a:fld>
            <a:endParaRPr lang="en-MY"/>
          </a:p>
        </p:txBody>
      </p:sp>
      <p:sp>
        <p:nvSpPr>
          <p:cNvPr id="4" name="Footer Placeholder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MY"/>
          </a:p>
        </p:txBody>
      </p:sp>
      <p:sp>
        <p:nvSpPr>
          <p:cNvPr id="5" name="Slide Number Placeholder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C614D495-D49E-4A1A-894C-5A30F6BAE095}" type="slidenum">
              <a:rPr lang="en-MY" smtClean="0"/>
              <a:t>‹#›</a:t>
            </a:fld>
            <a:endParaRPr lang="en-MY"/>
          </a:p>
        </p:txBody>
      </p:sp>
    </p:spTree>
    <p:extLst>
      <p:ext uri="{BB962C8B-B14F-4D97-AF65-F5344CB8AC3E}">
        <p14:creationId xmlns:p14="http://schemas.microsoft.com/office/powerpoint/2010/main" val="2701442055"/>
      </p:ext>
    </p:extLst>
  </p:cSld>
  <p:clrMap bg1="lt1" tx1="dk1" bg2="lt2" tx2="dk2" accent1="accent1" accent2="accent2" accent3="accent3" accent4="accent4" accent5="accent5" accent6="accent6" hlink="hlink" folHlink="folHlink"/>
</p:handoutMaster>
</file>

<file path=ppt/ink/inkAction1.xml><?xml version="1.0" encoding="utf-8"?>
<iact:actions xmlns:iact="http://schemas.microsoft.com/office/powerpoint/2014/inkAction" lengthUnit="cm" timeUnit="ms">
  <inkml:definitions xmlns:inkml="http://www.w3.org/2003/InkML">
    <inkml:context xml:id="ctx0">
      <inkml:inkSource xml:id="inkSrc0">
        <inkml:traceFormat>
          <inkml:channel name="X" type="integer" max="1920" units="cm"/>
          <inkml:channel name="Y" type="integer" max="1080" units="cm"/>
          <inkml:channel name="T" type="integer" max="2.14748E9" units="dev"/>
        </inkml:traceFormat>
        <inkml:channelProperties>
          <inkml:channelProperty channel="X" name="resolution" value="65.30612" units="1/cm"/>
          <inkml:channelProperty channel="Y" name="resolution" value="65.45454" units="1/cm"/>
          <inkml:channelProperty channel="T" name="resolution" value="1" units="1/dev"/>
        </inkml:channelProperties>
      </inkml:inkSource>
      <inkml:timestamp xml:id="ts0" timeString="2020-04-13T05:37:40.708"/>
    </inkml:context>
    <inkml:brush xml:id="br0">
      <inkml:brushProperty name="width" value="0.05292" units="cm"/>
      <inkml:brushProperty name="height" value="0.05292" units="cm"/>
      <inkml:brushProperty name="color" value="#FF0000"/>
    </inkml:brush>
  </inkml:definitions>
  <iact:action type="add" startTime="28846">
    <iact:property name="dataType"/>
    <iact:actionData xml:id="d0">
      <inkml:trace xmlns:inkml="http://www.w3.org/2003/InkML" xml:id="stk0" contextRef="#ctx0" brushRef="#br0">13906 16920 0,'76'-25'51,"76"25"-45,0 0 3,51 0 2,-76 0-5,25 0 4,1 0-7,-52 0 5,51 0 3,26 0-6,-102 0 3,26 0 3,25 0-6,-26 0 3,1-26 1,50 1-2,-51 25 4,26 0-6,25-76 6,1 76-4,75-26 3,-76 1-4,0 25 1,-25 0 2,-76 0 1,0 0-3,0-25 48</inkml:trace>
    </iact:actionData>
  </iact:action>
</iact:actions>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2BED72AD-98F2-48AA-9584-1CD8673FAED1}" type="datetimeFigureOut">
              <a:rPr lang="en-US" smtClean="0"/>
              <a:pPr/>
              <a:t>4/13/2020</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2818F6A6-5BDF-41D7-9B84-3DCB4D0C04F4}" type="slidenum">
              <a:rPr lang="en-US" smtClean="0"/>
              <a:pPr/>
              <a:t>‹#›</a:t>
            </a:fld>
            <a:endParaRPr lang="en-US"/>
          </a:p>
        </p:txBody>
      </p:sp>
    </p:spTree>
    <p:extLst>
      <p:ext uri="{BB962C8B-B14F-4D97-AF65-F5344CB8AC3E}">
        <p14:creationId xmlns:p14="http://schemas.microsoft.com/office/powerpoint/2010/main" val="338730039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MY"/>
          </a:p>
        </p:txBody>
      </p:sp>
      <p:sp>
        <p:nvSpPr>
          <p:cNvPr id="4" name="Slide Number Placeholder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2818F6A6-5BDF-41D7-9B84-3DCB4D0C04F4}" type="slidenum">
              <a:rPr kumimoji="0" lang="en-US" sz="1200" b="0" i="0" u="none" strike="noStrike" kern="1200" cap="none" spc="0" normalizeH="0" baseline="0" noProof="0" smtClean="0">
                <a:ln>
                  <a:noFill/>
                </a:ln>
                <a:solidFill>
                  <a:prstClr val="black"/>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a:t>
            </a:fld>
            <a:endParaRPr kumimoji="0" lang="en-US" sz="12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258180901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MY"/>
          </a:p>
        </p:txBody>
      </p:sp>
      <p:sp>
        <p:nvSpPr>
          <p:cNvPr id="4" name="Slide Number Placeholder 3"/>
          <p:cNvSpPr>
            <a:spLocks noGrp="1"/>
          </p:cNvSpPr>
          <p:nvPr>
            <p:ph type="sldNum" sz="quarter" idx="10"/>
          </p:nvPr>
        </p:nvSpPr>
        <p:spPr/>
        <p:txBody>
          <a:bodyPr/>
          <a:lstStyle/>
          <a:p>
            <a:fld id="{2818F6A6-5BDF-41D7-9B84-3DCB4D0C04F4}" type="slidenum">
              <a:rPr lang="en-US" smtClean="0"/>
              <a:pPr/>
              <a:t>3</a:t>
            </a:fld>
            <a:endParaRPr lang="en-US"/>
          </a:p>
        </p:txBody>
      </p:sp>
    </p:spTree>
    <p:extLst>
      <p:ext uri="{BB962C8B-B14F-4D97-AF65-F5344CB8AC3E}">
        <p14:creationId xmlns:p14="http://schemas.microsoft.com/office/powerpoint/2010/main" val="346477955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MY"/>
          </a:p>
        </p:txBody>
      </p:sp>
      <p:sp>
        <p:nvSpPr>
          <p:cNvPr id="4" name="Slide Number Placeholder 3"/>
          <p:cNvSpPr>
            <a:spLocks noGrp="1"/>
          </p:cNvSpPr>
          <p:nvPr>
            <p:ph type="sldNum" sz="quarter" idx="10"/>
          </p:nvPr>
        </p:nvSpPr>
        <p:spPr/>
        <p:txBody>
          <a:bodyPr/>
          <a:lstStyle/>
          <a:p>
            <a:fld id="{2818F6A6-5BDF-41D7-9B84-3DCB4D0C04F4}" type="slidenum">
              <a:rPr lang="en-US" smtClean="0"/>
              <a:pPr/>
              <a:t>7</a:t>
            </a:fld>
            <a:endParaRPr lang="en-US"/>
          </a:p>
        </p:txBody>
      </p:sp>
    </p:spTree>
    <p:extLst>
      <p:ext uri="{BB962C8B-B14F-4D97-AF65-F5344CB8AC3E}">
        <p14:creationId xmlns:p14="http://schemas.microsoft.com/office/powerpoint/2010/main" val="196920990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MY"/>
          </a:p>
        </p:txBody>
      </p:sp>
      <p:sp>
        <p:nvSpPr>
          <p:cNvPr id="4" name="Slide Number Placeholder 3"/>
          <p:cNvSpPr>
            <a:spLocks noGrp="1"/>
          </p:cNvSpPr>
          <p:nvPr>
            <p:ph type="sldNum" sz="quarter" idx="10"/>
          </p:nvPr>
        </p:nvSpPr>
        <p:spPr/>
        <p:txBody>
          <a:bodyPr/>
          <a:lstStyle/>
          <a:p>
            <a:fld id="{2818F6A6-5BDF-41D7-9B84-3DCB4D0C04F4}" type="slidenum">
              <a:rPr lang="en-US" smtClean="0"/>
              <a:pPr/>
              <a:t>24</a:t>
            </a:fld>
            <a:endParaRPr lang="en-US"/>
          </a:p>
        </p:txBody>
      </p:sp>
    </p:spTree>
    <p:extLst>
      <p:ext uri="{BB962C8B-B14F-4D97-AF65-F5344CB8AC3E}">
        <p14:creationId xmlns:p14="http://schemas.microsoft.com/office/powerpoint/2010/main" val="97377021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r>
              <a:rPr lang="en-US"/>
              <a:t>2020</a:t>
            </a:r>
          </a:p>
        </p:txBody>
      </p:sp>
      <p:sp>
        <p:nvSpPr>
          <p:cNvPr id="5" name="Footer Placeholder 4"/>
          <p:cNvSpPr>
            <a:spLocks noGrp="1"/>
          </p:cNvSpPr>
          <p:nvPr>
            <p:ph type="ftr" sz="quarter" idx="11"/>
          </p:nvPr>
        </p:nvSpPr>
        <p:spPr/>
        <p:txBody>
          <a:bodyPr/>
          <a:lstStyle/>
          <a:p>
            <a:r>
              <a:rPr lang="en-US"/>
              <a:t>Software Engineering</a:t>
            </a:r>
          </a:p>
        </p:txBody>
      </p:sp>
      <p:sp>
        <p:nvSpPr>
          <p:cNvPr id="6" name="Slide Number Placeholder 5"/>
          <p:cNvSpPr>
            <a:spLocks noGrp="1"/>
          </p:cNvSpPr>
          <p:nvPr>
            <p:ph type="sldNum" sz="quarter" idx="12"/>
          </p:nvPr>
        </p:nvSpPr>
        <p:spPr/>
        <p:txBody>
          <a:bodyPr/>
          <a:lstStyle/>
          <a:p>
            <a:fld id="{0362C787-829C-4B6B-B21B-90D8981190F3}"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r>
              <a:rPr lang="en-US"/>
              <a:t>2020</a:t>
            </a:r>
          </a:p>
        </p:txBody>
      </p:sp>
      <p:sp>
        <p:nvSpPr>
          <p:cNvPr id="5" name="Footer Placeholder 4"/>
          <p:cNvSpPr>
            <a:spLocks noGrp="1"/>
          </p:cNvSpPr>
          <p:nvPr>
            <p:ph type="ftr" sz="quarter" idx="11"/>
          </p:nvPr>
        </p:nvSpPr>
        <p:spPr/>
        <p:txBody>
          <a:bodyPr/>
          <a:lstStyle/>
          <a:p>
            <a:r>
              <a:rPr lang="en-US"/>
              <a:t>Software Engineering</a:t>
            </a:r>
          </a:p>
        </p:txBody>
      </p:sp>
      <p:sp>
        <p:nvSpPr>
          <p:cNvPr id="6" name="Slide Number Placeholder 5"/>
          <p:cNvSpPr>
            <a:spLocks noGrp="1"/>
          </p:cNvSpPr>
          <p:nvPr>
            <p:ph type="sldNum" sz="quarter" idx="12"/>
          </p:nvPr>
        </p:nvSpPr>
        <p:spPr/>
        <p:txBody>
          <a:bodyPr/>
          <a:lstStyle/>
          <a:p>
            <a:fld id="{0362C787-829C-4B6B-B21B-90D8981190F3}"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r>
              <a:rPr lang="en-US"/>
              <a:t>2020</a:t>
            </a:r>
          </a:p>
        </p:txBody>
      </p:sp>
      <p:sp>
        <p:nvSpPr>
          <p:cNvPr id="5" name="Footer Placeholder 4"/>
          <p:cNvSpPr>
            <a:spLocks noGrp="1"/>
          </p:cNvSpPr>
          <p:nvPr>
            <p:ph type="ftr" sz="quarter" idx="11"/>
          </p:nvPr>
        </p:nvSpPr>
        <p:spPr/>
        <p:txBody>
          <a:bodyPr/>
          <a:lstStyle/>
          <a:p>
            <a:r>
              <a:rPr lang="en-US"/>
              <a:t>Software Engineering</a:t>
            </a:r>
          </a:p>
        </p:txBody>
      </p:sp>
      <p:sp>
        <p:nvSpPr>
          <p:cNvPr id="6" name="Slide Number Placeholder 5"/>
          <p:cNvSpPr>
            <a:spLocks noGrp="1"/>
          </p:cNvSpPr>
          <p:nvPr>
            <p:ph type="sldNum" sz="quarter" idx="12"/>
          </p:nvPr>
        </p:nvSpPr>
        <p:spPr/>
        <p:txBody>
          <a:bodyPr/>
          <a:lstStyle/>
          <a:p>
            <a:fld id="{0362C787-829C-4B6B-B21B-90D8981190F3}"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r>
              <a:rPr lang="en-US"/>
              <a:t>2020</a:t>
            </a:r>
          </a:p>
        </p:txBody>
      </p:sp>
      <p:sp>
        <p:nvSpPr>
          <p:cNvPr id="6" name="Footer Placeholder 5"/>
          <p:cNvSpPr>
            <a:spLocks noGrp="1"/>
          </p:cNvSpPr>
          <p:nvPr>
            <p:ph type="ftr" sz="quarter" idx="11"/>
          </p:nvPr>
        </p:nvSpPr>
        <p:spPr/>
        <p:txBody>
          <a:bodyPr/>
          <a:lstStyle/>
          <a:p>
            <a:r>
              <a:rPr lang="en-US"/>
              <a:t>Software Engineering</a:t>
            </a:r>
          </a:p>
        </p:txBody>
      </p:sp>
      <p:sp>
        <p:nvSpPr>
          <p:cNvPr id="7" name="Slide Number Placeholder 6"/>
          <p:cNvSpPr>
            <a:spLocks noGrp="1"/>
          </p:cNvSpPr>
          <p:nvPr>
            <p:ph type="sldNum" sz="quarter" idx="12"/>
          </p:nvPr>
        </p:nvSpPr>
        <p:spPr/>
        <p:txBody>
          <a:bodyPr/>
          <a:lstStyle/>
          <a:p>
            <a:fld id="{0362C787-829C-4B6B-B21B-90D8981190F3}"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r>
              <a:rPr lang="en-US"/>
              <a:t>2020</a:t>
            </a:r>
          </a:p>
        </p:txBody>
      </p:sp>
      <p:sp>
        <p:nvSpPr>
          <p:cNvPr id="8" name="Footer Placeholder 7"/>
          <p:cNvSpPr>
            <a:spLocks noGrp="1"/>
          </p:cNvSpPr>
          <p:nvPr>
            <p:ph type="ftr" sz="quarter" idx="11"/>
          </p:nvPr>
        </p:nvSpPr>
        <p:spPr/>
        <p:txBody>
          <a:bodyPr/>
          <a:lstStyle/>
          <a:p>
            <a:r>
              <a:rPr lang="en-US"/>
              <a:t>Software Engineering</a:t>
            </a:r>
          </a:p>
        </p:txBody>
      </p:sp>
      <p:sp>
        <p:nvSpPr>
          <p:cNvPr id="9" name="Slide Number Placeholder 8"/>
          <p:cNvSpPr>
            <a:spLocks noGrp="1"/>
          </p:cNvSpPr>
          <p:nvPr>
            <p:ph type="sldNum" sz="quarter" idx="12"/>
          </p:nvPr>
        </p:nvSpPr>
        <p:spPr/>
        <p:txBody>
          <a:bodyPr/>
          <a:lstStyle/>
          <a:p>
            <a:fld id="{0362C787-829C-4B6B-B21B-90D8981190F3}"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r>
              <a:rPr lang="en-US"/>
              <a:t>2020</a:t>
            </a:r>
          </a:p>
        </p:txBody>
      </p:sp>
      <p:sp>
        <p:nvSpPr>
          <p:cNvPr id="4" name="Footer Placeholder 3"/>
          <p:cNvSpPr>
            <a:spLocks noGrp="1"/>
          </p:cNvSpPr>
          <p:nvPr>
            <p:ph type="ftr" sz="quarter" idx="11"/>
          </p:nvPr>
        </p:nvSpPr>
        <p:spPr/>
        <p:txBody>
          <a:bodyPr/>
          <a:lstStyle/>
          <a:p>
            <a:r>
              <a:rPr lang="en-US"/>
              <a:t>Software Engineering</a:t>
            </a:r>
          </a:p>
        </p:txBody>
      </p:sp>
      <p:sp>
        <p:nvSpPr>
          <p:cNvPr id="5" name="Slide Number Placeholder 4"/>
          <p:cNvSpPr>
            <a:spLocks noGrp="1"/>
          </p:cNvSpPr>
          <p:nvPr>
            <p:ph type="sldNum" sz="quarter" idx="12"/>
          </p:nvPr>
        </p:nvSpPr>
        <p:spPr/>
        <p:txBody>
          <a:bodyPr/>
          <a:lstStyle/>
          <a:p>
            <a:fld id="{0362C787-829C-4B6B-B21B-90D8981190F3}"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r>
              <a:rPr lang="en-US"/>
              <a:t>2020</a:t>
            </a:r>
          </a:p>
        </p:txBody>
      </p:sp>
      <p:sp>
        <p:nvSpPr>
          <p:cNvPr id="3" name="Footer Placeholder 2"/>
          <p:cNvSpPr>
            <a:spLocks noGrp="1"/>
          </p:cNvSpPr>
          <p:nvPr>
            <p:ph type="ftr" sz="quarter" idx="11"/>
          </p:nvPr>
        </p:nvSpPr>
        <p:spPr/>
        <p:txBody>
          <a:bodyPr/>
          <a:lstStyle/>
          <a:p>
            <a:r>
              <a:rPr lang="en-US"/>
              <a:t>Software Engineering</a:t>
            </a:r>
          </a:p>
        </p:txBody>
      </p:sp>
      <p:sp>
        <p:nvSpPr>
          <p:cNvPr id="4" name="Slide Number Placeholder 3"/>
          <p:cNvSpPr>
            <a:spLocks noGrp="1"/>
          </p:cNvSpPr>
          <p:nvPr>
            <p:ph type="sldNum" sz="quarter" idx="12"/>
          </p:nvPr>
        </p:nvSpPr>
        <p:spPr/>
        <p:txBody>
          <a:bodyPr/>
          <a:lstStyle/>
          <a:p>
            <a:fld id="{0362C787-829C-4B6B-B21B-90D8981190F3}"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r>
              <a:rPr lang="en-US"/>
              <a:t>2020</a:t>
            </a:r>
          </a:p>
        </p:txBody>
      </p:sp>
      <p:sp>
        <p:nvSpPr>
          <p:cNvPr id="6" name="Footer Placeholder 5"/>
          <p:cNvSpPr>
            <a:spLocks noGrp="1"/>
          </p:cNvSpPr>
          <p:nvPr>
            <p:ph type="ftr" sz="quarter" idx="11"/>
          </p:nvPr>
        </p:nvSpPr>
        <p:spPr/>
        <p:txBody>
          <a:bodyPr/>
          <a:lstStyle/>
          <a:p>
            <a:r>
              <a:rPr lang="en-US"/>
              <a:t>Software Engineering</a:t>
            </a:r>
          </a:p>
        </p:txBody>
      </p:sp>
      <p:sp>
        <p:nvSpPr>
          <p:cNvPr id="7" name="Slide Number Placeholder 6"/>
          <p:cNvSpPr>
            <a:spLocks noGrp="1"/>
          </p:cNvSpPr>
          <p:nvPr>
            <p:ph type="sldNum" sz="quarter" idx="12"/>
          </p:nvPr>
        </p:nvSpPr>
        <p:spPr/>
        <p:txBody>
          <a:bodyPr/>
          <a:lstStyle/>
          <a:p>
            <a:fld id="{0362C787-829C-4B6B-B21B-90D8981190F3}"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r>
              <a:rPr lang="en-US"/>
              <a:t>2020</a:t>
            </a:r>
          </a:p>
        </p:txBody>
      </p:sp>
      <p:sp>
        <p:nvSpPr>
          <p:cNvPr id="6" name="Footer Placeholder 5"/>
          <p:cNvSpPr>
            <a:spLocks noGrp="1"/>
          </p:cNvSpPr>
          <p:nvPr>
            <p:ph type="ftr" sz="quarter" idx="11"/>
          </p:nvPr>
        </p:nvSpPr>
        <p:spPr/>
        <p:txBody>
          <a:bodyPr/>
          <a:lstStyle/>
          <a:p>
            <a:r>
              <a:rPr lang="en-US"/>
              <a:t>Software Engineering</a:t>
            </a:r>
          </a:p>
        </p:txBody>
      </p:sp>
      <p:sp>
        <p:nvSpPr>
          <p:cNvPr id="7" name="Slide Number Placeholder 6"/>
          <p:cNvSpPr>
            <a:spLocks noGrp="1"/>
          </p:cNvSpPr>
          <p:nvPr>
            <p:ph type="sldNum" sz="quarter" idx="12"/>
          </p:nvPr>
        </p:nvSpPr>
        <p:spPr/>
        <p:txBody>
          <a:bodyPr/>
          <a:lstStyle/>
          <a:p>
            <a:fld id="{0362C787-829C-4B6B-B21B-90D8981190F3}"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r>
              <a:rPr lang="en-US"/>
              <a:t>2020</a:t>
            </a:r>
          </a:p>
        </p:txBody>
      </p:sp>
      <p:sp>
        <p:nvSpPr>
          <p:cNvPr id="5" name="Footer Placeholder 4"/>
          <p:cNvSpPr>
            <a:spLocks noGrp="1"/>
          </p:cNvSpPr>
          <p:nvPr>
            <p:ph type="ftr" sz="quarter" idx="11"/>
          </p:nvPr>
        </p:nvSpPr>
        <p:spPr/>
        <p:txBody>
          <a:bodyPr/>
          <a:lstStyle/>
          <a:p>
            <a:r>
              <a:rPr lang="en-US"/>
              <a:t>Software Engineering</a:t>
            </a:r>
          </a:p>
        </p:txBody>
      </p:sp>
      <p:sp>
        <p:nvSpPr>
          <p:cNvPr id="6" name="Slide Number Placeholder 5"/>
          <p:cNvSpPr>
            <a:spLocks noGrp="1"/>
          </p:cNvSpPr>
          <p:nvPr>
            <p:ph type="sldNum" sz="quarter" idx="12"/>
          </p:nvPr>
        </p:nvSpPr>
        <p:spPr/>
        <p:txBody>
          <a:bodyPr/>
          <a:lstStyle/>
          <a:p>
            <a:fld id="{0362C787-829C-4B6B-B21B-90D8981190F3}"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r>
              <a:rPr lang="en-US"/>
              <a:t>2020</a:t>
            </a:r>
          </a:p>
        </p:txBody>
      </p:sp>
      <p:sp>
        <p:nvSpPr>
          <p:cNvPr id="5" name="Footer Placeholder 4"/>
          <p:cNvSpPr>
            <a:spLocks noGrp="1"/>
          </p:cNvSpPr>
          <p:nvPr>
            <p:ph type="ftr" sz="quarter" idx="11"/>
          </p:nvPr>
        </p:nvSpPr>
        <p:spPr/>
        <p:txBody>
          <a:bodyPr/>
          <a:lstStyle/>
          <a:p>
            <a:r>
              <a:rPr lang="en-US"/>
              <a:t>Software Engineering</a:t>
            </a:r>
          </a:p>
        </p:txBody>
      </p:sp>
      <p:sp>
        <p:nvSpPr>
          <p:cNvPr id="6" name="Slide Number Placeholder 5"/>
          <p:cNvSpPr>
            <a:spLocks noGrp="1"/>
          </p:cNvSpPr>
          <p:nvPr>
            <p:ph type="sldNum" sz="quarter" idx="12"/>
          </p:nvPr>
        </p:nvSpPr>
        <p:spPr/>
        <p:txBody>
          <a:bodyPr/>
          <a:lstStyle/>
          <a:p>
            <a:fld id="{0362C787-829C-4B6B-B21B-90D8981190F3}" type="slidenum">
              <a:rPr lang="en-US" smtClean="0"/>
              <a:pPr/>
              <a:t>‹#›</a:t>
            </a:fld>
            <a:endParaRPr 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9"/>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257175" indent="0" algn="ctr">
              <a:buNone/>
              <a:defRPr>
                <a:solidFill>
                  <a:schemeClr val="tx1">
                    <a:tint val="75000"/>
                  </a:schemeClr>
                </a:solidFill>
              </a:defRPr>
            </a:lvl2pPr>
            <a:lvl3pPr marL="514350" indent="0" algn="ctr">
              <a:buNone/>
              <a:defRPr>
                <a:solidFill>
                  <a:schemeClr val="tx1">
                    <a:tint val="75000"/>
                  </a:schemeClr>
                </a:solidFill>
              </a:defRPr>
            </a:lvl3pPr>
            <a:lvl4pPr marL="771525" indent="0" algn="ctr">
              <a:buNone/>
              <a:defRPr>
                <a:solidFill>
                  <a:schemeClr val="tx1">
                    <a:tint val="75000"/>
                  </a:schemeClr>
                </a:solidFill>
              </a:defRPr>
            </a:lvl4pPr>
            <a:lvl5pPr marL="1028700" indent="0" algn="ctr">
              <a:buNone/>
              <a:defRPr>
                <a:solidFill>
                  <a:schemeClr val="tx1">
                    <a:tint val="75000"/>
                  </a:schemeClr>
                </a:solidFill>
              </a:defRPr>
            </a:lvl5pPr>
            <a:lvl6pPr marL="1285875" indent="0" algn="ctr">
              <a:buNone/>
              <a:defRPr>
                <a:solidFill>
                  <a:schemeClr val="tx1">
                    <a:tint val="75000"/>
                  </a:schemeClr>
                </a:solidFill>
              </a:defRPr>
            </a:lvl6pPr>
            <a:lvl7pPr marL="1543050" indent="0" algn="ctr">
              <a:buNone/>
              <a:defRPr>
                <a:solidFill>
                  <a:schemeClr val="tx1">
                    <a:tint val="75000"/>
                  </a:schemeClr>
                </a:solidFill>
              </a:defRPr>
            </a:lvl7pPr>
            <a:lvl8pPr marL="1800225" indent="0" algn="ctr">
              <a:buNone/>
              <a:defRPr>
                <a:solidFill>
                  <a:schemeClr val="tx1">
                    <a:tint val="75000"/>
                  </a:schemeClr>
                </a:solidFill>
              </a:defRPr>
            </a:lvl8pPr>
            <a:lvl9pPr marL="20574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r>
              <a:rPr lang="en-US"/>
              <a:t>2020</a:t>
            </a:r>
          </a:p>
        </p:txBody>
      </p:sp>
      <p:sp>
        <p:nvSpPr>
          <p:cNvPr id="5" name="Footer Placeholder 4"/>
          <p:cNvSpPr>
            <a:spLocks noGrp="1"/>
          </p:cNvSpPr>
          <p:nvPr>
            <p:ph type="ftr" sz="quarter" idx="11"/>
          </p:nvPr>
        </p:nvSpPr>
        <p:spPr/>
        <p:txBody>
          <a:bodyPr/>
          <a:lstStyle/>
          <a:p>
            <a:r>
              <a:rPr lang="en-US"/>
              <a:t>Software Engineering</a:t>
            </a:r>
          </a:p>
        </p:txBody>
      </p:sp>
      <p:sp>
        <p:nvSpPr>
          <p:cNvPr id="6" name="Slide Number Placeholder 5"/>
          <p:cNvSpPr>
            <a:spLocks noGrp="1"/>
          </p:cNvSpPr>
          <p:nvPr>
            <p:ph type="sldNum" sz="quarter" idx="12"/>
          </p:nvPr>
        </p:nvSpPr>
        <p:spPr/>
        <p:txBody>
          <a:bodyPr/>
          <a:lstStyle/>
          <a:p>
            <a:fld id="{0362C787-829C-4B6B-B21B-90D8981190F3}" type="slidenum">
              <a:rPr lang="en-US" smtClean="0"/>
              <a:pPr/>
              <a:t>‹#›</a:t>
            </a:fld>
            <a:endParaRPr lang="en-US"/>
          </a:p>
        </p:txBody>
      </p:sp>
    </p:spTree>
    <p:extLst>
      <p:ext uri="{BB962C8B-B14F-4D97-AF65-F5344CB8AC3E}">
        <p14:creationId xmlns:p14="http://schemas.microsoft.com/office/powerpoint/2010/main" val="1369332513"/>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r>
              <a:rPr lang="en-US"/>
              <a:t>2020</a:t>
            </a:r>
          </a:p>
        </p:txBody>
      </p:sp>
      <p:sp>
        <p:nvSpPr>
          <p:cNvPr id="5" name="Footer Placeholder 4"/>
          <p:cNvSpPr>
            <a:spLocks noGrp="1"/>
          </p:cNvSpPr>
          <p:nvPr>
            <p:ph type="ftr" sz="quarter" idx="11"/>
          </p:nvPr>
        </p:nvSpPr>
        <p:spPr/>
        <p:txBody>
          <a:bodyPr/>
          <a:lstStyle/>
          <a:p>
            <a:r>
              <a:rPr lang="en-US"/>
              <a:t>Software Engineering</a:t>
            </a:r>
          </a:p>
        </p:txBody>
      </p:sp>
      <p:sp>
        <p:nvSpPr>
          <p:cNvPr id="6" name="Slide Number Placeholder 5"/>
          <p:cNvSpPr>
            <a:spLocks noGrp="1"/>
          </p:cNvSpPr>
          <p:nvPr>
            <p:ph type="sldNum" sz="quarter" idx="12"/>
          </p:nvPr>
        </p:nvSpPr>
        <p:spPr/>
        <p:txBody>
          <a:bodyPr/>
          <a:lstStyle/>
          <a:p>
            <a:fld id="{0362C787-829C-4B6B-B21B-90D8981190F3}" type="slidenum">
              <a:rPr lang="en-US" smtClean="0"/>
              <a:pPr/>
              <a:t>‹#›</a:t>
            </a:fld>
            <a:endParaRPr lang="en-US"/>
          </a:p>
        </p:txBody>
      </p:sp>
    </p:spTree>
    <p:extLst>
      <p:ext uri="{BB962C8B-B14F-4D97-AF65-F5344CB8AC3E}">
        <p14:creationId xmlns:p14="http://schemas.microsoft.com/office/powerpoint/2010/main" val="3141149428"/>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4"/>
            <a:ext cx="7772400" cy="1362075"/>
          </a:xfrm>
        </p:spPr>
        <p:txBody>
          <a:bodyPr anchor="t"/>
          <a:lstStyle>
            <a:lvl1pPr algn="l">
              <a:defRPr sz="225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1125">
                <a:solidFill>
                  <a:schemeClr val="tx1">
                    <a:tint val="75000"/>
                  </a:schemeClr>
                </a:solidFill>
              </a:defRPr>
            </a:lvl1pPr>
            <a:lvl2pPr marL="257175" indent="0">
              <a:buNone/>
              <a:defRPr sz="1013">
                <a:solidFill>
                  <a:schemeClr val="tx1">
                    <a:tint val="75000"/>
                  </a:schemeClr>
                </a:solidFill>
              </a:defRPr>
            </a:lvl2pPr>
            <a:lvl3pPr marL="514350" indent="0">
              <a:buNone/>
              <a:defRPr sz="900">
                <a:solidFill>
                  <a:schemeClr val="tx1">
                    <a:tint val="75000"/>
                  </a:schemeClr>
                </a:solidFill>
              </a:defRPr>
            </a:lvl3pPr>
            <a:lvl4pPr marL="771525" indent="0">
              <a:buNone/>
              <a:defRPr sz="788">
                <a:solidFill>
                  <a:schemeClr val="tx1">
                    <a:tint val="75000"/>
                  </a:schemeClr>
                </a:solidFill>
              </a:defRPr>
            </a:lvl4pPr>
            <a:lvl5pPr marL="1028700" indent="0">
              <a:buNone/>
              <a:defRPr sz="788">
                <a:solidFill>
                  <a:schemeClr val="tx1">
                    <a:tint val="75000"/>
                  </a:schemeClr>
                </a:solidFill>
              </a:defRPr>
            </a:lvl5pPr>
            <a:lvl6pPr marL="1285875" indent="0">
              <a:buNone/>
              <a:defRPr sz="788">
                <a:solidFill>
                  <a:schemeClr val="tx1">
                    <a:tint val="75000"/>
                  </a:schemeClr>
                </a:solidFill>
              </a:defRPr>
            </a:lvl6pPr>
            <a:lvl7pPr marL="1543050" indent="0">
              <a:buNone/>
              <a:defRPr sz="788">
                <a:solidFill>
                  <a:schemeClr val="tx1">
                    <a:tint val="75000"/>
                  </a:schemeClr>
                </a:solidFill>
              </a:defRPr>
            </a:lvl7pPr>
            <a:lvl8pPr marL="1800225" indent="0">
              <a:buNone/>
              <a:defRPr sz="788">
                <a:solidFill>
                  <a:schemeClr val="tx1">
                    <a:tint val="75000"/>
                  </a:schemeClr>
                </a:solidFill>
              </a:defRPr>
            </a:lvl8pPr>
            <a:lvl9pPr marL="2057400" indent="0">
              <a:buNone/>
              <a:defRPr sz="788">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r>
              <a:rPr lang="en-US"/>
              <a:t>2020</a:t>
            </a:r>
          </a:p>
        </p:txBody>
      </p:sp>
      <p:sp>
        <p:nvSpPr>
          <p:cNvPr id="5" name="Footer Placeholder 4"/>
          <p:cNvSpPr>
            <a:spLocks noGrp="1"/>
          </p:cNvSpPr>
          <p:nvPr>
            <p:ph type="ftr" sz="quarter" idx="11"/>
          </p:nvPr>
        </p:nvSpPr>
        <p:spPr/>
        <p:txBody>
          <a:bodyPr/>
          <a:lstStyle/>
          <a:p>
            <a:r>
              <a:rPr lang="en-US"/>
              <a:t>Software Engineering</a:t>
            </a:r>
          </a:p>
        </p:txBody>
      </p:sp>
      <p:sp>
        <p:nvSpPr>
          <p:cNvPr id="6" name="Slide Number Placeholder 5"/>
          <p:cNvSpPr>
            <a:spLocks noGrp="1"/>
          </p:cNvSpPr>
          <p:nvPr>
            <p:ph type="sldNum" sz="quarter" idx="12"/>
          </p:nvPr>
        </p:nvSpPr>
        <p:spPr/>
        <p:txBody>
          <a:bodyPr/>
          <a:lstStyle/>
          <a:p>
            <a:fld id="{0362C787-829C-4B6B-B21B-90D8981190F3}" type="slidenum">
              <a:rPr lang="en-US" smtClean="0"/>
              <a:pPr/>
              <a:t>‹#›</a:t>
            </a:fld>
            <a:endParaRPr lang="en-US"/>
          </a:p>
        </p:txBody>
      </p:sp>
    </p:spTree>
    <p:extLst>
      <p:ext uri="{BB962C8B-B14F-4D97-AF65-F5344CB8AC3E}">
        <p14:creationId xmlns:p14="http://schemas.microsoft.com/office/powerpoint/2010/main" val="2404410107"/>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4"/>
            <a:ext cx="4038600" cy="4525963"/>
          </a:xfrm>
        </p:spPr>
        <p:txBody>
          <a:bodyPr/>
          <a:lstStyle>
            <a:lvl1pPr>
              <a:defRPr sz="1575"/>
            </a:lvl1pPr>
            <a:lvl2pPr>
              <a:defRPr sz="1350"/>
            </a:lvl2pPr>
            <a:lvl3pPr>
              <a:defRPr sz="1125"/>
            </a:lvl3pPr>
            <a:lvl4pPr>
              <a:defRPr sz="1013"/>
            </a:lvl4pPr>
            <a:lvl5pPr>
              <a:defRPr sz="1013"/>
            </a:lvl5pPr>
            <a:lvl6pPr>
              <a:defRPr sz="1013"/>
            </a:lvl6pPr>
            <a:lvl7pPr>
              <a:defRPr sz="1013"/>
            </a:lvl7pPr>
            <a:lvl8pPr>
              <a:defRPr sz="1013"/>
            </a:lvl8pPr>
            <a:lvl9pPr>
              <a:defRPr sz="1013"/>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4"/>
            <a:ext cx="4038600" cy="4525963"/>
          </a:xfrm>
        </p:spPr>
        <p:txBody>
          <a:bodyPr/>
          <a:lstStyle>
            <a:lvl1pPr>
              <a:defRPr sz="1575"/>
            </a:lvl1pPr>
            <a:lvl2pPr>
              <a:defRPr sz="1350"/>
            </a:lvl2pPr>
            <a:lvl3pPr>
              <a:defRPr sz="1125"/>
            </a:lvl3pPr>
            <a:lvl4pPr>
              <a:defRPr sz="1013"/>
            </a:lvl4pPr>
            <a:lvl5pPr>
              <a:defRPr sz="1013"/>
            </a:lvl5pPr>
            <a:lvl6pPr>
              <a:defRPr sz="1013"/>
            </a:lvl6pPr>
            <a:lvl7pPr>
              <a:defRPr sz="1013"/>
            </a:lvl7pPr>
            <a:lvl8pPr>
              <a:defRPr sz="1013"/>
            </a:lvl8pPr>
            <a:lvl9pPr>
              <a:defRPr sz="1013"/>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r>
              <a:rPr lang="en-US"/>
              <a:t>2020</a:t>
            </a:r>
          </a:p>
        </p:txBody>
      </p:sp>
      <p:sp>
        <p:nvSpPr>
          <p:cNvPr id="6" name="Footer Placeholder 5"/>
          <p:cNvSpPr>
            <a:spLocks noGrp="1"/>
          </p:cNvSpPr>
          <p:nvPr>
            <p:ph type="ftr" sz="quarter" idx="11"/>
          </p:nvPr>
        </p:nvSpPr>
        <p:spPr/>
        <p:txBody>
          <a:bodyPr/>
          <a:lstStyle/>
          <a:p>
            <a:r>
              <a:rPr lang="en-US"/>
              <a:t>Software Engineering</a:t>
            </a:r>
          </a:p>
        </p:txBody>
      </p:sp>
      <p:sp>
        <p:nvSpPr>
          <p:cNvPr id="7" name="Slide Number Placeholder 6"/>
          <p:cNvSpPr>
            <a:spLocks noGrp="1"/>
          </p:cNvSpPr>
          <p:nvPr>
            <p:ph type="sldNum" sz="quarter" idx="12"/>
          </p:nvPr>
        </p:nvSpPr>
        <p:spPr/>
        <p:txBody>
          <a:bodyPr/>
          <a:lstStyle/>
          <a:p>
            <a:fld id="{0362C787-829C-4B6B-B21B-90D8981190F3}" type="slidenum">
              <a:rPr lang="en-US" smtClean="0"/>
              <a:pPr/>
              <a:t>‹#›</a:t>
            </a:fld>
            <a:endParaRPr lang="en-US"/>
          </a:p>
        </p:txBody>
      </p:sp>
    </p:spTree>
    <p:extLst>
      <p:ext uri="{BB962C8B-B14F-4D97-AF65-F5344CB8AC3E}">
        <p14:creationId xmlns:p14="http://schemas.microsoft.com/office/powerpoint/2010/main" val="839196726"/>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1350" b="1"/>
            </a:lvl1pPr>
            <a:lvl2pPr marL="257175" indent="0">
              <a:buNone/>
              <a:defRPr sz="1125" b="1"/>
            </a:lvl2pPr>
            <a:lvl3pPr marL="514350" indent="0">
              <a:buNone/>
              <a:defRPr sz="1013" b="1"/>
            </a:lvl3pPr>
            <a:lvl4pPr marL="771525" indent="0">
              <a:buNone/>
              <a:defRPr sz="900" b="1"/>
            </a:lvl4pPr>
            <a:lvl5pPr marL="1028700" indent="0">
              <a:buNone/>
              <a:defRPr sz="900" b="1"/>
            </a:lvl5pPr>
            <a:lvl6pPr marL="1285875" indent="0">
              <a:buNone/>
              <a:defRPr sz="900" b="1"/>
            </a:lvl6pPr>
            <a:lvl7pPr marL="1543050" indent="0">
              <a:buNone/>
              <a:defRPr sz="900" b="1"/>
            </a:lvl7pPr>
            <a:lvl8pPr marL="1800225" indent="0">
              <a:buNone/>
              <a:defRPr sz="900" b="1"/>
            </a:lvl8pPr>
            <a:lvl9pPr marL="2057400" indent="0">
              <a:buNone/>
              <a:defRPr sz="9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1350"/>
            </a:lvl1pPr>
            <a:lvl2pPr>
              <a:defRPr sz="1125"/>
            </a:lvl2pPr>
            <a:lvl3pPr>
              <a:defRPr sz="1013"/>
            </a:lvl3pPr>
            <a:lvl4pPr>
              <a:defRPr sz="900"/>
            </a:lvl4pPr>
            <a:lvl5pPr>
              <a:defRPr sz="900"/>
            </a:lvl5pPr>
            <a:lvl6pPr>
              <a:defRPr sz="900"/>
            </a:lvl6pPr>
            <a:lvl7pPr>
              <a:defRPr sz="900"/>
            </a:lvl7pPr>
            <a:lvl8pPr>
              <a:defRPr sz="900"/>
            </a:lvl8pPr>
            <a:lvl9pPr>
              <a:defRPr sz="9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7" y="1535113"/>
            <a:ext cx="4041775" cy="639762"/>
          </a:xfrm>
        </p:spPr>
        <p:txBody>
          <a:bodyPr anchor="b"/>
          <a:lstStyle>
            <a:lvl1pPr marL="0" indent="0">
              <a:buNone/>
              <a:defRPr sz="1350" b="1"/>
            </a:lvl1pPr>
            <a:lvl2pPr marL="257175" indent="0">
              <a:buNone/>
              <a:defRPr sz="1125" b="1"/>
            </a:lvl2pPr>
            <a:lvl3pPr marL="514350" indent="0">
              <a:buNone/>
              <a:defRPr sz="1013" b="1"/>
            </a:lvl3pPr>
            <a:lvl4pPr marL="771525" indent="0">
              <a:buNone/>
              <a:defRPr sz="900" b="1"/>
            </a:lvl4pPr>
            <a:lvl5pPr marL="1028700" indent="0">
              <a:buNone/>
              <a:defRPr sz="900" b="1"/>
            </a:lvl5pPr>
            <a:lvl6pPr marL="1285875" indent="0">
              <a:buNone/>
              <a:defRPr sz="900" b="1"/>
            </a:lvl6pPr>
            <a:lvl7pPr marL="1543050" indent="0">
              <a:buNone/>
              <a:defRPr sz="900" b="1"/>
            </a:lvl7pPr>
            <a:lvl8pPr marL="1800225" indent="0">
              <a:buNone/>
              <a:defRPr sz="900" b="1"/>
            </a:lvl8pPr>
            <a:lvl9pPr marL="2057400" indent="0">
              <a:buNone/>
              <a:defRPr sz="900" b="1"/>
            </a:lvl9pPr>
          </a:lstStyle>
          <a:p>
            <a:pPr lvl="0"/>
            <a:r>
              <a:rPr lang="en-US"/>
              <a:t>Click to edit Master text styles</a:t>
            </a:r>
          </a:p>
        </p:txBody>
      </p:sp>
      <p:sp>
        <p:nvSpPr>
          <p:cNvPr id="6" name="Content Placeholder 5"/>
          <p:cNvSpPr>
            <a:spLocks noGrp="1"/>
          </p:cNvSpPr>
          <p:nvPr>
            <p:ph sz="quarter" idx="4"/>
          </p:nvPr>
        </p:nvSpPr>
        <p:spPr>
          <a:xfrm>
            <a:off x="4645027" y="2174875"/>
            <a:ext cx="4041775" cy="3951288"/>
          </a:xfrm>
        </p:spPr>
        <p:txBody>
          <a:bodyPr/>
          <a:lstStyle>
            <a:lvl1pPr>
              <a:defRPr sz="1350"/>
            </a:lvl1pPr>
            <a:lvl2pPr>
              <a:defRPr sz="1125"/>
            </a:lvl2pPr>
            <a:lvl3pPr>
              <a:defRPr sz="1013"/>
            </a:lvl3pPr>
            <a:lvl4pPr>
              <a:defRPr sz="900"/>
            </a:lvl4pPr>
            <a:lvl5pPr>
              <a:defRPr sz="900"/>
            </a:lvl5pPr>
            <a:lvl6pPr>
              <a:defRPr sz="900"/>
            </a:lvl6pPr>
            <a:lvl7pPr>
              <a:defRPr sz="900"/>
            </a:lvl7pPr>
            <a:lvl8pPr>
              <a:defRPr sz="900"/>
            </a:lvl8pPr>
            <a:lvl9pPr>
              <a:defRPr sz="9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r>
              <a:rPr lang="en-US"/>
              <a:t>2020</a:t>
            </a:r>
          </a:p>
        </p:txBody>
      </p:sp>
      <p:sp>
        <p:nvSpPr>
          <p:cNvPr id="8" name="Footer Placeholder 7"/>
          <p:cNvSpPr>
            <a:spLocks noGrp="1"/>
          </p:cNvSpPr>
          <p:nvPr>
            <p:ph type="ftr" sz="quarter" idx="11"/>
          </p:nvPr>
        </p:nvSpPr>
        <p:spPr/>
        <p:txBody>
          <a:bodyPr/>
          <a:lstStyle/>
          <a:p>
            <a:r>
              <a:rPr lang="en-US"/>
              <a:t>Software Engineering</a:t>
            </a:r>
          </a:p>
        </p:txBody>
      </p:sp>
      <p:sp>
        <p:nvSpPr>
          <p:cNvPr id="9" name="Slide Number Placeholder 8"/>
          <p:cNvSpPr>
            <a:spLocks noGrp="1"/>
          </p:cNvSpPr>
          <p:nvPr>
            <p:ph type="sldNum" sz="quarter" idx="12"/>
          </p:nvPr>
        </p:nvSpPr>
        <p:spPr/>
        <p:txBody>
          <a:bodyPr/>
          <a:lstStyle/>
          <a:p>
            <a:fld id="{0362C787-829C-4B6B-B21B-90D8981190F3}" type="slidenum">
              <a:rPr lang="en-US" smtClean="0"/>
              <a:pPr/>
              <a:t>‹#›</a:t>
            </a:fld>
            <a:endParaRPr lang="en-US"/>
          </a:p>
        </p:txBody>
      </p:sp>
    </p:spTree>
    <p:extLst>
      <p:ext uri="{BB962C8B-B14F-4D97-AF65-F5344CB8AC3E}">
        <p14:creationId xmlns:p14="http://schemas.microsoft.com/office/powerpoint/2010/main" val="4160574104"/>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r>
              <a:rPr lang="en-US"/>
              <a:t>2020</a:t>
            </a:r>
          </a:p>
        </p:txBody>
      </p:sp>
      <p:sp>
        <p:nvSpPr>
          <p:cNvPr id="4" name="Footer Placeholder 3"/>
          <p:cNvSpPr>
            <a:spLocks noGrp="1"/>
          </p:cNvSpPr>
          <p:nvPr>
            <p:ph type="ftr" sz="quarter" idx="11"/>
          </p:nvPr>
        </p:nvSpPr>
        <p:spPr/>
        <p:txBody>
          <a:bodyPr/>
          <a:lstStyle/>
          <a:p>
            <a:r>
              <a:rPr lang="en-US"/>
              <a:t>Software Engineering</a:t>
            </a:r>
          </a:p>
        </p:txBody>
      </p:sp>
      <p:sp>
        <p:nvSpPr>
          <p:cNvPr id="5" name="Slide Number Placeholder 4"/>
          <p:cNvSpPr>
            <a:spLocks noGrp="1"/>
          </p:cNvSpPr>
          <p:nvPr>
            <p:ph type="sldNum" sz="quarter" idx="12"/>
          </p:nvPr>
        </p:nvSpPr>
        <p:spPr/>
        <p:txBody>
          <a:bodyPr/>
          <a:lstStyle/>
          <a:p>
            <a:fld id="{0362C787-829C-4B6B-B21B-90D8981190F3}" type="slidenum">
              <a:rPr lang="en-US" smtClean="0"/>
              <a:pPr/>
              <a:t>‹#›</a:t>
            </a:fld>
            <a:endParaRPr lang="en-US"/>
          </a:p>
        </p:txBody>
      </p:sp>
    </p:spTree>
    <p:extLst>
      <p:ext uri="{BB962C8B-B14F-4D97-AF65-F5344CB8AC3E}">
        <p14:creationId xmlns:p14="http://schemas.microsoft.com/office/powerpoint/2010/main" val="922420564"/>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r>
              <a:rPr lang="en-US"/>
              <a:t>2020</a:t>
            </a:r>
          </a:p>
        </p:txBody>
      </p:sp>
      <p:sp>
        <p:nvSpPr>
          <p:cNvPr id="3" name="Footer Placeholder 2"/>
          <p:cNvSpPr>
            <a:spLocks noGrp="1"/>
          </p:cNvSpPr>
          <p:nvPr>
            <p:ph type="ftr" sz="quarter" idx="11"/>
          </p:nvPr>
        </p:nvSpPr>
        <p:spPr/>
        <p:txBody>
          <a:bodyPr/>
          <a:lstStyle/>
          <a:p>
            <a:r>
              <a:rPr lang="en-US"/>
              <a:t>Software Engineering</a:t>
            </a:r>
          </a:p>
        </p:txBody>
      </p:sp>
      <p:sp>
        <p:nvSpPr>
          <p:cNvPr id="4" name="Slide Number Placeholder 3"/>
          <p:cNvSpPr>
            <a:spLocks noGrp="1"/>
          </p:cNvSpPr>
          <p:nvPr>
            <p:ph type="sldNum" sz="quarter" idx="12"/>
          </p:nvPr>
        </p:nvSpPr>
        <p:spPr/>
        <p:txBody>
          <a:bodyPr/>
          <a:lstStyle/>
          <a:p>
            <a:fld id="{0362C787-829C-4B6B-B21B-90D8981190F3}" type="slidenum">
              <a:rPr lang="en-US" smtClean="0"/>
              <a:pPr/>
              <a:t>‹#›</a:t>
            </a:fld>
            <a:endParaRPr lang="en-US"/>
          </a:p>
        </p:txBody>
      </p:sp>
    </p:spTree>
    <p:extLst>
      <p:ext uri="{BB962C8B-B14F-4D97-AF65-F5344CB8AC3E}">
        <p14:creationId xmlns:p14="http://schemas.microsoft.com/office/powerpoint/2010/main" val="2463427644"/>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2" y="273050"/>
            <a:ext cx="3008313" cy="1162050"/>
          </a:xfrm>
        </p:spPr>
        <p:txBody>
          <a:bodyPr anchor="b"/>
          <a:lstStyle>
            <a:lvl1pPr algn="l">
              <a:defRPr sz="1125" b="1"/>
            </a:lvl1pPr>
          </a:lstStyle>
          <a:p>
            <a:r>
              <a:rPr lang="en-US"/>
              <a:t>Click to edit Master title style</a:t>
            </a:r>
          </a:p>
        </p:txBody>
      </p:sp>
      <p:sp>
        <p:nvSpPr>
          <p:cNvPr id="3" name="Content Placeholder 2"/>
          <p:cNvSpPr>
            <a:spLocks noGrp="1"/>
          </p:cNvSpPr>
          <p:nvPr>
            <p:ph idx="1"/>
          </p:nvPr>
        </p:nvSpPr>
        <p:spPr>
          <a:xfrm>
            <a:off x="3575050" y="273054"/>
            <a:ext cx="5111750" cy="5853113"/>
          </a:xfrm>
        </p:spPr>
        <p:txBody>
          <a:bodyPr/>
          <a:lstStyle>
            <a:lvl1pPr>
              <a:defRPr sz="1800"/>
            </a:lvl1pPr>
            <a:lvl2pPr>
              <a:defRPr sz="1575"/>
            </a:lvl2pPr>
            <a:lvl3pPr>
              <a:defRPr sz="1350"/>
            </a:lvl3pPr>
            <a:lvl4pPr>
              <a:defRPr sz="1125"/>
            </a:lvl4pPr>
            <a:lvl5pPr>
              <a:defRPr sz="1125"/>
            </a:lvl5pPr>
            <a:lvl6pPr>
              <a:defRPr sz="1125"/>
            </a:lvl6pPr>
            <a:lvl7pPr>
              <a:defRPr sz="1125"/>
            </a:lvl7pPr>
            <a:lvl8pPr>
              <a:defRPr sz="1125"/>
            </a:lvl8pPr>
            <a:lvl9pPr>
              <a:defRPr sz="1125"/>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2" y="1435103"/>
            <a:ext cx="3008313" cy="4691063"/>
          </a:xfrm>
        </p:spPr>
        <p:txBody>
          <a:bodyPr/>
          <a:lstStyle>
            <a:lvl1pPr marL="0" indent="0">
              <a:buNone/>
              <a:defRPr sz="788"/>
            </a:lvl1pPr>
            <a:lvl2pPr marL="257175" indent="0">
              <a:buNone/>
              <a:defRPr sz="675"/>
            </a:lvl2pPr>
            <a:lvl3pPr marL="514350" indent="0">
              <a:buNone/>
              <a:defRPr sz="563"/>
            </a:lvl3pPr>
            <a:lvl4pPr marL="771525" indent="0">
              <a:buNone/>
              <a:defRPr sz="506"/>
            </a:lvl4pPr>
            <a:lvl5pPr marL="1028700" indent="0">
              <a:buNone/>
              <a:defRPr sz="506"/>
            </a:lvl5pPr>
            <a:lvl6pPr marL="1285875" indent="0">
              <a:buNone/>
              <a:defRPr sz="506"/>
            </a:lvl6pPr>
            <a:lvl7pPr marL="1543050" indent="0">
              <a:buNone/>
              <a:defRPr sz="506"/>
            </a:lvl7pPr>
            <a:lvl8pPr marL="1800225" indent="0">
              <a:buNone/>
              <a:defRPr sz="506"/>
            </a:lvl8pPr>
            <a:lvl9pPr marL="2057400" indent="0">
              <a:buNone/>
              <a:defRPr sz="506"/>
            </a:lvl9pPr>
          </a:lstStyle>
          <a:p>
            <a:pPr lvl="0"/>
            <a:r>
              <a:rPr lang="en-US"/>
              <a:t>Click to edit Master text styles</a:t>
            </a:r>
          </a:p>
        </p:txBody>
      </p:sp>
      <p:sp>
        <p:nvSpPr>
          <p:cNvPr id="5" name="Date Placeholder 4"/>
          <p:cNvSpPr>
            <a:spLocks noGrp="1"/>
          </p:cNvSpPr>
          <p:nvPr>
            <p:ph type="dt" sz="half" idx="10"/>
          </p:nvPr>
        </p:nvSpPr>
        <p:spPr/>
        <p:txBody>
          <a:bodyPr/>
          <a:lstStyle/>
          <a:p>
            <a:r>
              <a:rPr lang="en-US"/>
              <a:t>2020</a:t>
            </a:r>
          </a:p>
        </p:txBody>
      </p:sp>
      <p:sp>
        <p:nvSpPr>
          <p:cNvPr id="6" name="Footer Placeholder 5"/>
          <p:cNvSpPr>
            <a:spLocks noGrp="1"/>
          </p:cNvSpPr>
          <p:nvPr>
            <p:ph type="ftr" sz="quarter" idx="11"/>
          </p:nvPr>
        </p:nvSpPr>
        <p:spPr/>
        <p:txBody>
          <a:bodyPr/>
          <a:lstStyle/>
          <a:p>
            <a:r>
              <a:rPr lang="en-US"/>
              <a:t>Software Engineering</a:t>
            </a:r>
          </a:p>
        </p:txBody>
      </p:sp>
      <p:sp>
        <p:nvSpPr>
          <p:cNvPr id="7" name="Slide Number Placeholder 6"/>
          <p:cNvSpPr>
            <a:spLocks noGrp="1"/>
          </p:cNvSpPr>
          <p:nvPr>
            <p:ph type="sldNum" sz="quarter" idx="12"/>
          </p:nvPr>
        </p:nvSpPr>
        <p:spPr/>
        <p:txBody>
          <a:bodyPr/>
          <a:lstStyle/>
          <a:p>
            <a:fld id="{0362C787-829C-4B6B-B21B-90D8981190F3}" type="slidenum">
              <a:rPr lang="en-US" smtClean="0"/>
              <a:pPr/>
              <a:t>‹#›</a:t>
            </a:fld>
            <a:endParaRPr lang="en-US"/>
          </a:p>
        </p:txBody>
      </p:sp>
    </p:spTree>
    <p:extLst>
      <p:ext uri="{BB962C8B-B14F-4D97-AF65-F5344CB8AC3E}">
        <p14:creationId xmlns:p14="http://schemas.microsoft.com/office/powerpoint/2010/main" val="699720998"/>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1125"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1800"/>
            </a:lvl1pPr>
            <a:lvl2pPr marL="257175" indent="0">
              <a:buNone/>
              <a:defRPr sz="1575"/>
            </a:lvl2pPr>
            <a:lvl3pPr marL="514350" indent="0">
              <a:buNone/>
              <a:defRPr sz="1350"/>
            </a:lvl3pPr>
            <a:lvl4pPr marL="771525" indent="0">
              <a:buNone/>
              <a:defRPr sz="1125"/>
            </a:lvl4pPr>
            <a:lvl5pPr marL="1028700" indent="0">
              <a:buNone/>
              <a:defRPr sz="1125"/>
            </a:lvl5pPr>
            <a:lvl6pPr marL="1285875" indent="0">
              <a:buNone/>
              <a:defRPr sz="1125"/>
            </a:lvl6pPr>
            <a:lvl7pPr marL="1543050" indent="0">
              <a:buNone/>
              <a:defRPr sz="1125"/>
            </a:lvl7pPr>
            <a:lvl8pPr marL="1800225" indent="0">
              <a:buNone/>
              <a:defRPr sz="1125"/>
            </a:lvl8pPr>
            <a:lvl9pPr marL="2057400" indent="0">
              <a:buNone/>
              <a:defRPr sz="1125"/>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788"/>
            </a:lvl1pPr>
            <a:lvl2pPr marL="257175" indent="0">
              <a:buNone/>
              <a:defRPr sz="675"/>
            </a:lvl2pPr>
            <a:lvl3pPr marL="514350" indent="0">
              <a:buNone/>
              <a:defRPr sz="563"/>
            </a:lvl3pPr>
            <a:lvl4pPr marL="771525" indent="0">
              <a:buNone/>
              <a:defRPr sz="506"/>
            </a:lvl4pPr>
            <a:lvl5pPr marL="1028700" indent="0">
              <a:buNone/>
              <a:defRPr sz="506"/>
            </a:lvl5pPr>
            <a:lvl6pPr marL="1285875" indent="0">
              <a:buNone/>
              <a:defRPr sz="506"/>
            </a:lvl6pPr>
            <a:lvl7pPr marL="1543050" indent="0">
              <a:buNone/>
              <a:defRPr sz="506"/>
            </a:lvl7pPr>
            <a:lvl8pPr marL="1800225" indent="0">
              <a:buNone/>
              <a:defRPr sz="506"/>
            </a:lvl8pPr>
            <a:lvl9pPr marL="2057400" indent="0">
              <a:buNone/>
              <a:defRPr sz="506"/>
            </a:lvl9pPr>
          </a:lstStyle>
          <a:p>
            <a:pPr lvl="0"/>
            <a:r>
              <a:rPr lang="en-US"/>
              <a:t>Click to edit Master text styles</a:t>
            </a:r>
          </a:p>
        </p:txBody>
      </p:sp>
      <p:sp>
        <p:nvSpPr>
          <p:cNvPr id="5" name="Date Placeholder 4"/>
          <p:cNvSpPr>
            <a:spLocks noGrp="1"/>
          </p:cNvSpPr>
          <p:nvPr>
            <p:ph type="dt" sz="half" idx="10"/>
          </p:nvPr>
        </p:nvSpPr>
        <p:spPr/>
        <p:txBody>
          <a:bodyPr/>
          <a:lstStyle/>
          <a:p>
            <a:r>
              <a:rPr lang="en-US"/>
              <a:t>2020</a:t>
            </a:r>
          </a:p>
        </p:txBody>
      </p:sp>
      <p:sp>
        <p:nvSpPr>
          <p:cNvPr id="6" name="Footer Placeholder 5"/>
          <p:cNvSpPr>
            <a:spLocks noGrp="1"/>
          </p:cNvSpPr>
          <p:nvPr>
            <p:ph type="ftr" sz="quarter" idx="11"/>
          </p:nvPr>
        </p:nvSpPr>
        <p:spPr/>
        <p:txBody>
          <a:bodyPr/>
          <a:lstStyle/>
          <a:p>
            <a:r>
              <a:rPr lang="en-US"/>
              <a:t>Software Engineering</a:t>
            </a:r>
          </a:p>
        </p:txBody>
      </p:sp>
      <p:sp>
        <p:nvSpPr>
          <p:cNvPr id="7" name="Slide Number Placeholder 6"/>
          <p:cNvSpPr>
            <a:spLocks noGrp="1"/>
          </p:cNvSpPr>
          <p:nvPr>
            <p:ph type="sldNum" sz="quarter" idx="12"/>
          </p:nvPr>
        </p:nvSpPr>
        <p:spPr/>
        <p:txBody>
          <a:bodyPr/>
          <a:lstStyle/>
          <a:p>
            <a:fld id="{0362C787-829C-4B6B-B21B-90D8981190F3}" type="slidenum">
              <a:rPr lang="en-US" smtClean="0"/>
              <a:pPr/>
              <a:t>‹#›</a:t>
            </a:fld>
            <a:endParaRPr lang="en-US"/>
          </a:p>
        </p:txBody>
      </p:sp>
    </p:spTree>
    <p:extLst>
      <p:ext uri="{BB962C8B-B14F-4D97-AF65-F5344CB8AC3E}">
        <p14:creationId xmlns:p14="http://schemas.microsoft.com/office/powerpoint/2010/main" val="595258444"/>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r>
              <a:rPr lang="en-US"/>
              <a:t>2020</a:t>
            </a:r>
          </a:p>
        </p:txBody>
      </p:sp>
      <p:sp>
        <p:nvSpPr>
          <p:cNvPr id="5" name="Footer Placeholder 4"/>
          <p:cNvSpPr>
            <a:spLocks noGrp="1"/>
          </p:cNvSpPr>
          <p:nvPr>
            <p:ph type="ftr" sz="quarter" idx="11"/>
          </p:nvPr>
        </p:nvSpPr>
        <p:spPr/>
        <p:txBody>
          <a:bodyPr/>
          <a:lstStyle/>
          <a:p>
            <a:r>
              <a:rPr lang="en-US"/>
              <a:t>Software Engineering</a:t>
            </a:r>
          </a:p>
        </p:txBody>
      </p:sp>
      <p:sp>
        <p:nvSpPr>
          <p:cNvPr id="6" name="Slide Number Placeholder 5"/>
          <p:cNvSpPr>
            <a:spLocks noGrp="1"/>
          </p:cNvSpPr>
          <p:nvPr>
            <p:ph type="sldNum" sz="quarter" idx="12"/>
          </p:nvPr>
        </p:nvSpPr>
        <p:spPr/>
        <p:txBody>
          <a:bodyPr/>
          <a:lstStyle/>
          <a:p>
            <a:fld id="{0362C787-829C-4B6B-B21B-90D8981190F3}" type="slidenum">
              <a:rPr lang="en-US" smtClean="0"/>
              <a:pPr/>
              <a:t>‹#›</a:t>
            </a:fld>
            <a:endParaRPr lang="en-US"/>
          </a:p>
        </p:txBody>
      </p:sp>
    </p:spTree>
    <p:extLst>
      <p:ext uri="{BB962C8B-B14F-4D97-AF65-F5344CB8AC3E}">
        <p14:creationId xmlns:p14="http://schemas.microsoft.com/office/powerpoint/2010/main" val="363937419"/>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42"/>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42"/>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r>
              <a:rPr lang="en-US"/>
              <a:t>2020</a:t>
            </a:r>
          </a:p>
        </p:txBody>
      </p:sp>
      <p:sp>
        <p:nvSpPr>
          <p:cNvPr id="5" name="Footer Placeholder 4"/>
          <p:cNvSpPr>
            <a:spLocks noGrp="1"/>
          </p:cNvSpPr>
          <p:nvPr>
            <p:ph type="ftr" sz="quarter" idx="11"/>
          </p:nvPr>
        </p:nvSpPr>
        <p:spPr/>
        <p:txBody>
          <a:bodyPr/>
          <a:lstStyle/>
          <a:p>
            <a:r>
              <a:rPr lang="en-US"/>
              <a:t>Software Engineering</a:t>
            </a:r>
          </a:p>
        </p:txBody>
      </p:sp>
      <p:sp>
        <p:nvSpPr>
          <p:cNvPr id="6" name="Slide Number Placeholder 5"/>
          <p:cNvSpPr>
            <a:spLocks noGrp="1"/>
          </p:cNvSpPr>
          <p:nvPr>
            <p:ph type="sldNum" sz="quarter" idx="12"/>
          </p:nvPr>
        </p:nvSpPr>
        <p:spPr/>
        <p:txBody>
          <a:bodyPr/>
          <a:lstStyle/>
          <a:p>
            <a:fld id="{0362C787-829C-4B6B-B21B-90D8981190F3}" type="slidenum">
              <a:rPr lang="en-US" smtClean="0"/>
              <a:pPr/>
              <a:t>‹#›</a:t>
            </a:fld>
            <a:endParaRPr lang="en-US"/>
          </a:p>
        </p:txBody>
      </p:sp>
    </p:spTree>
    <p:extLst>
      <p:ext uri="{BB962C8B-B14F-4D97-AF65-F5344CB8AC3E}">
        <p14:creationId xmlns:p14="http://schemas.microsoft.com/office/powerpoint/2010/main" val="257756545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image" Target="../media/image3.png"/><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2.png"/></Relationships>
</file>

<file path=ppt/slideMasters/_rels/slideMaster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theme" Target="../theme/theme2.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19.xml"/><Relationship Id="rId13" Type="http://schemas.openxmlformats.org/officeDocument/2006/relationships/image" Target="../media/image1.png"/><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theme" Target="../theme/theme3.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5" Type="http://schemas.openxmlformats.org/officeDocument/2006/relationships/image" Target="../media/image3.png"/><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 Id="rId14" Type="http://schemas.openxmlformats.org/officeDocument/2006/relationships/image" Target="../media/image2.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pic>
        <p:nvPicPr>
          <p:cNvPr id="7" name="Picture 10"/>
          <p:cNvPicPr>
            <a:picLocks noChangeAspect="1" noChangeArrowheads="1"/>
          </p:cNvPicPr>
          <p:nvPr userDrawn="1"/>
        </p:nvPicPr>
        <p:blipFill>
          <a:blip r:embed="rId13" cstate="print"/>
          <a:srcRect/>
          <a:stretch>
            <a:fillRect/>
          </a:stretch>
        </p:blipFill>
        <p:spPr bwMode="auto">
          <a:xfrm>
            <a:off x="-747" y="6487366"/>
            <a:ext cx="9131300" cy="357187"/>
          </a:xfrm>
          <a:prstGeom prst="rect">
            <a:avLst/>
          </a:prstGeom>
          <a:noFill/>
          <a:ln w="9525">
            <a:noFill/>
            <a:miter lim="800000"/>
            <a:headEnd/>
            <a:tailEnd/>
          </a:ln>
        </p:spPr>
      </p:pic>
      <p:sp>
        <p:nvSpPr>
          <p:cNvPr id="9" name="Rectangle 19"/>
          <p:cNvSpPr>
            <a:spLocks noChangeArrowheads="1"/>
          </p:cNvSpPr>
          <p:nvPr userDrawn="1"/>
        </p:nvSpPr>
        <p:spPr bwMode="auto">
          <a:xfrm>
            <a:off x="0" y="0"/>
            <a:ext cx="9144000" cy="1417638"/>
          </a:xfrm>
          <a:prstGeom prst="rect">
            <a:avLst/>
          </a:prstGeom>
          <a:solidFill>
            <a:srgbClr val="FFE1AD"/>
          </a:solidFill>
          <a:ln w="9525">
            <a:noFill/>
            <a:miter lim="800000"/>
            <a:headEnd/>
            <a:tailEnd/>
          </a:ln>
          <a:effectLst/>
        </p:spPr>
        <p:txBody>
          <a:bodyPr wrap="none" anchor="ctr"/>
          <a:lstStyle/>
          <a:p>
            <a:pPr>
              <a:defRPr/>
            </a:pPr>
            <a:endParaRPr lang="en-US" dirty="0">
              <a:ea typeface="ＭＳ Ｐゴシック" pitchFamily="-112" charset="-128"/>
            </a:endParaRPr>
          </a:p>
        </p:txBody>
      </p:sp>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dirty="0"/>
              <a:t>Click to edit Master title style</a:t>
            </a:r>
          </a:p>
        </p:txBody>
      </p:sp>
      <p:pic>
        <p:nvPicPr>
          <p:cNvPr id="10" name="Picture 20" descr="header_UTM"/>
          <p:cNvPicPr>
            <a:picLocks noChangeAspect="1" noChangeArrowheads="1"/>
          </p:cNvPicPr>
          <p:nvPr userDrawn="1"/>
        </p:nvPicPr>
        <p:blipFill>
          <a:blip r:embed="rId14" cstate="print"/>
          <a:srcRect/>
          <a:stretch>
            <a:fillRect/>
          </a:stretch>
        </p:blipFill>
        <p:spPr bwMode="auto">
          <a:xfrm>
            <a:off x="63500" y="106363"/>
            <a:ext cx="1195388" cy="395287"/>
          </a:xfrm>
          <a:prstGeom prst="rect">
            <a:avLst/>
          </a:prstGeom>
          <a:noFill/>
          <a:ln w="9525">
            <a:noFill/>
            <a:miter lim="800000"/>
            <a:headEnd/>
            <a:tailEnd/>
          </a:ln>
        </p:spPr>
      </p:pic>
      <p:pic>
        <p:nvPicPr>
          <p:cNvPr id="11" name="Picture 22" descr="header_url"/>
          <p:cNvPicPr>
            <a:picLocks noChangeAspect="1" noChangeArrowheads="1"/>
          </p:cNvPicPr>
          <p:nvPr userDrawn="1"/>
        </p:nvPicPr>
        <p:blipFill>
          <a:blip r:embed="rId15" cstate="print"/>
          <a:srcRect/>
          <a:stretch>
            <a:fillRect/>
          </a:stretch>
        </p:blipFill>
        <p:spPr bwMode="auto">
          <a:xfrm>
            <a:off x="0" y="1169894"/>
            <a:ext cx="2376488" cy="255588"/>
          </a:xfrm>
          <a:prstGeom prst="rect">
            <a:avLst/>
          </a:prstGeom>
          <a:noFill/>
          <a:ln w="9525">
            <a:noFill/>
            <a:miter lim="800000"/>
            <a:headEnd/>
            <a:tailEnd/>
          </a:ln>
        </p:spPr>
      </p:pic>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598396"/>
            <a:ext cx="2133600" cy="365125"/>
          </a:xfrm>
          <a:prstGeom prst="rect">
            <a:avLst/>
          </a:prstGeom>
        </p:spPr>
        <p:txBody>
          <a:bodyPr vert="horz" lIns="91440" tIns="45720" rIns="91440" bIns="45720" rtlCol="0" anchor="ctr"/>
          <a:lstStyle>
            <a:lvl1pPr algn="l">
              <a:defRPr sz="1200">
                <a:solidFill>
                  <a:sysClr val="windowText" lastClr="000000"/>
                </a:solidFill>
              </a:defRPr>
            </a:lvl1pPr>
          </a:lstStyle>
          <a:p>
            <a:r>
              <a:rPr lang="en-US"/>
              <a:t>2020</a:t>
            </a:r>
            <a:endParaRPr lang="en-US" dirty="0"/>
          </a:p>
        </p:txBody>
      </p:sp>
      <p:sp>
        <p:nvSpPr>
          <p:cNvPr id="5" name="Footer Placeholder 4"/>
          <p:cNvSpPr>
            <a:spLocks noGrp="1"/>
          </p:cNvSpPr>
          <p:nvPr>
            <p:ph type="ftr" sz="quarter" idx="3"/>
          </p:nvPr>
        </p:nvSpPr>
        <p:spPr>
          <a:xfrm>
            <a:off x="2469777" y="6620436"/>
            <a:ext cx="4191000" cy="304800"/>
          </a:xfrm>
          <a:prstGeom prst="rect">
            <a:avLst/>
          </a:prstGeom>
        </p:spPr>
        <p:txBody>
          <a:bodyPr vert="horz" lIns="91440" tIns="45720" rIns="91440" bIns="45720" rtlCol="0" anchor="ctr"/>
          <a:lstStyle>
            <a:lvl1pPr algn="ctr">
              <a:defRPr sz="1200">
                <a:solidFill>
                  <a:sysClr val="windowText" lastClr="000000"/>
                </a:solidFill>
              </a:defRPr>
            </a:lvl1pPr>
          </a:lstStyle>
          <a:p>
            <a:r>
              <a:rPr lang="en-US"/>
              <a:t>Software Engineering</a:t>
            </a:r>
            <a:endParaRPr lang="en-US" dirty="0"/>
          </a:p>
        </p:txBody>
      </p:sp>
      <p:sp>
        <p:nvSpPr>
          <p:cNvPr id="6" name="Slide Number Placeholder 5"/>
          <p:cNvSpPr>
            <a:spLocks noGrp="1"/>
          </p:cNvSpPr>
          <p:nvPr>
            <p:ph type="sldNum" sz="quarter" idx="4"/>
          </p:nvPr>
        </p:nvSpPr>
        <p:spPr>
          <a:xfrm>
            <a:off x="6553200" y="6598396"/>
            <a:ext cx="2133600" cy="365125"/>
          </a:xfrm>
          <a:prstGeom prst="rect">
            <a:avLst/>
          </a:prstGeom>
        </p:spPr>
        <p:txBody>
          <a:bodyPr vert="horz" lIns="91440" tIns="45720" rIns="91440" bIns="45720" rtlCol="0" anchor="ctr"/>
          <a:lstStyle>
            <a:lvl1pPr algn="r">
              <a:defRPr sz="1200">
                <a:solidFill>
                  <a:sysClr val="windowText" lastClr="000000"/>
                </a:solidFill>
              </a:defRPr>
            </a:lvl1pPr>
          </a:lstStyle>
          <a:p>
            <a:fld id="{0362C787-829C-4B6B-B21B-90D8981190F3}" type="slidenum">
              <a:rPr lang="en-US" smtClean="0"/>
              <a:pPr/>
              <a:t>‹#›</a:t>
            </a:fld>
            <a:endParaRPr lang="en-US"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10" name="Content Placeholder 2"/>
          <p:cNvSpPr txBox="1">
            <a:spLocks/>
          </p:cNvSpPr>
          <p:nvPr userDrawn="1"/>
        </p:nvSpPr>
        <p:spPr>
          <a:xfrm>
            <a:off x="457200" y="1600200"/>
            <a:ext cx="8229600" cy="4525963"/>
          </a:xfrm>
          <a:prstGeom prst="rect">
            <a:avLst/>
          </a:prstGeom>
        </p:spPr>
        <p:txBody>
          <a:bodyPr/>
          <a:lstStyle/>
          <a:p>
            <a:pPr marL="342900" marR="0" lvl="0" indent="-342900" algn="ctr" defTabSz="914400" rtl="0" eaLnBrk="0" fontAlgn="base" latinLnBrk="0" hangingPunct="0">
              <a:lnSpc>
                <a:spcPct val="100000"/>
              </a:lnSpc>
              <a:spcBef>
                <a:spcPct val="20000"/>
              </a:spcBef>
              <a:spcAft>
                <a:spcPct val="0"/>
              </a:spcAft>
              <a:buClrTx/>
              <a:buSzTx/>
              <a:buFont typeface="Arial" pitchFamily="34" charset="0"/>
              <a:buNone/>
              <a:tabLst/>
              <a:defRPr/>
            </a:pPr>
            <a:endParaRPr kumimoji="0" lang="en-US" sz="5400" b="0" i="0" u="none" strike="noStrike" kern="1200" cap="none" spc="0" normalizeH="0" baseline="0" noProof="0" dirty="0">
              <a:ln>
                <a:noFill/>
              </a:ln>
              <a:solidFill>
                <a:schemeClr val="tx1"/>
              </a:solidFill>
              <a:effectLst/>
              <a:uLnTx/>
              <a:uFillTx/>
              <a:latin typeface="+mn-lt"/>
              <a:ea typeface="+mn-ea"/>
              <a:cs typeface="+mn-cs"/>
            </a:endParaRPr>
          </a:p>
          <a:p>
            <a:pPr marL="342900" marR="0" lvl="0" indent="-342900" algn="ctr" defTabSz="914400" rtl="0" eaLnBrk="0" fontAlgn="base" latinLnBrk="0" hangingPunct="0">
              <a:lnSpc>
                <a:spcPct val="100000"/>
              </a:lnSpc>
              <a:spcBef>
                <a:spcPct val="20000"/>
              </a:spcBef>
              <a:spcAft>
                <a:spcPct val="0"/>
              </a:spcAft>
              <a:buClrTx/>
              <a:buSzTx/>
              <a:buFont typeface="Arial" pitchFamily="34" charset="0"/>
              <a:buNone/>
              <a:tabLst/>
              <a:defRPr/>
            </a:pPr>
            <a:r>
              <a:rPr kumimoji="0" lang="en-US" sz="5400" b="1" i="0" u="none" strike="noStrike" kern="1200" cap="none" spc="0" normalizeH="0" baseline="0" noProof="0" dirty="0" err="1">
                <a:ln>
                  <a:noFill/>
                </a:ln>
                <a:solidFill>
                  <a:schemeClr val="tx1"/>
                </a:solidFill>
                <a:effectLst/>
                <a:uLnTx/>
                <a:uFillTx/>
                <a:latin typeface="+mn-lt"/>
                <a:ea typeface="+mn-ea"/>
                <a:cs typeface="+mn-cs"/>
              </a:rPr>
              <a:t>Terima</a:t>
            </a:r>
            <a:r>
              <a:rPr kumimoji="0" lang="en-US" sz="5400" b="1" i="0" u="none" strike="noStrike" kern="1200" cap="none" spc="0" normalizeH="0" baseline="0" noProof="0" dirty="0">
                <a:ln>
                  <a:noFill/>
                </a:ln>
                <a:solidFill>
                  <a:schemeClr val="tx1"/>
                </a:solidFill>
                <a:effectLst/>
                <a:uLnTx/>
                <a:uFillTx/>
                <a:latin typeface="+mn-lt"/>
                <a:ea typeface="+mn-ea"/>
                <a:cs typeface="+mn-cs"/>
              </a:rPr>
              <a:t> </a:t>
            </a:r>
            <a:r>
              <a:rPr kumimoji="0" lang="en-US" sz="5400" b="1" i="0" u="none" strike="noStrike" kern="1200" cap="none" spc="0" normalizeH="0" baseline="0" noProof="0" dirty="0" err="1">
                <a:ln>
                  <a:noFill/>
                </a:ln>
                <a:solidFill>
                  <a:schemeClr val="tx1"/>
                </a:solidFill>
                <a:effectLst/>
                <a:uLnTx/>
                <a:uFillTx/>
                <a:latin typeface="+mn-lt"/>
                <a:ea typeface="+mn-ea"/>
                <a:cs typeface="+mn-cs"/>
              </a:rPr>
              <a:t>Kasih</a:t>
            </a:r>
            <a:endParaRPr kumimoji="0" lang="en-US" sz="5400" b="1" i="0" u="none" strike="noStrike" kern="1200" cap="none" spc="0" normalizeH="0" baseline="0" noProof="0" dirty="0">
              <a:ln>
                <a:noFill/>
              </a:ln>
              <a:solidFill>
                <a:schemeClr val="tx1"/>
              </a:solidFill>
              <a:effectLst/>
              <a:uLnTx/>
              <a:uFillTx/>
              <a:latin typeface="+mn-lt"/>
              <a:ea typeface="+mn-ea"/>
              <a:cs typeface="+mn-cs"/>
            </a:endParaRPr>
          </a:p>
          <a:p>
            <a:pPr marL="342900" marR="0" lvl="0" indent="-342900" algn="ctr" defTabSz="914400" rtl="0" eaLnBrk="0" fontAlgn="base" latinLnBrk="0" hangingPunct="0">
              <a:lnSpc>
                <a:spcPct val="100000"/>
              </a:lnSpc>
              <a:spcBef>
                <a:spcPct val="20000"/>
              </a:spcBef>
              <a:spcAft>
                <a:spcPct val="0"/>
              </a:spcAft>
              <a:buClrTx/>
              <a:buSzTx/>
              <a:buFont typeface="Arial" pitchFamily="34" charset="0"/>
              <a:buNone/>
              <a:tabLst/>
              <a:defRPr/>
            </a:pPr>
            <a:r>
              <a:rPr kumimoji="0" lang="en-US" sz="2800" b="0" i="0" u="none" strike="noStrike" kern="1200" cap="none" spc="0" normalizeH="0" baseline="0" noProof="0" dirty="0" err="1">
                <a:ln>
                  <a:noFill/>
                </a:ln>
                <a:solidFill>
                  <a:srgbClr val="C00000"/>
                </a:solidFill>
                <a:effectLst/>
                <a:uLnTx/>
                <a:uFillTx/>
                <a:latin typeface="+mn-lt"/>
                <a:ea typeface="+mn-ea"/>
                <a:cs typeface="+mn-cs"/>
              </a:rPr>
              <a:t>atas</a:t>
            </a:r>
            <a:r>
              <a:rPr kumimoji="0" lang="en-US" sz="2800" b="0" i="0" u="none" strike="noStrike" kern="1200" cap="none" spc="0" normalizeH="0" baseline="0" noProof="0" dirty="0">
                <a:ln>
                  <a:noFill/>
                </a:ln>
                <a:solidFill>
                  <a:srgbClr val="C00000"/>
                </a:solidFill>
                <a:effectLst/>
                <a:uLnTx/>
                <a:uFillTx/>
                <a:latin typeface="+mn-lt"/>
                <a:ea typeface="+mn-ea"/>
                <a:cs typeface="+mn-cs"/>
              </a:rPr>
              <a:t> </a:t>
            </a:r>
            <a:r>
              <a:rPr kumimoji="0" lang="en-US" sz="2800" b="0" i="0" u="none" strike="noStrike" kern="1200" cap="none" spc="0" normalizeH="0" baseline="0" noProof="0" dirty="0" err="1">
                <a:ln>
                  <a:noFill/>
                </a:ln>
                <a:solidFill>
                  <a:srgbClr val="C00000"/>
                </a:solidFill>
                <a:effectLst/>
                <a:uLnTx/>
                <a:uFillTx/>
                <a:latin typeface="+mn-lt"/>
                <a:ea typeface="+mn-ea"/>
                <a:cs typeface="+mn-cs"/>
              </a:rPr>
              <a:t>keprihatinan</a:t>
            </a:r>
            <a:r>
              <a:rPr kumimoji="0" lang="en-US" sz="2800" b="0" i="0" u="none" strike="noStrike" kern="1200" cap="none" spc="0" normalizeH="0" baseline="0" noProof="0" dirty="0">
                <a:ln>
                  <a:noFill/>
                </a:ln>
                <a:solidFill>
                  <a:srgbClr val="C00000"/>
                </a:solidFill>
                <a:effectLst/>
                <a:uLnTx/>
                <a:uFillTx/>
                <a:latin typeface="+mn-lt"/>
                <a:ea typeface="+mn-ea"/>
                <a:cs typeface="+mn-cs"/>
              </a:rPr>
              <a:t> </a:t>
            </a:r>
            <a:r>
              <a:rPr kumimoji="0" lang="en-US" sz="2800" b="0" i="0" u="none" strike="noStrike" kern="1200" cap="none" spc="0" normalizeH="0" baseline="0" noProof="0" dirty="0" err="1">
                <a:ln>
                  <a:noFill/>
                </a:ln>
                <a:solidFill>
                  <a:srgbClr val="C00000"/>
                </a:solidFill>
                <a:effectLst/>
                <a:uLnTx/>
                <a:uFillTx/>
                <a:latin typeface="+mn-lt"/>
                <a:ea typeface="+mn-ea"/>
                <a:cs typeface="+mn-cs"/>
              </a:rPr>
              <a:t>anda</a:t>
            </a:r>
            <a:endParaRPr kumimoji="0" lang="en-US" sz="2800" b="0" i="0" u="none" strike="noStrike" kern="1200" cap="none" spc="0" normalizeH="0" baseline="0" noProof="0" dirty="0">
              <a:ln>
                <a:noFill/>
              </a:ln>
              <a:solidFill>
                <a:srgbClr val="C00000"/>
              </a:solidFill>
              <a:effectLst/>
              <a:uLnTx/>
              <a:uFillTx/>
              <a:latin typeface="+mn-lt"/>
              <a:ea typeface="+mn-ea"/>
              <a:cs typeface="+mn-cs"/>
            </a:endParaRPr>
          </a:p>
          <a:p>
            <a:pPr marL="342900" marR="0" lvl="0" indent="-342900" algn="ctr" defTabSz="914400" rtl="0" eaLnBrk="0" fontAlgn="base" latinLnBrk="0" hangingPunct="0">
              <a:lnSpc>
                <a:spcPct val="100000"/>
              </a:lnSpc>
              <a:spcBef>
                <a:spcPct val="20000"/>
              </a:spcBef>
              <a:spcAft>
                <a:spcPct val="0"/>
              </a:spcAft>
              <a:buClrTx/>
              <a:buSzTx/>
              <a:buFont typeface="Arial" pitchFamily="34" charset="0"/>
              <a:buNone/>
              <a:tabLst/>
              <a:defRPr/>
            </a:pPr>
            <a:endParaRPr kumimoji="0" lang="en-US" sz="2800" b="0" i="0" u="none" strike="noStrike" kern="1200" cap="none" spc="0" normalizeH="0" baseline="0" noProof="0" dirty="0">
              <a:ln>
                <a:noFill/>
              </a:ln>
              <a:solidFill>
                <a:srgbClr val="C00000"/>
              </a:solidFill>
              <a:effectLst/>
              <a:uLnTx/>
              <a:uFillTx/>
              <a:latin typeface="+mn-lt"/>
              <a:ea typeface="+mn-ea"/>
              <a:cs typeface="+mn-cs"/>
            </a:endParaRPr>
          </a:p>
          <a:p>
            <a:pPr marL="342900" marR="0" lvl="0" indent="-342900" algn="ctr" defTabSz="914400" rtl="0" eaLnBrk="0" fontAlgn="base" latinLnBrk="0" hangingPunct="0">
              <a:lnSpc>
                <a:spcPct val="100000"/>
              </a:lnSpc>
              <a:spcBef>
                <a:spcPct val="20000"/>
              </a:spcBef>
              <a:spcAft>
                <a:spcPct val="0"/>
              </a:spcAft>
              <a:buClrTx/>
              <a:buSzTx/>
              <a:buFont typeface="Arial" pitchFamily="34" charset="0"/>
              <a:buNone/>
              <a:tabLst/>
              <a:defRPr/>
            </a:pPr>
            <a:r>
              <a:rPr kumimoji="0" lang="en-US" sz="3600" b="1" i="0" u="none" strike="noStrike" kern="1200" cap="none" spc="0" normalizeH="0" baseline="0" noProof="0" dirty="0">
                <a:ln>
                  <a:noFill/>
                </a:ln>
                <a:solidFill>
                  <a:srgbClr val="002060"/>
                </a:solidFill>
                <a:effectLst/>
                <a:uLnTx/>
                <a:uFillTx/>
                <a:latin typeface="Baskerville Old Face" pitchFamily="18" charset="0"/>
                <a:ea typeface="+mn-ea"/>
                <a:cs typeface="+mn-cs"/>
              </a:rPr>
              <a:t>“I Care, You Care, We Care”</a:t>
            </a:r>
          </a:p>
        </p:txBody>
      </p:sp>
      <p:pic>
        <p:nvPicPr>
          <p:cNvPr id="13" name="Picture 10"/>
          <p:cNvPicPr>
            <a:picLocks noChangeAspect="1" noChangeArrowheads="1"/>
          </p:cNvPicPr>
          <p:nvPr userDrawn="1"/>
        </p:nvPicPr>
        <p:blipFill>
          <a:blip r:embed="rId2" cstate="print"/>
          <a:srcRect/>
          <a:stretch>
            <a:fillRect/>
          </a:stretch>
        </p:blipFill>
        <p:spPr bwMode="auto">
          <a:xfrm>
            <a:off x="-747" y="6487366"/>
            <a:ext cx="9131300" cy="357187"/>
          </a:xfrm>
          <a:prstGeom prst="rect">
            <a:avLst/>
          </a:prstGeom>
          <a:noFill/>
          <a:ln w="9525">
            <a:noFill/>
            <a:miter lim="800000"/>
            <a:headEnd/>
            <a:tailEnd/>
          </a:ln>
        </p:spPr>
      </p:pic>
      <p:sp>
        <p:nvSpPr>
          <p:cNvPr id="14" name="Date Placeholder 3"/>
          <p:cNvSpPr>
            <a:spLocks noGrp="1"/>
          </p:cNvSpPr>
          <p:nvPr>
            <p:ph type="dt" sz="half" idx="2"/>
          </p:nvPr>
        </p:nvSpPr>
        <p:spPr>
          <a:xfrm>
            <a:off x="0" y="6600451"/>
            <a:ext cx="1547664" cy="365125"/>
          </a:xfrm>
          <a:prstGeom prst="rect">
            <a:avLst/>
          </a:prstGeom>
        </p:spPr>
        <p:txBody>
          <a:bodyPr vert="horz" lIns="91440" tIns="45720" rIns="91440" bIns="45720" rtlCol="0" anchor="ctr"/>
          <a:lstStyle>
            <a:lvl1pPr algn="l" fontAlgn="auto">
              <a:spcBef>
                <a:spcPts val="0"/>
              </a:spcBef>
              <a:spcAft>
                <a:spcPts val="0"/>
              </a:spcAft>
              <a:defRPr sz="1200">
                <a:solidFill>
                  <a:schemeClr val="tx1"/>
                </a:solidFill>
                <a:latin typeface="+mn-lt"/>
              </a:defRPr>
            </a:lvl1pPr>
          </a:lstStyle>
          <a:p>
            <a:pPr>
              <a:defRPr/>
            </a:pPr>
            <a:r>
              <a:rPr lang="en-US"/>
              <a:t>2020</a:t>
            </a:r>
            <a:endParaRPr lang="en-US" dirty="0"/>
          </a:p>
        </p:txBody>
      </p:sp>
      <p:sp>
        <p:nvSpPr>
          <p:cNvPr id="15" name="Slide Number Placeholder 5"/>
          <p:cNvSpPr>
            <a:spLocks noGrp="1"/>
          </p:cNvSpPr>
          <p:nvPr>
            <p:ph type="sldNum" sz="quarter" idx="4"/>
          </p:nvPr>
        </p:nvSpPr>
        <p:spPr>
          <a:xfrm>
            <a:off x="8316416" y="6600451"/>
            <a:ext cx="457200" cy="365125"/>
          </a:xfrm>
          <a:prstGeom prst="rect">
            <a:avLst/>
          </a:prstGeom>
        </p:spPr>
        <p:txBody>
          <a:bodyPr vert="horz" lIns="91440" tIns="45720" rIns="91440" bIns="45720" rtlCol="0" anchor="ctr"/>
          <a:lstStyle>
            <a:lvl1pPr algn="r" fontAlgn="auto">
              <a:spcBef>
                <a:spcPts val="0"/>
              </a:spcBef>
              <a:spcAft>
                <a:spcPts val="0"/>
              </a:spcAft>
              <a:defRPr sz="1200">
                <a:solidFill>
                  <a:schemeClr val="tx1"/>
                </a:solidFill>
                <a:latin typeface="+mn-lt"/>
              </a:defRPr>
            </a:lvl1pPr>
          </a:lstStyle>
          <a:p>
            <a:pPr>
              <a:defRPr/>
            </a:pPr>
            <a:fld id="{C038A795-CA2C-4B96-A1E0-C7053193AEE8}" type="slidenum">
              <a:rPr lang="en-US"/>
              <a:pPr>
                <a:defRPr/>
              </a:pPr>
              <a:t>‹#›</a:t>
            </a:fld>
            <a:endParaRPr lang="en-US"/>
          </a:p>
        </p:txBody>
      </p:sp>
      <p:sp>
        <p:nvSpPr>
          <p:cNvPr id="16" name="Rectangle 19"/>
          <p:cNvSpPr>
            <a:spLocks noChangeArrowheads="1"/>
          </p:cNvSpPr>
          <p:nvPr userDrawn="1"/>
        </p:nvSpPr>
        <p:spPr bwMode="auto">
          <a:xfrm>
            <a:off x="0" y="0"/>
            <a:ext cx="9144000" cy="1417638"/>
          </a:xfrm>
          <a:prstGeom prst="rect">
            <a:avLst/>
          </a:prstGeom>
          <a:solidFill>
            <a:srgbClr val="FFE1AD"/>
          </a:solidFill>
          <a:ln w="9525">
            <a:noFill/>
            <a:miter lim="800000"/>
            <a:headEnd/>
            <a:tailEnd/>
          </a:ln>
          <a:effectLst/>
        </p:spPr>
        <p:txBody>
          <a:bodyPr wrap="none" anchor="ctr"/>
          <a:lstStyle/>
          <a:p>
            <a:pPr>
              <a:defRPr/>
            </a:pPr>
            <a:endParaRPr lang="en-US">
              <a:ea typeface="ＭＳ Ｐゴシック" pitchFamily="-112" charset="-128"/>
            </a:endParaRPr>
          </a:p>
        </p:txBody>
      </p:sp>
      <p:pic>
        <p:nvPicPr>
          <p:cNvPr id="17" name="Picture 20" descr="header_UTM"/>
          <p:cNvPicPr>
            <a:picLocks noChangeAspect="1" noChangeArrowheads="1"/>
          </p:cNvPicPr>
          <p:nvPr userDrawn="1"/>
        </p:nvPicPr>
        <p:blipFill>
          <a:blip r:embed="rId3" cstate="print"/>
          <a:srcRect/>
          <a:stretch>
            <a:fillRect/>
          </a:stretch>
        </p:blipFill>
        <p:spPr bwMode="auto">
          <a:xfrm>
            <a:off x="63500" y="106363"/>
            <a:ext cx="1195388" cy="395287"/>
          </a:xfrm>
          <a:prstGeom prst="rect">
            <a:avLst/>
          </a:prstGeom>
          <a:noFill/>
          <a:ln w="9525">
            <a:noFill/>
            <a:miter lim="800000"/>
            <a:headEnd/>
            <a:tailEnd/>
          </a:ln>
        </p:spPr>
      </p:pic>
      <p:pic>
        <p:nvPicPr>
          <p:cNvPr id="18" name="Picture 22" descr="header_url"/>
          <p:cNvPicPr>
            <a:picLocks noChangeAspect="1" noChangeArrowheads="1"/>
          </p:cNvPicPr>
          <p:nvPr userDrawn="1"/>
        </p:nvPicPr>
        <p:blipFill>
          <a:blip r:embed="rId4" cstate="print"/>
          <a:srcRect/>
          <a:stretch>
            <a:fillRect/>
          </a:stretch>
        </p:blipFill>
        <p:spPr bwMode="auto">
          <a:xfrm>
            <a:off x="0" y="1009650"/>
            <a:ext cx="2376488" cy="388938"/>
          </a:xfrm>
          <a:prstGeom prst="rect">
            <a:avLst/>
          </a:prstGeom>
          <a:noFill/>
          <a:ln w="9525">
            <a:noFill/>
            <a:miter lim="800000"/>
            <a:headEnd/>
            <a:tailEnd/>
          </a:ln>
        </p:spPr>
      </p:pic>
      <p:pic>
        <p:nvPicPr>
          <p:cNvPr id="19" name="Picture 7"/>
          <p:cNvPicPr>
            <a:picLocks noChangeAspect="1" noChangeArrowheads="1"/>
          </p:cNvPicPr>
          <p:nvPr userDrawn="1"/>
        </p:nvPicPr>
        <p:blipFill>
          <a:blip r:embed="rId5" cstate="print"/>
          <a:srcRect/>
          <a:stretch>
            <a:fillRect/>
          </a:stretch>
        </p:blipFill>
        <p:spPr bwMode="auto">
          <a:xfrm>
            <a:off x="1873008" y="53788"/>
            <a:ext cx="580837" cy="438130"/>
          </a:xfrm>
          <a:prstGeom prst="rect">
            <a:avLst/>
          </a:prstGeom>
          <a:noFill/>
          <a:ln w="9525">
            <a:noFill/>
            <a:miter lim="800000"/>
            <a:headEnd/>
            <a:tailEnd/>
          </a:ln>
        </p:spPr>
      </p:pic>
      <p:pic>
        <p:nvPicPr>
          <p:cNvPr id="20" name="Picture 8" descr="PNG_newlogo"/>
          <p:cNvPicPr>
            <a:picLocks noChangeAspect="1" noChangeArrowheads="1"/>
          </p:cNvPicPr>
          <p:nvPr userDrawn="1"/>
        </p:nvPicPr>
        <p:blipFill>
          <a:blip r:embed="rId6" cstate="print"/>
          <a:srcRect/>
          <a:stretch>
            <a:fillRect/>
          </a:stretch>
        </p:blipFill>
        <p:spPr bwMode="auto">
          <a:xfrm>
            <a:off x="1354633" y="26894"/>
            <a:ext cx="504056" cy="477366"/>
          </a:xfrm>
          <a:prstGeom prst="rect">
            <a:avLst/>
          </a:prstGeom>
          <a:noFill/>
          <a:ln w="9525" algn="in">
            <a:noFill/>
            <a:miter lim="800000"/>
            <a:headEnd/>
            <a:tailEnd/>
          </a:ln>
        </p:spPr>
      </p:pic>
      <p:sp>
        <p:nvSpPr>
          <p:cNvPr id="21" name="Footer Placeholder 4"/>
          <p:cNvSpPr>
            <a:spLocks noGrp="1"/>
          </p:cNvSpPr>
          <p:nvPr>
            <p:ph type="ftr" sz="quarter" idx="3"/>
          </p:nvPr>
        </p:nvSpPr>
        <p:spPr>
          <a:xfrm>
            <a:off x="2281520" y="6647328"/>
            <a:ext cx="4704928" cy="365125"/>
          </a:xfrm>
          <a:prstGeom prst="rect">
            <a:avLst/>
          </a:prstGeom>
        </p:spPr>
        <p:txBody>
          <a:bodyPr/>
          <a:lstStyle>
            <a:lvl1pPr algn="ctr">
              <a:defRPr sz="1100"/>
            </a:lvl1pPr>
          </a:lstStyle>
          <a:p>
            <a:pPr>
              <a:defRPr/>
            </a:pPr>
            <a:r>
              <a:rPr lang="en-US"/>
              <a:t>Software Engineering</a:t>
            </a:r>
            <a:endParaRPr lang="en-US" dirty="0"/>
          </a:p>
        </p:txBody>
      </p:sp>
    </p:spTree>
  </p:cSld>
  <p:clrMap bg1="lt1" tx1="dk1" bg2="lt2" tx2="dk2" accent1="accent1" accent2="accent2" accent3="accent3" accent4="accent4" accent5="accent5" accent6="accent6" hlink="hlink" folHlink="folHlink"/>
  <p:hf hdr="0"/>
  <p:txStyles>
    <p:titleStyle>
      <a:lvl1pPr algn="ctr" rtl="0" eaLnBrk="0" fontAlgn="base" hangingPunct="0">
        <a:spcBef>
          <a:spcPct val="0"/>
        </a:spcBef>
        <a:spcAft>
          <a:spcPct val="0"/>
        </a:spcAft>
        <a:defRPr sz="4400" kern="1200">
          <a:solidFill>
            <a:schemeClr val="tx1"/>
          </a:solidFill>
          <a:latin typeface="+mj-lt"/>
          <a:ea typeface="+mj-ea"/>
          <a:cs typeface="+mj-cs"/>
        </a:defRPr>
      </a:lvl1pPr>
      <a:lvl2pPr algn="ctr" rtl="0" eaLnBrk="0" fontAlgn="base" hangingPunct="0">
        <a:spcBef>
          <a:spcPct val="0"/>
        </a:spcBef>
        <a:spcAft>
          <a:spcPct val="0"/>
        </a:spcAft>
        <a:defRPr sz="4400">
          <a:solidFill>
            <a:schemeClr val="tx1"/>
          </a:solidFill>
          <a:latin typeface="Calibri" pitchFamily="34" charset="0"/>
        </a:defRPr>
      </a:lvl2pPr>
      <a:lvl3pPr algn="ctr" rtl="0" eaLnBrk="0" fontAlgn="base" hangingPunct="0">
        <a:spcBef>
          <a:spcPct val="0"/>
        </a:spcBef>
        <a:spcAft>
          <a:spcPct val="0"/>
        </a:spcAft>
        <a:defRPr sz="4400">
          <a:solidFill>
            <a:schemeClr val="tx1"/>
          </a:solidFill>
          <a:latin typeface="Calibri" pitchFamily="34" charset="0"/>
        </a:defRPr>
      </a:lvl3pPr>
      <a:lvl4pPr algn="ctr" rtl="0" eaLnBrk="0" fontAlgn="base" hangingPunct="0">
        <a:spcBef>
          <a:spcPct val="0"/>
        </a:spcBef>
        <a:spcAft>
          <a:spcPct val="0"/>
        </a:spcAft>
        <a:defRPr sz="4400">
          <a:solidFill>
            <a:schemeClr val="tx1"/>
          </a:solidFill>
          <a:latin typeface="Calibri" pitchFamily="34" charset="0"/>
        </a:defRPr>
      </a:lvl4pPr>
      <a:lvl5pPr algn="ctr" rtl="0" eaLnBrk="0" fontAlgn="base" hangingPunct="0">
        <a:spcBef>
          <a:spcPct val="0"/>
        </a:spcBef>
        <a:spcAft>
          <a:spcPct val="0"/>
        </a:spcAft>
        <a:defRPr sz="4400">
          <a:solidFill>
            <a:schemeClr val="tx1"/>
          </a:solidFill>
          <a:latin typeface="Calibri" pitchFamily="34" charset="0"/>
        </a:defRPr>
      </a:lvl5pPr>
      <a:lvl6pPr marL="457200" algn="ctr" rtl="0" fontAlgn="base">
        <a:spcBef>
          <a:spcPct val="0"/>
        </a:spcBef>
        <a:spcAft>
          <a:spcPct val="0"/>
        </a:spcAft>
        <a:defRPr sz="4400">
          <a:solidFill>
            <a:schemeClr val="tx1"/>
          </a:solidFill>
          <a:latin typeface="Calibri" pitchFamily="34" charset="0"/>
        </a:defRPr>
      </a:lvl6pPr>
      <a:lvl7pPr marL="914400" algn="ctr" rtl="0" fontAlgn="base">
        <a:spcBef>
          <a:spcPct val="0"/>
        </a:spcBef>
        <a:spcAft>
          <a:spcPct val="0"/>
        </a:spcAft>
        <a:defRPr sz="4400">
          <a:solidFill>
            <a:schemeClr val="tx1"/>
          </a:solidFill>
          <a:latin typeface="Calibri" pitchFamily="34" charset="0"/>
        </a:defRPr>
      </a:lvl7pPr>
      <a:lvl8pPr marL="1371600" algn="ctr" rtl="0" fontAlgn="base">
        <a:spcBef>
          <a:spcPct val="0"/>
        </a:spcBef>
        <a:spcAft>
          <a:spcPct val="0"/>
        </a:spcAft>
        <a:defRPr sz="4400">
          <a:solidFill>
            <a:schemeClr val="tx1"/>
          </a:solidFill>
          <a:latin typeface="Calibri" pitchFamily="34" charset="0"/>
        </a:defRPr>
      </a:lvl8pPr>
      <a:lvl9pPr marL="1828800" algn="ctr" rtl="0" fontAlgn="base">
        <a:spcBef>
          <a:spcPct val="0"/>
        </a:spcBef>
        <a:spcAft>
          <a:spcPct val="0"/>
        </a:spcAft>
        <a:defRPr sz="4400">
          <a:solidFill>
            <a:schemeClr val="tx1"/>
          </a:solidFill>
          <a:latin typeface="Calibri" pitchFamily="34" charset="0"/>
        </a:defRPr>
      </a:lvl9pPr>
    </p:titleStyle>
    <p:bodyStyle>
      <a:lvl1pPr marL="342900" indent="-342900" algn="l" rtl="0" eaLnBrk="0" fontAlgn="base" hangingPunct="0">
        <a:spcBef>
          <a:spcPct val="20000"/>
        </a:spcBef>
        <a:spcAft>
          <a:spcPct val="0"/>
        </a:spcAft>
        <a:buFont typeface="Arial" charset="0"/>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Font typeface="Arial" charset="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charset="0"/>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charset="0"/>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pic>
        <p:nvPicPr>
          <p:cNvPr id="7" name="Picture 10"/>
          <p:cNvPicPr>
            <a:picLocks noChangeAspect="1" noChangeArrowheads="1"/>
          </p:cNvPicPr>
          <p:nvPr userDrawn="1"/>
        </p:nvPicPr>
        <p:blipFill>
          <a:blip r:embed="rId13" cstate="print"/>
          <a:srcRect/>
          <a:stretch>
            <a:fillRect/>
          </a:stretch>
        </p:blipFill>
        <p:spPr bwMode="auto">
          <a:xfrm>
            <a:off x="-747" y="6487370"/>
            <a:ext cx="9131300" cy="357187"/>
          </a:xfrm>
          <a:prstGeom prst="rect">
            <a:avLst/>
          </a:prstGeom>
          <a:noFill/>
          <a:ln w="9525">
            <a:noFill/>
            <a:miter lim="800000"/>
            <a:headEnd/>
            <a:tailEnd/>
          </a:ln>
        </p:spPr>
      </p:pic>
      <p:sp>
        <p:nvSpPr>
          <p:cNvPr id="9" name="Rectangle 19"/>
          <p:cNvSpPr>
            <a:spLocks noChangeArrowheads="1"/>
          </p:cNvSpPr>
          <p:nvPr userDrawn="1"/>
        </p:nvSpPr>
        <p:spPr bwMode="auto">
          <a:xfrm>
            <a:off x="0" y="0"/>
            <a:ext cx="9144000" cy="1417638"/>
          </a:xfrm>
          <a:prstGeom prst="rect">
            <a:avLst/>
          </a:prstGeom>
          <a:solidFill>
            <a:srgbClr val="FFE1AD"/>
          </a:solidFill>
          <a:ln w="9525">
            <a:noFill/>
            <a:miter lim="800000"/>
            <a:headEnd/>
            <a:tailEnd/>
          </a:ln>
          <a:effectLst/>
        </p:spPr>
        <p:txBody>
          <a:bodyPr wrap="none" anchor="ctr"/>
          <a:lstStyle/>
          <a:p>
            <a:pPr>
              <a:defRPr/>
            </a:pPr>
            <a:endParaRPr lang="en-US" sz="1013" dirty="0">
              <a:ea typeface="ＭＳ Ｐゴシック" pitchFamily="-112" charset="-128"/>
            </a:endParaRPr>
          </a:p>
        </p:txBody>
      </p:sp>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dirty="0"/>
              <a:t>Click to edit Master title style</a:t>
            </a:r>
          </a:p>
        </p:txBody>
      </p:sp>
      <p:pic>
        <p:nvPicPr>
          <p:cNvPr id="10" name="Picture 20" descr="header_UTM"/>
          <p:cNvPicPr>
            <a:picLocks noChangeAspect="1" noChangeArrowheads="1"/>
          </p:cNvPicPr>
          <p:nvPr userDrawn="1"/>
        </p:nvPicPr>
        <p:blipFill>
          <a:blip r:embed="rId14" cstate="print"/>
          <a:srcRect/>
          <a:stretch>
            <a:fillRect/>
          </a:stretch>
        </p:blipFill>
        <p:spPr bwMode="auto">
          <a:xfrm>
            <a:off x="63502" y="106367"/>
            <a:ext cx="1195388" cy="395287"/>
          </a:xfrm>
          <a:prstGeom prst="rect">
            <a:avLst/>
          </a:prstGeom>
          <a:noFill/>
          <a:ln w="9525">
            <a:noFill/>
            <a:miter lim="800000"/>
            <a:headEnd/>
            <a:tailEnd/>
          </a:ln>
        </p:spPr>
      </p:pic>
      <p:pic>
        <p:nvPicPr>
          <p:cNvPr id="11" name="Picture 22" descr="header_url"/>
          <p:cNvPicPr>
            <a:picLocks noChangeAspect="1" noChangeArrowheads="1"/>
          </p:cNvPicPr>
          <p:nvPr userDrawn="1"/>
        </p:nvPicPr>
        <p:blipFill>
          <a:blip r:embed="rId15" cstate="print"/>
          <a:srcRect/>
          <a:stretch>
            <a:fillRect/>
          </a:stretch>
        </p:blipFill>
        <p:spPr bwMode="auto">
          <a:xfrm>
            <a:off x="1" y="1169894"/>
            <a:ext cx="2376488" cy="255588"/>
          </a:xfrm>
          <a:prstGeom prst="rect">
            <a:avLst/>
          </a:prstGeom>
          <a:noFill/>
          <a:ln w="9525">
            <a:noFill/>
            <a:miter lim="800000"/>
            <a:headEnd/>
            <a:tailEnd/>
          </a:ln>
        </p:spPr>
      </p:pic>
      <p:sp>
        <p:nvSpPr>
          <p:cNvPr id="3" name="Text Placeholder 2"/>
          <p:cNvSpPr>
            <a:spLocks noGrp="1"/>
          </p:cNvSpPr>
          <p:nvPr>
            <p:ph type="body" idx="1"/>
          </p:nvPr>
        </p:nvSpPr>
        <p:spPr>
          <a:xfrm>
            <a:off x="457200" y="1600204"/>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598400"/>
            <a:ext cx="2133600" cy="365125"/>
          </a:xfrm>
          <a:prstGeom prst="rect">
            <a:avLst/>
          </a:prstGeom>
        </p:spPr>
        <p:txBody>
          <a:bodyPr vert="horz" lIns="91440" tIns="45720" rIns="91440" bIns="45720" rtlCol="0" anchor="ctr"/>
          <a:lstStyle>
            <a:lvl1pPr algn="l">
              <a:defRPr sz="675">
                <a:solidFill>
                  <a:sysClr val="windowText" lastClr="000000"/>
                </a:solidFill>
              </a:defRPr>
            </a:lvl1pPr>
          </a:lstStyle>
          <a:p>
            <a:r>
              <a:rPr lang="en-US"/>
              <a:t>2020</a:t>
            </a:r>
            <a:endParaRPr lang="en-US" dirty="0"/>
          </a:p>
        </p:txBody>
      </p:sp>
      <p:sp>
        <p:nvSpPr>
          <p:cNvPr id="5" name="Footer Placeholder 4"/>
          <p:cNvSpPr>
            <a:spLocks noGrp="1"/>
          </p:cNvSpPr>
          <p:nvPr>
            <p:ph type="ftr" sz="quarter" idx="3"/>
          </p:nvPr>
        </p:nvSpPr>
        <p:spPr>
          <a:xfrm>
            <a:off x="2469777" y="6620436"/>
            <a:ext cx="4191000" cy="304800"/>
          </a:xfrm>
          <a:prstGeom prst="rect">
            <a:avLst/>
          </a:prstGeom>
        </p:spPr>
        <p:txBody>
          <a:bodyPr vert="horz" lIns="91440" tIns="45720" rIns="91440" bIns="45720" rtlCol="0" anchor="ctr"/>
          <a:lstStyle>
            <a:lvl1pPr algn="ctr">
              <a:defRPr sz="675">
                <a:solidFill>
                  <a:sysClr val="windowText" lastClr="000000"/>
                </a:solidFill>
              </a:defRPr>
            </a:lvl1pPr>
          </a:lstStyle>
          <a:p>
            <a:r>
              <a:rPr lang="en-US"/>
              <a:t>Software Engineering</a:t>
            </a:r>
            <a:endParaRPr lang="en-US" dirty="0"/>
          </a:p>
        </p:txBody>
      </p:sp>
      <p:sp>
        <p:nvSpPr>
          <p:cNvPr id="6" name="Slide Number Placeholder 5"/>
          <p:cNvSpPr>
            <a:spLocks noGrp="1"/>
          </p:cNvSpPr>
          <p:nvPr>
            <p:ph type="sldNum" sz="quarter" idx="4"/>
          </p:nvPr>
        </p:nvSpPr>
        <p:spPr>
          <a:xfrm>
            <a:off x="6553200" y="6598400"/>
            <a:ext cx="2133600" cy="365125"/>
          </a:xfrm>
          <a:prstGeom prst="rect">
            <a:avLst/>
          </a:prstGeom>
        </p:spPr>
        <p:txBody>
          <a:bodyPr vert="horz" lIns="91440" tIns="45720" rIns="91440" bIns="45720" rtlCol="0" anchor="ctr"/>
          <a:lstStyle>
            <a:lvl1pPr algn="r">
              <a:defRPr sz="675">
                <a:solidFill>
                  <a:sysClr val="windowText" lastClr="000000"/>
                </a:solidFill>
              </a:defRPr>
            </a:lvl1pPr>
          </a:lstStyle>
          <a:p>
            <a:fld id="{0362C787-829C-4B6B-B21B-90D8981190F3}" type="slidenum">
              <a:rPr lang="en-US" smtClean="0"/>
              <a:pPr/>
              <a:t>‹#›</a:t>
            </a:fld>
            <a:endParaRPr lang="en-US" dirty="0"/>
          </a:p>
        </p:txBody>
      </p:sp>
    </p:spTree>
    <p:extLst>
      <p:ext uri="{BB962C8B-B14F-4D97-AF65-F5344CB8AC3E}">
        <p14:creationId xmlns:p14="http://schemas.microsoft.com/office/powerpoint/2010/main" val="3169625787"/>
      </p:ext>
    </p:extLst>
  </p:cSld>
  <p:clrMap bg1="lt1" tx1="dk1" bg2="lt2" tx2="dk2" accent1="accent1" accent2="accent2" accent3="accent3" accent4="accent4" accent5="accent5" accent6="accent6" hlink="hlink" folHlink="folHlink"/>
  <p:sldLayoutIdLst>
    <p:sldLayoutId id="2147483662" r:id="rId1"/>
    <p:sldLayoutId id="2147483663" r:id="rId2"/>
    <p:sldLayoutId id="2147483664" r:id="rId3"/>
    <p:sldLayoutId id="2147483665" r:id="rId4"/>
    <p:sldLayoutId id="2147483666" r:id="rId5"/>
    <p:sldLayoutId id="2147483667" r:id="rId6"/>
    <p:sldLayoutId id="2147483668" r:id="rId7"/>
    <p:sldLayoutId id="2147483669" r:id="rId8"/>
    <p:sldLayoutId id="2147483670" r:id="rId9"/>
    <p:sldLayoutId id="2147483671" r:id="rId10"/>
    <p:sldLayoutId id="2147483672" r:id="rId11"/>
  </p:sldLayoutIdLst>
  <p:hf hdr="0"/>
  <p:txStyles>
    <p:titleStyle>
      <a:lvl1pPr algn="ctr" defTabSz="514350" rtl="0" eaLnBrk="1" latinLnBrk="0" hangingPunct="1">
        <a:spcBef>
          <a:spcPct val="0"/>
        </a:spcBef>
        <a:buNone/>
        <a:defRPr sz="2475" kern="1200">
          <a:solidFill>
            <a:schemeClr val="tx1"/>
          </a:solidFill>
          <a:latin typeface="+mj-lt"/>
          <a:ea typeface="+mj-ea"/>
          <a:cs typeface="+mj-cs"/>
        </a:defRPr>
      </a:lvl1pPr>
    </p:titleStyle>
    <p:bodyStyle>
      <a:lvl1pPr marL="192881" indent="-192881" algn="l" defTabSz="514350" rtl="0" eaLnBrk="1" latinLnBrk="0" hangingPunct="1">
        <a:spcBef>
          <a:spcPct val="20000"/>
        </a:spcBef>
        <a:buFont typeface="Arial" pitchFamily="34" charset="0"/>
        <a:buChar char="•"/>
        <a:defRPr sz="1800" kern="1200">
          <a:solidFill>
            <a:schemeClr val="tx1"/>
          </a:solidFill>
          <a:latin typeface="+mn-lt"/>
          <a:ea typeface="+mn-ea"/>
          <a:cs typeface="+mn-cs"/>
        </a:defRPr>
      </a:lvl1pPr>
      <a:lvl2pPr marL="417910" indent="-160735" algn="l" defTabSz="514350" rtl="0" eaLnBrk="1" latinLnBrk="0" hangingPunct="1">
        <a:spcBef>
          <a:spcPct val="20000"/>
        </a:spcBef>
        <a:buFont typeface="Arial" pitchFamily="34" charset="0"/>
        <a:buChar char="–"/>
        <a:defRPr sz="1575" kern="1200">
          <a:solidFill>
            <a:schemeClr val="tx1"/>
          </a:solidFill>
          <a:latin typeface="+mn-lt"/>
          <a:ea typeface="+mn-ea"/>
          <a:cs typeface="+mn-cs"/>
        </a:defRPr>
      </a:lvl2pPr>
      <a:lvl3pPr marL="642938" indent="-128588" algn="l" defTabSz="514350" rtl="0" eaLnBrk="1" latinLnBrk="0" hangingPunct="1">
        <a:spcBef>
          <a:spcPct val="20000"/>
        </a:spcBef>
        <a:buFont typeface="Arial" pitchFamily="34" charset="0"/>
        <a:buChar char="•"/>
        <a:defRPr sz="1350" kern="1200">
          <a:solidFill>
            <a:schemeClr val="tx1"/>
          </a:solidFill>
          <a:latin typeface="+mn-lt"/>
          <a:ea typeface="+mn-ea"/>
          <a:cs typeface="+mn-cs"/>
        </a:defRPr>
      </a:lvl3pPr>
      <a:lvl4pPr marL="900113" indent="-128588" algn="l" defTabSz="514350" rtl="0" eaLnBrk="1" latinLnBrk="0" hangingPunct="1">
        <a:spcBef>
          <a:spcPct val="20000"/>
        </a:spcBef>
        <a:buFont typeface="Arial" pitchFamily="34" charset="0"/>
        <a:buChar char="–"/>
        <a:defRPr sz="1125" kern="1200">
          <a:solidFill>
            <a:schemeClr val="tx1"/>
          </a:solidFill>
          <a:latin typeface="+mn-lt"/>
          <a:ea typeface="+mn-ea"/>
          <a:cs typeface="+mn-cs"/>
        </a:defRPr>
      </a:lvl4pPr>
      <a:lvl5pPr marL="1157288" indent="-128588" algn="l" defTabSz="514350" rtl="0" eaLnBrk="1" latinLnBrk="0" hangingPunct="1">
        <a:spcBef>
          <a:spcPct val="20000"/>
        </a:spcBef>
        <a:buFont typeface="Arial" pitchFamily="34" charset="0"/>
        <a:buChar char="»"/>
        <a:defRPr sz="1125" kern="1200">
          <a:solidFill>
            <a:schemeClr val="tx1"/>
          </a:solidFill>
          <a:latin typeface="+mn-lt"/>
          <a:ea typeface="+mn-ea"/>
          <a:cs typeface="+mn-cs"/>
        </a:defRPr>
      </a:lvl5pPr>
      <a:lvl6pPr marL="1414463" indent="-128588" algn="l" defTabSz="514350" rtl="0" eaLnBrk="1" latinLnBrk="0" hangingPunct="1">
        <a:spcBef>
          <a:spcPct val="20000"/>
        </a:spcBef>
        <a:buFont typeface="Arial" pitchFamily="34" charset="0"/>
        <a:buChar char="•"/>
        <a:defRPr sz="1125" kern="1200">
          <a:solidFill>
            <a:schemeClr val="tx1"/>
          </a:solidFill>
          <a:latin typeface="+mn-lt"/>
          <a:ea typeface="+mn-ea"/>
          <a:cs typeface="+mn-cs"/>
        </a:defRPr>
      </a:lvl6pPr>
      <a:lvl7pPr marL="1671638" indent="-128588" algn="l" defTabSz="514350" rtl="0" eaLnBrk="1" latinLnBrk="0" hangingPunct="1">
        <a:spcBef>
          <a:spcPct val="20000"/>
        </a:spcBef>
        <a:buFont typeface="Arial" pitchFamily="34" charset="0"/>
        <a:buChar char="•"/>
        <a:defRPr sz="1125" kern="1200">
          <a:solidFill>
            <a:schemeClr val="tx1"/>
          </a:solidFill>
          <a:latin typeface="+mn-lt"/>
          <a:ea typeface="+mn-ea"/>
          <a:cs typeface="+mn-cs"/>
        </a:defRPr>
      </a:lvl7pPr>
      <a:lvl8pPr marL="1928813" indent="-128588" algn="l" defTabSz="514350" rtl="0" eaLnBrk="1" latinLnBrk="0" hangingPunct="1">
        <a:spcBef>
          <a:spcPct val="20000"/>
        </a:spcBef>
        <a:buFont typeface="Arial" pitchFamily="34" charset="0"/>
        <a:buChar char="•"/>
        <a:defRPr sz="1125" kern="1200">
          <a:solidFill>
            <a:schemeClr val="tx1"/>
          </a:solidFill>
          <a:latin typeface="+mn-lt"/>
          <a:ea typeface="+mn-ea"/>
          <a:cs typeface="+mn-cs"/>
        </a:defRPr>
      </a:lvl8pPr>
      <a:lvl9pPr marL="2185988" indent="-128588" algn="l" defTabSz="514350" rtl="0" eaLnBrk="1" latinLnBrk="0" hangingPunct="1">
        <a:spcBef>
          <a:spcPct val="20000"/>
        </a:spcBef>
        <a:buFont typeface="Arial" pitchFamily="34" charset="0"/>
        <a:buChar char="•"/>
        <a:defRPr sz="1125" kern="1200">
          <a:solidFill>
            <a:schemeClr val="tx1"/>
          </a:solidFill>
          <a:latin typeface="+mn-lt"/>
          <a:ea typeface="+mn-ea"/>
          <a:cs typeface="+mn-cs"/>
        </a:defRPr>
      </a:lvl9pPr>
    </p:bodyStyle>
    <p:otherStyle>
      <a:defPPr>
        <a:defRPr lang="en-US"/>
      </a:defPPr>
      <a:lvl1pPr marL="0" algn="l" defTabSz="514350" rtl="0" eaLnBrk="1" latinLnBrk="0" hangingPunct="1">
        <a:defRPr sz="1013" kern="1200">
          <a:solidFill>
            <a:schemeClr val="tx1"/>
          </a:solidFill>
          <a:latin typeface="+mn-lt"/>
          <a:ea typeface="+mn-ea"/>
          <a:cs typeface="+mn-cs"/>
        </a:defRPr>
      </a:lvl1pPr>
      <a:lvl2pPr marL="257175" algn="l" defTabSz="514350" rtl="0" eaLnBrk="1" latinLnBrk="0" hangingPunct="1">
        <a:defRPr sz="1013" kern="1200">
          <a:solidFill>
            <a:schemeClr val="tx1"/>
          </a:solidFill>
          <a:latin typeface="+mn-lt"/>
          <a:ea typeface="+mn-ea"/>
          <a:cs typeface="+mn-cs"/>
        </a:defRPr>
      </a:lvl2pPr>
      <a:lvl3pPr marL="514350" algn="l" defTabSz="514350" rtl="0" eaLnBrk="1" latinLnBrk="0" hangingPunct="1">
        <a:defRPr sz="1013" kern="1200">
          <a:solidFill>
            <a:schemeClr val="tx1"/>
          </a:solidFill>
          <a:latin typeface="+mn-lt"/>
          <a:ea typeface="+mn-ea"/>
          <a:cs typeface="+mn-cs"/>
        </a:defRPr>
      </a:lvl3pPr>
      <a:lvl4pPr marL="771525" algn="l" defTabSz="514350" rtl="0" eaLnBrk="1" latinLnBrk="0" hangingPunct="1">
        <a:defRPr sz="1013" kern="1200">
          <a:solidFill>
            <a:schemeClr val="tx1"/>
          </a:solidFill>
          <a:latin typeface="+mn-lt"/>
          <a:ea typeface="+mn-ea"/>
          <a:cs typeface="+mn-cs"/>
        </a:defRPr>
      </a:lvl4pPr>
      <a:lvl5pPr marL="1028700" algn="l" defTabSz="514350" rtl="0" eaLnBrk="1" latinLnBrk="0" hangingPunct="1">
        <a:defRPr sz="1013" kern="1200">
          <a:solidFill>
            <a:schemeClr val="tx1"/>
          </a:solidFill>
          <a:latin typeface="+mn-lt"/>
          <a:ea typeface="+mn-ea"/>
          <a:cs typeface="+mn-cs"/>
        </a:defRPr>
      </a:lvl5pPr>
      <a:lvl6pPr marL="1285875" algn="l" defTabSz="514350" rtl="0" eaLnBrk="1" latinLnBrk="0" hangingPunct="1">
        <a:defRPr sz="1013" kern="1200">
          <a:solidFill>
            <a:schemeClr val="tx1"/>
          </a:solidFill>
          <a:latin typeface="+mn-lt"/>
          <a:ea typeface="+mn-ea"/>
          <a:cs typeface="+mn-cs"/>
        </a:defRPr>
      </a:lvl6pPr>
      <a:lvl7pPr marL="1543050" algn="l" defTabSz="514350" rtl="0" eaLnBrk="1" latinLnBrk="0" hangingPunct="1">
        <a:defRPr sz="1013" kern="1200">
          <a:solidFill>
            <a:schemeClr val="tx1"/>
          </a:solidFill>
          <a:latin typeface="+mn-lt"/>
          <a:ea typeface="+mn-ea"/>
          <a:cs typeface="+mn-cs"/>
        </a:defRPr>
      </a:lvl7pPr>
      <a:lvl8pPr marL="1800225" algn="l" defTabSz="514350" rtl="0" eaLnBrk="1" latinLnBrk="0" hangingPunct="1">
        <a:defRPr sz="1013" kern="1200">
          <a:solidFill>
            <a:schemeClr val="tx1"/>
          </a:solidFill>
          <a:latin typeface="+mn-lt"/>
          <a:ea typeface="+mn-ea"/>
          <a:cs typeface="+mn-cs"/>
        </a:defRPr>
      </a:lvl8pPr>
      <a:lvl9pPr marL="2057400" algn="l" defTabSz="514350" rtl="0" eaLnBrk="1" latinLnBrk="0" hangingPunct="1">
        <a:defRPr sz="1013"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slideLayout" Target="../slideLayouts/slideLayout12.xml"/><Relationship Id="rId2" Type="http://schemas.openxmlformats.org/officeDocument/2006/relationships/audio" Target="../media/media1.m4a"/><Relationship Id="rId1" Type="http://schemas.microsoft.com/office/2007/relationships/media" Target="../media/media1.m4a"/><Relationship Id="rId5" Type="http://schemas.openxmlformats.org/officeDocument/2006/relationships/image" Target="../media/image6.png"/><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audio" Target="../media/media2.m4a"/><Relationship Id="rId1" Type="http://schemas.microsoft.com/office/2007/relationships/media" Target="../media/media2.m4a"/><Relationship Id="rId4" Type="http://schemas.openxmlformats.org/officeDocument/2006/relationships/image" Target="../media/image6.png"/></Relationships>
</file>

<file path=ppt/slides/_rels/slide3.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audio" Target="../media/media3.m4a"/><Relationship Id="rId1" Type="http://schemas.microsoft.com/office/2007/relationships/media" Target="../media/media3.m4a"/><Relationship Id="rId5" Type="http://schemas.openxmlformats.org/officeDocument/2006/relationships/image" Target="../media/image6.png"/><Relationship Id="rId4" Type="http://schemas.openxmlformats.org/officeDocument/2006/relationships/notesSlide" Target="../notesSlides/notesSlide2.xml"/></Relationships>
</file>

<file path=ppt/slides/_rels/slide4.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audio" Target="../media/media4.m4a"/><Relationship Id="rId1" Type="http://schemas.microsoft.com/office/2007/relationships/media" Target="../media/media4.m4a"/><Relationship Id="rId4" Type="http://schemas.openxmlformats.org/officeDocument/2006/relationships/image" Target="../media/image6.png"/></Relationships>
</file>

<file path=ppt/slides/_rels/slide5.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audio" Target="../media/media5.m4a"/><Relationship Id="rId1" Type="http://schemas.microsoft.com/office/2007/relationships/media" Target="../media/media5.m4a"/><Relationship Id="rId4" Type="http://schemas.openxmlformats.org/officeDocument/2006/relationships/image" Target="../media/image6.png"/></Relationships>
</file>

<file path=ppt/slides/_rels/slide6.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audio" Target="../media/media6.m4a"/><Relationship Id="rId1" Type="http://schemas.microsoft.com/office/2007/relationships/media" Target="../media/media6.m4a"/><Relationship Id="rId5" Type="http://schemas.openxmlformats.org/officeDocument/2006/relationships/image" Target="../media/image6.png"/><Relationship Id="rId4" Type="http://schemas.openxmlformats.org/officeDocument/2006/relationships/image" Target="../media/image7.emf"/></Relationships>
</file>

<file path=ppt/slides/_rels/slide7.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audio" Target="../media/media7.m4a"/><Relationship Id="rId1" Type="http://schemas.microsoft.com/office/2007/relationships/media" Target="../media/media7.m4a"/><Relationship Id="rId6" Type="http://schemas.openxmlformats.org/officeDocument/2006/relationships/image" Target="../media/image6.png"/><Relationship Id="rId5" Type="http://schemas.openxmlformats.org/officeDocument/2006/relationships/image" Target="../media/image8.emf"/><Relationship Id="rId4" Type="http://schemas.openxmlformats.org/officeDocument/2006/relationships/notesSlide" Target="../notesSlides/notesSlide3.xml"/></Relationships>
</file>

<file path=ppt/slides/_rels/slide8.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audio" Target="../media/media8.m4a"/><Relationship Id="rId1" Type="http://schemas.microsoft.com/office/2007/relationships/media" Target="../media/media8.m4a"/><Relationship Id="rId4" Type="http://schemas.openxmlformats.org/officeDocument/2006/relationships/image" Target="../media/image6.png"/></Relationships>
</file>

<file path=ppt/slides/_rels/slide9.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audio" Target="../media/media9.m4a"/><Relationship Id="rId1" Type="http://schemas.microsoft.com/office/2007/relationships/media" Target="../media/media9.m4a"/><Relationship Id="rId4" Type="http://schemas.openxmlformats.org/officeDocument/2006/relationships/image" Target="../media/image6.png"/></Relationships>
</file>

<file path=ppt/slides/_rels/slide10.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audio" Target="../media/media10.m4a"/><Relationship Id="rId1" Type="http://schemas.microsoft.com/office/2007/relationships/media" Target="../media/media10.m4a"/><Relationship Id="rId5" Type="http://schemas.openxmlformats.org/officeDocument/2006/relationships/image" Target="../media/image6.png"/><Relationship Id="rId4" Type="http://schemas.openxmlformats.org/officeDocument/2006/relationships/image" Target="../media/image9.emf"/></Relationships>
</file>

<file path=ppt/slides/_rels/slide11.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audio" Target="../media/media11.m4a"/><Relationship Id="rId1" Type="http://schemas.microsoft.com/office/2007/relationships/media" Target="../media/media11.m4a"/><Relationship Id="rId5" Type="http://schemas.openxmlformats.org/officeDocument/2006/relationships/image" Target="../media/image6.png"/><Relationship Id="rId4" Type="http://schemas.openxmlformats.org/officeDocument/2006/relationships/image" Target="../media/image10.emf"/></Relationships>
</file>

<file path=ppt/slides/_rels/slide12.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audio" Target="../media/media12.m4a"/><Relationship Id="rId1" Type="http://schemas.microsoft.com/office/2007/relationships/media" Target="../media/media12.m4a"/><Relationship Id="rId5" Type="http://schemas.openxmlformats.org/officeDocument/2006/relationships/image" Target="../media/image6.png"/><Relationship Id="rId4" Type="http://schemas.openxmlformats.org/officeDocument/2006/relationships/image" Target="../media/image11.emf"/></Relationships>
</file>

<file path=ppt/slides/_rels/slide13.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audio" Target="../media/media13.m4a"/><Relationship Id="rId1" Type="http://schemas.microsoft.com/office/2007/relationships/media" Target="../media/media13.m4a"/><Relationship Id="rId4" Type="http://schemas.openxmlformats.org/officeDocument/2006/relationships/image" Target="../media/image6.png"/></Relationships>
</file>

<file path=ppt/slides/_rels/slide14.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audio" Target="../media/media14.m4a"/><Relationship Id="rId1" Type="http://schemas.microsoft.com/office/2007/relationships/media" Target="../media/media14.m4a"/><Relationship Id="rId4" Type="http://schemas.openxmlformats.org/officeDocument/2006/relationships/image" Target="../media/image6.png"/></Relationships>
</file>

<file path=ppt/slides/_rels/slide15.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audio" Target="../media/media15.m4a"/><Relationship Id="rId1" Type="http://schemas.microsoft.com/office/2007/relationships/media" Target="../media/media15.m4a"/><Relationship Id="rId4" Type="http://schemas.openxmlformats.org/officeDocument/2006/relationships/image" Target="../media/image6.png"/></Relationships>
</file>

<file path=ppt/slides/_rels/slide16.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audio" Target="../media/media16.m4a"/><Relationship Id="rId1" Type="http://schemas.microsoft.com/office/2007/relationships/media" Target="../media/media16.m4a"/><Relationship Id="rId4" Type="http://schemas.openxmlformats.org/officeDocument/2006/relationships/image" Target="../media/image6.png"/></Relationships>
</file>

<file path=ppt/slides/_rels/slide17.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audio" Target="../media/media17.m4a"/><Relationship Id="rId1" Type="http://schemas.microsoft.com/office/2007/relationships/media" Target="../media/media17.m4a"/><Relationship Id="rId5" Type="http://schemas.openxmlformats.org/officeDocument/2006/relationships/image" Target="../media/image6.png"/><Relationship Id="rId4" Type="http://schemas.openxmlformats.org/officeDocument/2006/relationships/image" Target="../media/image12.emf"/></Relationships>
</file>

<file path=ppt/slides/_rels/slide18.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audio" Target="../media/media18.m4a"/><Relationship Id="rId1" Type="http://schemas.microsoft.com/office/2007/relationships/media" Target="../media/media18.m4a"/><Relationship Id="rId5" Type="http://schemas.openxmlformats.org/officeDocument/2006/relationships/image" Target="../media/image6.png"/><Relationship Id="rId4" Type="http://schemas.openxmlformats.org/officeDocument/2006/relationships/image" Target="../media/image13.emf"/></Relationships>
</file>

<file path=ppt/slides/_rels/slide19.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audio" Target="../media/media19.m4a"/><Relationship Id="rId1" Type="http://schemas.microsoft.com/office/2007/relationships/media" Target="../media/media19.m4a"/><Relationship Id="rId4" Type="http://schemas.openxmlformats.org/officeDocument/2006/relationships/image" Target="../media/image6.png"/></Relationships>
</file>

<file path=ppt/slides/_rels/slide20.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audio" Target="../media/media20.m4a"/><Relationship Id="rId1" Type="http://schemas.microsoft.com/office/2007/relationships/media" Target="../media/media20.m4a"/><Relationship Id="rId4" Type="http://schemas.openxmlformats.org/officeDocument/2006/relationships/image" Target="../media/image6.png"/></Relationships>
</file>

<file path=ppt/slides/_rels/slide21.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audio" Target="../media/media21.m4a"/><Relationship Id="rId1" Type="http://schemas.microsoft.com/office/2007/relationships/media" Target="../media/media21.m4a"/><Relationship Id="rId5" Type="http://schemas.openxmlformats.org/officeDocument/2006/relationships/image" Target="../media/image6.png"/><Relationship Id="rId4" Type="http://schemas.openxmlformats.org/officeDocument/2006/relationships/image" Target="../media/image14.emf"/></Relationships>
</file>

<file path=ppt/slides/_rels/slide22.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audio" Target="../media/media22.m4a"/><Relationship Id="rId1" Type="http://schemas.microsoft.com/office/2007/relationships/media" Target="../media/media22.m4a"/><Relationship Id="rId6" Type="http://schemas.openxmlformats.org/officeDocument/2006/relationships/image" Target="../media/image6.png"/><Relationship Id="rId5" Type="http://schemas.openxmlformats.org/officeDocument/2006/relationships/image" Target="../media/image17.png"/><Relationship Id="rId4" Type="http://schemas.microsoft.com/office/2011/relationships/inkAction" Target="../ink/inkAction1.xml"/></Relationships>
</file>

<file path=ppt/slides/_rels/slide23.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audio" Target="../media/media23.m4a"/><Relationship Id="rId1" Type="http://schemas.microsoft.com/office/2007/relationships/media" Target="../media/media23.m4a"/><Relationship Id="rId4" Type="http://schemas.openxmlformats.org/officeDocument/2006/relationships/image" Target="../media/image6.png"/></Relationships>
</file>

<file path=ppt/slides/_rels/slide24.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audio" Target="../media/media24.m4a"/><Relationship Id="rId1" Type="http://schemas.microsoft.com/office/2007/relationships/media" Target="../media/media24.m4a"/><Relationship Id="rId6" Type="http://schemas.openxmlformats.org/officeDocument/2006/relationships/image" Target="../media/image6.png"/><Relationship Id="rId5" Type="http://schemas.openxmlformats.org/officeDocument/2006/relationships/image" Target="../media/image15.png"/><Relationship Id="rId4" Type="http://schemas.openxmlformats.org/officeDocument/2006/relationships/notesSlide" Target="../notesSlides/notesSlide4.xml"/></Relationships>
</file>

<file path=ppt/slides/_rels/slide25.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audio" Target="../media/media25.m4a"/><Relationship Id="rId1" Type="http://schemas.microsoft.com/office/2007/relationships/media" Target="../media/media25.m4a"/><Relationship Id="rId5" Type="http://schemas.openxmlformats.org/officeDocument/2006/relationships/image" Target="../media/image6.png"/><Relationship Id="rId4" Type="http://schemas.openxmlformats.org/officeDocument/2006/relationships/image" Target="../media/image16.emf"/></Relationships>
</file>

<file path=ppt/slides/_rels/slide26.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audio" Target="../media/media26.m4a"/><Relationship Id="rId1" Type="http://schemas.microsoft.com/office/2007/relationships/media" Target="../media/media26.m4a"/><Relationship Id="rId4" Type="http://schemas.openxmlformats.org/officeDocument/2006/relationships/image" Target="../media/image6.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normAutofit/>
          </a:bodyPr>
          <a:lstStyle/>
          <a:p>
            <a:r>
              <a:rPr lang="en-US" dirty="0"/>
              <a:t>Module 6: </a:t>
            </a:r>
            <a:r>
              <a:rPr lang="en-US" dirty="0">
                <a:ea typeface="ＭＳ Ｐゴシック" panose="020B0600070205080204" pitchFamily="34" charset="-128"/>
              </a:rPr>
              <a:t>Architectural Design</a:t>
            </a:r>
            <a:br>
              <a:rPr lang="en-US" dirty="0">
                <a:ea typeface="ＭＳ Ｐゴシック" panose="020B0600070205080204" pitchFamily="34" charset="-128"/>
              </a:rPr>
            </a:br>
            <a:r>
              <a:rPr lang="en-US" dirty="0">
                <a:ea typeface="ＭＳ Ｐゴシック" panose="020B0600070205080204" pitchFamily="34" charset="-128"/>
              </a:rPr>
              <a:t>Part IV</a:t>
            </a:r>
            <a:endParaRPr lang="en-US" dirty="0"/>
          </a:p>
        </p:txBody>
      </p:sp>
      <p:sp>
        <p:nvSpPr>
          <p:cNvPr id="3" name="Subtitle 2"/>
          <p:cNvSpPr>
            <a:spLocks noGrp="1"/>
          </p:cNvSpPr>
          <p:nvPr>
            <p:ph type="subTitle" idx="1"/>
          </p:nvPr>
        </p:nvSpPr>
        <p:spPr/>
        <p:txBody>
          <a:bodyPr>
            <a:normAutofit/>
          </a:bodyPr>
          <a:lstStyle/>
          <a:p>
            <a:r>
              <a:rPr lang="en-US" sz="2250" dirty="0">
                <a:solidFill>
                  <a:schemeClr val="tx2"/>
                </a:solidFill>
              </a:rPr>
              <a:t>Software Engineering</a:t>
            </a:r>
          </a:p>
          <a:p>
            <a:r>
              <a:rPr lang="en-US" sz="1575" dirty="0"/>
              <a:t>School of Computing, Faculty of Engineering</a:t>
            </a:r>
          </a:p>
          <a:p>
            <a:r>
              <a:rPr lang="en-US" sz="1575" dirty="0" err="1"/>
              <a:t>Universiti</a:t>
            </a:r>
            <a:r>
              <a:rPr lang="en-US" sz="1575" dirty="0"/>
              <a:t> </a:t>
            </a:r>
            <a:r>
              <a:rPr lang="en-US" sz="1575" dirty="0" err="1"/>
              <a:t>Teknologi</a:t>
            </a:r>
            <a:r>
              <a:rPr lang="en-US" sz="1575" dirty="0"/>
              <a:t> Malaysia</a:t>
            </a:r>
          </a:p>
        </p:txBody>
      </p:sp>
      <p:pic>
        <p:nvPicPr>
          <p:cNvPr id="4" name="Audio 3">
            <a:hlinkClick r:id="" action="ppaction://media"/>
            <a:extLst>
              <a:ext uri="{FF2B5EF4-FFF2-40B4-BE49-F238E27FC236}">
                <a16:creationId xmlns:a16="http://schemas.microsoft.com/office/drawing/2014/main" id="{9ACF74E0-C6F3-4DBA-B90A-7B8092688D8F}"/>
              </a:ext>
            </a:extLst>
          </p:cNvPr>
          <p:cNvPicPr>
            <a:picLocks noChangeAspect="1"/>
          </p:cNvPicPr>
          <p:nvPr>
            <a:audioFile r:link="rId2"/>
            <p:extLst>
              <p:ext uri="{DAA4B4D4-6D71-4841-9C94-3DE7FCFB9230}">
                <p14:media xmlns:p14="http://schemas.microsoft.com/office/powerpoint/2010/main" r:embed="rId1"/>
              </p:ext>
            </p:extLst>
          </p:nvPr>
        </p:nvPicPr>
        <p:blipFill>
          <a:blip r:embed="rId5"/>
          <a:stretch>
            <a:fillRect/>
          </a:stretch>
        </p:blipFill>
        <p:spPr>
          <a:xfrm>
            <a:off x="8585200" y="6299200"/>
            <a:ext cx="406400" cy="406400"/>
          </a:xfrm>
          <a:prstGeom prst="rect">
            <a:avLst/>
          </a:prstGeom>
        </p:spPr>
      </p:pic>
    </p:spTree>
  </p:cSld>
  <p:clrMapOvr>
    <a:masterClrMapping/>
  </p:clrMapOvr>
  <mc:AlternateContent xmlns:mc="http://schemas.openxmlformats.org/markup-compatibility/2006" xmlns:p14="http://schemas.microsoft.com/office/powerpoint/2010/main">
    <mc:Choice Requires="p14">
      <p:transition spd="slow" p14:dur="2000" advTm="13379"/>
    </mc:Choice>
    <mc:Fallback xmlns="">
      <p:transition spd="slow" advTm="13379"/>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4"/>
                                        </p:tgtEl>
                                      </p:cBhvr>
                                    </p:cmd>
                                  </p:childTnLst>
                                </p:cTn>
                              </p:par>
                            </p:childTnLst>
                          </p:cTn>
                        </p:par>
                      </p:childTnLst>
                    </p:cTn>
                  </p:par>
                </p:childTnLst>
              </p:cTn>
              <p:prevCondLst>
                <p:cond evt="onPrev" delay="0">
                  <p:tgtEl>
                    <p:sldTgt/>
                  </p:tgtEl>
                </p:cond>
              </p:prevCondLst>
              <p:nextCondLst>
                <p:cond evt="onNext" delay="0">
                  <p:tgtEl>
                    <p:sldTgt/>
                  </p:tgtEl>
                </p:cond>
              </p:nextCondLst>
            </p:seq>
            <p:audio isNarration="1">
              <p:cMediaNode vol="80000" showWhenStopped="0">
                <p:cTn id="7" fill="hold" display="0">
                  <p:stCondLst>
                    <p:cond delay="indefinite"/>
                  </p:stCondLst>
                  <p:endCondLst>
                    <p:cond evt="onStopAudio" delay="0">
                      <p:tgtEl>
                        <p:sldTgt/>
                      </p:tgtEl>
                    </p:cond>
                  </p:endCondLst>
                </p:cTn>
                <p:tgtEl>
                  <p:spTgt spid="4"/>
                </p:tgtEl>
              </p:cMediaNode>
            </p:audio>
          </p:childTnLst>
        </p:cTn>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MY"/>
              <a:t>Architectural pattern</a:t>
            </a:r>
          </a:p>
        </p:txBody>
      </p:sp>
      <p:sp>
        <p:nvSpPr>
          <p:cNvPr id="3" name="Text Placeholder 2"/>
          <p:cNvSpPr>
            <a:spLocks noGrp="1"/>
          </p:cNvSpPr>
          <p:nvPr>
            <p:ph type="body" idx="1"/>
          </p:nvPr>
        </p:nvSpPr>
        <p:spPr>
          <a:xfrm>
            <a:off x="722313" y="2906713"/>
            <a:ext cx="7126287" cy="1500187"/>
          </a:xfrm>
        </p:spPr>
        <p:txBody>
          <a:bodyPr/>
          <a:lstStyle/>
          <a:p>
            <a:r>
              <a:rPr lang="en-MY"/>
              <a:t>Model-View-Controller (MVC), Layered, Repository, Client-Server, Pipe and Filter</a:t>
            </a:r>
          </a:p>
        </p:txBody>
      </p:sp>
      <p:sp>
        <p:nvSpPr>
          <p:cNvPr id="4" name="Date Placeholder 3"/>
          <p:cNvSpPr>
            <a:spLocks noGrp="1"/>
          </p:cNvSpPr>
          <p:nvPr>
            <p:ph type="dt" sz="half" idx="10"/>
          </p:nvPr>
        </p:nvSpPr>
        <p:spPr/>
        <p:txBody>
          <a:bodyPr/>
          <a:lstStyle/>
          <a:p>
            <a:r>
              <a:rPr lang="en-US"/>
              <a:t>2020</a:t>
            </a:r>
          </a:p>
        </p:txBody>
      </p:sp>
      <p:sp>
        <p:nvSpPr>
          <p:cNvPr id="5" name="Footer Placeholder 4"/>
          <p:cNvSpPr>
            <a:spLocks noGrp="1"/>
          </p:cNvSpPr>
          <p:nvPr>
            <p:ph type="ftr" sz="quarter" idx="11"/>
          </p:nvPr>
        </p:nvSpPr>
        <p:spPr/>
        <p:txBody>
          <a:bodyPr/>
          <a:lstStyle/>
          <a:p>
            <a:r>
              <a:rPr lang="en-US"/>
              <a:t>Software Engineering</a:t>
            </a:r>
          </a:p>
        </p:txBody>
      </p:sp>
      <p:sp>
        <p:nvSpPr>
          <p:cNvPr id="6" name="Slide Number Placeholder 5"/>
          <p:cNvSpPr>
            <a:spLocks noGrp="1"/>
          </p:cNvSpPr>
          <p:nvPr>
            <p:ph type="sldNum" sz="quarter" idx="12"/>
          </p:nvPr>
        </p:nvSpPr>
        <p:spPr/>
        <p:txBody>
          <a:bodyPr/>
          <a:lstStyle/>
          <a:p>
            <a:fld id="{0362C787-829C-4B6B-B21B-90D8981190F3}" type="slidenum">
              <a:rPr lang="en-US" smtClean="0"/>
              <a:pPr/>
              <a:t>2</a:t>
            </a:fld>
            <a:endParaRPr lang="en-US"/>
          </a:p>
        </p:txBody>
      </p:sp>
      <p:pic>
        <p:nvPicPr>
          <p:cNvPr id="8" name="Audio 7">
            <a:hlinkClick r:id="" action="ppaction://media"/>
            <a:extLst>
              <a:ext uri="{FF2B5EF4-FFF2-40B4-BE49-F238E27FC236}">
                <a16:creationId xmlns:a16="http://schemas.microsoft.com/office/drawing/2014/main" id="{F07EAA31-4374-48BD-9DD6-483F8232AE38}"/>
              </a:ext>
            </a:extLst>
          </p:cNvPr>
          <p:cNvPicPr>
            <a:picLocks noChangeAspect="1"/>
          </p:cNvPicPr>
          <p:nvPr>
            <a:audioFile r:link="rId2"/>
            <p:extLst>
              <p:ext uri="{DAA4B4D4-6D71-4841-9C94-3DE7FCFB9230}">
                <p14:media xmlns:p14="http://schemas.microsoft.com/office/powerpoint/2010/main" r:embed="rId1"/>
              </p:ext>
            </p:extLst>
          </p:nvPr>
        </p:nvPicPr>
        <p:blipFill>
          <a:blip r:embed="rId4"/>
          <a:stretch>
            <a:fillRect/>
          </a:stretch>
        </p:blipFill>
        <p:spPr>
          <a:xfrm>
            <a:off x="8585200" y="6299200"/>
            <a:ext cx="406400" cy="406400"/>
          </a:xfrm>
          <a:prstGeom prst="rect">
            <a:avLst/>
          </a:prstGeom>
        </p:spPr>
      </p:pic>
    </p:spTree>
    <p:extLst>
      <p:ext uri="{BB962C8B-B14F-4D97-AF65-F5344CB8AC3E}">
        <p14:creationId xmlns:p14="http://schemas.microsoft.com/office/powerpoint/2010/main" val="3716219658"/>
      </p:ext>
    </p:extLst>
  </p:cSld>
  <p:clrMapOvr>
    <a:masterClrMapping/>
  </p:clrMapOvr>
  <mc:AlternateContent xmlns:mc="http://schemas.openxmlformats.org/markup-compatibility/2006" xmlns:p14="http://schemas.microsoft.com/office/powerpoint/2010/main">
    <mc:Choice Requires="p14">
      <p:transition spd="slow" p14:dur="2000" advTm="15148"/>
    </mc:Choice>
    <mc:Fallback xmlns="">
      <p:transition spd="slow" advTm="15148"/>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8"/>
                                        </p:tgtEl>
                                      </p:cBhvr>
                                    </p:cmd>
                                  </p:childTnLst>
                                </p:cTn>
                              </p:par>
                            </p:childTnLst>
                          </p:cTn>
                        </p:par>
                      </p:childTnLst>
                    </p:cTn>
                  </p:par>
                </p:childTnLst>
              </p:cTn>
              <p:prevCondLst>
                <p:cond evt="onPrev" delay="0">
                  <p:tgtEl>
                    <p:sldTgt/>
                  </p:tgtEl>
                </p:cond>
              </p:prevCondLst>
              <p:nextCondLst>
                <p:cond evt="onNext" delay="0">
                  <p:tgtEl>
                    <p:sldTgt/>
                  </p:tgtEl>
                </p:cond>
              </p:nextCondLst>
            </p:seq>
            <p:audio isNarration="1">
              <p:cMediaNode vol="80000" showWhenStopped="0">
                <p:cTn id="7" fill="hold" display="0">
                  <p:stCondLst>
                    <p:cond delay="indefinite"/>
                  </p:stCondLst>
                  <p:endCondLst>
                    <p:cond evt="onStopAudio" delay="0">
                      <p:tgtEl>
                        <p:sldTgt/>
                      </p:tgtEl>
                    </p:cond>
                  </p:endCondLst>
                </p:cTn>
                <p:tgtEl>
                  <p:spTgt spid="8"/>
                </p:tgtEl>
              </p:cMediaNode>
            </p:audio>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Architectural Patterns</a:t>
            </a:r>
            <a:endParaRPr lang="en-US" dirty="0"/>
          </a:p>
        </p:txBody>
      </p:sp>
      <p:sp>
        <p:nvSpPr>
          <p:cNvPr id="3" name="Content Placeholder 2"/>
          <p:cNvSpPr>
            <a:spLocks noGrp="1"/>
          </p:cNvSpPr>
          <p:nvPr>
            <p:ph idx="1"/>
          </p:nvPr>
        </p:nvSpPr>
        <p:spPr/>
        <p:txBody>
          <a:bodyPr>
            <a:normAutofit fontScale="92500"/>
          </a:bodyPr>
          <a:lstStyle/>
          <a:p>
            <a:r>
              <a:rPr lang="en-US" dirty="0"/>
              <a:t>Patterns (also known as styles) are a means of representing, sharing and reusing knowledge</a:t>
            </a:r>
          </a:p>
          <a:p>
            <a:r>
              <a:rPr lang="en-US" dirty="0"/>
              <a:t>An architectural pattern is a </a:t>
            </a:r>
            <a:r>
              <a:rPr lang="en-US" b="1" dirty="0">
                <a:solidFill>
                  <a:srgbClr val="C00000"/>
                </a:solidFill>
              </a:rPr>
              <a:t>stylized description of good design practice</a:t>
            </a:r>
            <a:r>
              <a:rPr lang="en-US" dirty="0"/>
              <a:t>, which has been tried and tested in different environments</a:t>
            </a:r>
          </a:p>
          <a:p>
            <a:r>
              <a:rPr lang="en-US" dirty="0"/>
              <a:t>Patterns should include information about when they are and when they are not useful</a:t>
            </a:r>
          </a:p>
          <a:p>
            <a:r>
              <a:rPr lang="en-US" dirty="0"/>
              <a:t>Patterns may be represented using tabular and graphical descriptions</a:t>
            </a:r>
          </a:p>
          <a:p>
            <a:pPr>
              <a:buNone/>
            </a:pPr>
            <a:endParaRPr lang="en-US" dirty="0"/>
          </a:p>
        </p:txBody>
      </p:sp>
      <p:sp>
        <p:nvSpPr>
          <p:cNvPr id="5" name="Footer Placeholder 4"/>
          <p:cNvSpPr>
            <a:spLocks noGrp="1"/>
          </p:cNvSpPr>
          <p:nvPr>
            <p:ph type="ftr" sz="quarter" idx="11"/>
          </p:nvPr>
        </p:nvSpPr>
        <p:spPr/>
        <p:txBody>
          <a:bodyPr/>
          <a:lstStyle/>
          <a:p>
            <a:r>
              <a:rPr lang="en-US"/>
              <a:t>Software Engineering</a:t>
            </a:r>
          </a:p>
        </p:txBody>
      </p:sp>
      <p:sp>
        <p:nvSpPr>
          <p:cNvPr id="6" name="Date Placeholder 5"/>
          <p:cNvSpPr>
            <a:spLocks noGrp="1"/>
          </p:cNvSpPr>
          <p:nvPr>
            <p:ph type="dt" sz="half" idx="10"/>
          </p:nvPr>
        </p:nvSpPr>
        <p:spPr/>
        <p:txBody>
          <a:bodyPr/>
          <a:lstStyle/>
          <a:p>
            <a:r>
              <a:rPr lang="en-US"/>
              <a:t>2020</a:t>
            </a:r>
          </a:p>
        </p:txBody>
      </p:sp>
      <p:sp>
        <p:nvSpPr>
          <p:cNvPr id="4" name="Slide Number Placeholder 3"/>
          <p:cNvSpPr>
            <a:spLocks noGrp="1"/>
          </p:cNvSpPr>
          <p:nvPr>
            <p:ph type="sldNum" sz="quarter" idx="12"/>
          </p:nvPr>
        </p:nvSpPr>
        <p:spPr/>
        <p:txBody>
          <a:bodyPr/>
          <a:lstStyle/>
          <a:p>
            <a:fld id="{0362C787-829C-4B6B-B21B-90D8981190F3}" type="slidenum">
              <a:rPr lang="en-US" smtClean="0"/>
              <a:pPr/>
              <a:t>3</a:t>
            </a:fld>
            <a:endParaRPr lang="en-US"/>
          </a:p>
        </p:txBody>
      </p:sp>
      <p:pic>
        <p:nvPicPr>
          <p:cNvPr id="7" name="Audio 6">
            <a:hlinkClick r:id="" action="ppaction://media"/>
            <a:extLst>
              <a:ext uri="{FF2B5EF4-FFF2-40B4-BE49-F238E27FC236}">
                <a16:creationId xmlns:a16="http://schemas.microsoft.com/office/drawing/2014/main" id="{91147BCA-1570-45BC-B10C-518389FB21FC}"/>
              </a:ext>
            </a:extLst>
          </p:cNvPr>
          <p:cNvPicPr>
            <a:picLocks noChangeAspect="1"/>
          </p:cNvPicPr>
          <p:nvPr>
            <a:audioFile r:link="rId2"/>
            <p:extLst>
              <p:ext uri="{DAA4B4D4-6D71-4841-9C94-3DE7FCFB9230}">
                <p14:media xmlns:p14="http://schemas.microsoft.com/office/powerpoint/2010/main" r:embed="rId1"/>
              </p:ext>
            </p:extLst>
          </p:nvPr>
        </p:nvPicPr>
        <p:blipFill>
          <a:blip r:embed="rId5"/>
          <a:stretch>
            <a:fillRect/>
          </a:stretch>
        </p:blipFill>
        <p:spPr>
          <a:xfrm>
            <a:off x="8585200" y="6299200"/>
            <a:ext cx="406400" cy="406400"/>
          </a:xfrm>
          <a:prstGeom prst="rect">
            <a:avLst/>
          </a:prstGeom>
        </p:spPr>
      </p:pic>
    </p:spTree>
    <p:extLst>
      <p:ext uri="{BB962C8B-B14F-4D97-AF65-F5344CB8AC3E}">
        <p14:creationId xmlns:p14="http://schemas.microsoft.com/office/powerpoint/2010/main" val="3711891218"/>
      </p:ext>
    </p:extLst>
  </p:cSld>
  <p:clrMapOvr>
    <a:masterClrMapping/>
  </p:clrMapOvr>
  <mc:AlternateContent xmlns:mc="http://schemas.openxmlformats.org/markup-compatibility/2006" xmlns:p14="http://schemas.microsoft.com/office/powerpoint/2010/main">
    <mc:Choice Requires="p14">
      <p:transition spd="slow" p14:dur="2000" advTm="38746"/>
    </mc:Choice>
    <mc:Fallback xmlns="">
      <p:transition spd="slow" advTm="38746"/>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7"/>
                                        </p:tgtEl>
                                      </p:cBhvr>
                                    </p:cmd>
                                  </p:childTnLst>
                                </p:cTn>
                              </p:par>
                            </p:childTnLst>
                          </p:cTn>
                        </p:par>
                      </p:childTnLst>
                    </p:cTn>
                  </p:par>
                </p:childTnLst>
              </p:cTn>
              <p:prevCondLst>
                <p:cond evt="onPrev" delay="0">
                  <p:tgtEl>
                    <p:sldTgt/>
                  </p:tgtEl>
                </p:cond>
              </p:prevCondLst>
              <p:nextCondLst>
                <p:cond evt="onNext" delay="0">
                  <p:tgtEl>
                    <p:sldTgt/>
                  </p:tgtEl>
                </p:cond>
              </p:nextCondLst>
            </p:seq>
            <p:audio isNarration="1">
              <p:cMediaNode vol="80000" showWhenStopped="0">
                <p:cTn id="7" fill="hold" display="0">
                  <p:stCondLst>
                    <p:cond delay="indefinite"/>
                  </p:stCondLst>
                  <p:endCondLst>
                    <p:cond evt="onStopAudio" delay="0">
                      <p:tgtEl>
                        <p:sldTgt/>
                      </p:tgtEl>
                    </p:cond>
                  </p:endCondLst>
                </p:cTn>
                <p:tgtEl>
                  <p:spTgt spid="7"/>
                </p:tgtEl>
              </p:cMediaNode>
            </p:audio>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MY"/>
              <a:t>Common Architectural Patterns</a:t>
            </a:r>
          </a:p>
        </p:txBody>
      </p:sp>
      <p:sp>
        <p:nvSpPr>
          <p:cNvPr id="3" name="Content Placeholder 2"/>
          <p:cNvSpPr>
            <a:spLocks noGrp="1"/>
          </p:cNvSpPr>
          <p:nvPr>
            <p:ph idx="1"/>
          </p:nvPr>
        </p:nvSpPr>
        <p:spPr/>
        <p:txBody>
          <a:bodyPr/>
          <a:lstStyle/>
          <a:p>
            <a:r>
              <a:rPr lang="en-US">
                <a:ea typeface="ＭＳ Ｐゴシック" panose="020B0600070205080204" pitchFamily="34" charset="-128"/>
              </a:rPr>
              <a:t>Model-View-Controller (MVC)</a:t>
            </a:r>
          </a:p>
          <a:p>
            <a:r>
              <a:rPr lang="en-US">
                <a:ea typeface="ＭＳ Ｐゴシック" panose="020B0600070205080204" pitchFamily="34" charset="-128"/>
              </a:rPr>
              <a:t>Layered</a:t>
            </a:r>
          </a:p>
          <a:p>
            <a:r>
              <a:rPr lang="en-US">
                <a:ea typeface="ＭＳ Ｐゴシック" panose="020B0600070205080204" pitchFamily="34" charset="-128"/>
              </a:rPr>
              <a:t>Repository</a:t>
            </a:r>
          </a:p>
          <a:p>
            <a:r>
              <a:rPr lang="en-US">
                <a:ea typeface="ＭＳ Ｐゴシック" panose="020B0600070205080204" pitchFamily="34" charset="-128"/>
              </a:rPr>
              <a:t>Client-Server</a:t>
            </a:r>
          </a:p>
          <a:p>
            <a:r>
              <a:rPr lang="en-US">
                <a:ea typeface="ＭＳ Ｐゴシック" panose="020B0600070205080204" pitchFamily="34" charset="-128"/>
              </a:rPr>
              <a:t>Pipe and Filter</a:t>
            </a:r>
            <a:endParaRPr lang="en-MY" dirty="0"/>
          </a:p>
        </p:txBody>
      </p:sp>
      <p:sp>
        <p:nvSpPr>
          <p:cNvPr id="4" name="Date Placeholder 3"/>
          <p:cNvSpPr>
            <a:spLocks noGrp="1"/>
          </p:cNvSpPr>
          <p:nvPr>
            <p:ph type="dt" sz="half" idx="10"/>
          </p:nvPr>
        </p:nvSpPr>
        <p:spPr/>
        <p:txBody>
          <a:bodyPr/>
          <a:lstStyle/>
          <a:p>
            <a:r>
              <a:rPr lang="en-US"/>
              <a:t>2020</a:t>
            </a:r>
          </a:p>
        </p:txBody>
      </p:sp>
      <p:sp>
        <p:nvSpPr>
          <p:cNvPr id="5" name="Footer Placeholder 4"/>
          <p:cNvSpPr>
            <a:spLocks noGrp="1"/>
          </p:cNvSpPr>
          <p:nvPr>
            <p:ph type="ftr" sz="quarter" idx="11"/>
          </p:nvPr>
        </p:nvSpPr>
        <p:spPr/>
        <p:txBody>
          <a:bodyPr/>
          <a:lstStyle/>
          <a:p>
            <a:r>
              <a:rPr lang="en-US"/>
              <a:t>Software Engineering</a:t>
            </a:r>
          </a:p>
        </p:txBody>
      </p:sp>
      <p:sp>
        <p:nvSpPr>
          <p:cNvPr id="6" name="Slide Number Placeholder 5"/>
          <p:cNvSpPr>
            <a:spLocks noGrp="1"/>
          </p:cNvSpPr>
          <p:nvPr>
            <p:ph type="sldNum" sz="quarter" idx="12"/>
          </p:nvPr>
        </p:nvSpPr>
        <p:spPr/>
        <p:txBody>
          <a:bodyPr/>
          <a:lstStyle/>
          <a:p>
            <a:fld id="{0362C787-829C-4B6B-B21B-90D8981190F3}" type="slidenum">
              <a:rPr lang="en-US" smtClean="0"/>
              <a:pPr/>
              <a:t>4</a:t>
            </a:fld>
            <a:endParaRPr lang="en-US"/>
          </a:p>
        </p:txBody>
      </p:sp>
      <p:pic>
        <p:nvPicPr>
          <p:cNvPr id="7" name="Audio 6">
            <a:hlinkClick r:id="" action="ppaction://media"/>
            <a:extLst>
              <a:ext uri="{FF2B5EF4-FFF2-40B4-BE49-F238E27FC236}">
                <a16:creationId xmlns:a16="http://schemas.microsoft.com/office/drawing/2014/main" id="{10794AC3-8B4D-49F4-9A85-72FF987B62BE}"/>
              </a:ext>
            </a:extLst>
          </p:cNvPr>
          <p:cNvPicPr>
            <a:picLocks noChangeAspect="1"/>
          </p:cNvPicPr>
          <p:nvPr>
            <a:audioFile r:link="rId2"/>
            <p:extLst>
              <p:ext uri="{DAA4B4D4-6D71-4841-9C94-3DE7FCFB9230}">
                <p14:media xmlns:p14="http://schemas.microsoft.com/office/powerpoint/2010/main" r:embed="rId1"/>
              </p:ext>
            </p:extLst>
          </p:nvPr>
        </p:nvPicPr>
        <p:blipFill>
          <a:blip r:embed="rId4"/>
          <a:stretch>
            <a:fillRect/>
          </a:stretch>
        </p:blipFill>
        <p:spPr>
          <a:xfrm>
            <a:off x="8585200" y="6299200"/>
            <a:ext cx="406400" cy="406400"/>
          </a:xfrm>
          <a:prstGeom prst="rect">
            <a:avLst/>
          </a:prstGeom>
        </p:spPr>
      </p:pic>
    </p:spTree>
    <p:extLst>
      <p:ext uri="{BB962C8B-B14F-4D97-AF65-F5344CB8AC3E}">
        <p14:creationId xmlns:p14="http://schemas.microsoft.com/office/powerpoint/2010/main" val="1948907798"/>
      </p:ext>
    </p:extLst>
  </p:cSld>
  <p:clrMapOvr>
    <a:masterClrMapping/>
  </p:clrMapOvr>
  <mc:AlternateContent xmlns:mc="http://schemas.openxmlformats.org/markup-compatibility/2006" xmlns:p14="http://schemas.microsoft.com/office/powerpoint/2010/main">
    <mc:Choice Requires="p14">
      <p:transition spd="slow" p14:dur="2000" advTm="7298"/>
    </mc:Choice>
    <mc:Fallback xmlns="">
      <p:transition spd="slow" advTm="7298"/>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7"/>
                                        </p:tgtEl>
                                      </p:cBhvr>
                                    </p:cmd>
                                  </p:childTnLst>
                                </p:cTn>
                              </p:par>
                            </p:childTnLst>
                          </p:cTn>
                        </p:par>
                      </p:childTnLst>
                    </p:cTn>
                  </p:par>
                </p:childTnLst>
              </p:cTn>
              <p:prevCondLst>
                <p:cond evt="onPrev" delay="0">
                  <p:tgtEl>
                    <p:sldTgt/>
                  </p:tgtEl>
                </p:cond>
              </p:prevCondLst>
              <p:nextCondLst>
                <p:cond evt="onNext" delay="0">
                  <p:tgtEl>
                    <p:sldTgt/>
                  </p:tgtEl>
                </p:cond>
              </p:nextCondLst>
            </p:seq>
            <p:audio isNarration="1">
              <p:cMediaNode vol="80000" showWhenStopped="0">
                <p:cTn id="7" fill="hold" display="0">
                  <p:stCondLst>
                    <p:cond delay="indefinite"/>
                  </p:stCondLst>
                  <p:endCondLst>
                    <p:cond evt="onStopAudio" delay="0">
                      <p:tgtEl>
                        <p:sldTgt/>
                      </p:tgtEl>
                    </p:cond>
                  </p:endCondLst>
                </p:cTn>
                <p:tgtEl>
                  <p:spTgt spid="7"/>
                </p:tgtEl>
              </p:cMediaNode>
            </p:audio>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a:t>Model-View-Controller </a:t>
            </a:r>
            <a:r>
              <a:rPr lang="en-US" dirty="0"/>
              <a:t>(MVC</a:t>
            </a:r>
            <a:r>
              <a:rPr lang="en-US"/>
              <a:t>) Pattern</a:t>
            </a:r>
            <a:r>
              <a:rPr lang="en-GB"/>
              <a:t> </a:t>
            </a:r>
            <a:endParaRPr lang="en-US" dirty="0"/>
          </a:p>
        </p:txBody>
      </p:sp>
      <p:graphicFrame>
        <p:nvGraphicFramePr>
          <p:cNvPr id="4" name="Content Placeholder 3"/>
          <p:cNvGraphicFramePr>
            <a:graphicFrameLocks noGrp="1"/>
          </p:cNvGraphicFramePr>
          <p:nvPr>
            <p:ph idx="1"/>
            <p:extLst>
              <p:ext uri="{D42A27DB-BD31-4B8C-83A1-F6EECF244321}">
                <p14:modId xmlns:p14="http://schemas.microsoft.com/office/powerpoint/2010/main" val="2794044120"/>
              </p:ext>
            </p:extLst>
          </p:nvPr>
        </p:nvGraphicFramePr>
        <p:xfrm>
          <a:off x="304800" y="1620834"/>
          <a:ext cx="8534400" cy="4574395"/>
        </p:xfrm>
        <a:graphic>
          <a:graphicData uri="http://schemas.openxmlformats.org/drawingml/2006/table">
            <a:tbl>
              <a:tblPr firstRow="1" bandRow="1">
                <a:tableStyleId>{5C22544A-7EE6-4342-B048-85BDC9FD1C3A}</a:tableStyleId>
              </a:tblPr>
              <a:tblGrid>
                <a:gridCol w="1752600">
                  <a:extLst>
                    <a:ext uri="{9D8B030D-6E8A-4147-A177-3AD203B41FA5}">
                      <a16:colId xmlns:a16="http://schemas.microsoft.com/office/drawing/2014/main" val="20000"/>
                    </a:ext>
                  </a:extLst>
                </a:gridCol>
                <a:gridCol w="6781800">
                  <a:extLst>
                    <a:ext uri="{9D8B030D-6E8A-4147-A177-3AD203B41FA5}">
                      <a16:colId xmlns:a16="http://schemas.microsoft.com/office/drawing/2014/main" val="20001"/>
                    </a:ext>
                  </a:extLst>
                </a:gridCol>
              </a:tblGrid>
              <a:tr h="429115">
                <a:tc>
                  <a:txBody>
                    <a:bodyPr/>
                    <a:lstStyle/>
                    <a:p>
                      <a:pPr algn="just">
                        <a:spcAft>
                          <a:spcPts val="0"/>
                        </a:spcAft>
                        <a:tabLst>
                          <a:tab pos="342900" algn="l"/>
                          <a:tab pos="685800" algn="l"/>
                          <a:tab pos="1028700" algn="l"/>
                        </a:tabLst>
                      </a:pPr>
                      <a:r>
                        <a:rPr lang="en-GB" sz="1600" b="1" dirty="0">
                          <a:solidFill>
                            <a:srgbClr val="000000"/>
                          </a:solidFill>
                          <a:latin typeface="Helvetica"/>
                          <a:ea typeface="Times New Roman"/>
                          <a:cs typeface="Helvetica"/>
                        </a:rPr>
                        <a:t>Name</a:t>
                      </a:r>
                    </a:p>
                  </a:txBody>
                  <a:tcPr marL="68580" marR="68580" marT="0" marB="0"/>
                </a:tc>
                <a:tc>
                  <a:txBody>
                    <a:bodyPr/>
                    <a:lstStyle/>
                    <a:p>
                      <a:pPr algn="just">
                        <a:spcAft>
                          <a:spcPts val="0"/>
                        </a:spcAft>
                        <a:tabLst>
                          <a:tab pos="342900" algn="l"/>
                          <a:tab pos="685800" algn="l"/>
                          <a:tab pos="1028700" algn="l"/>
                        </a:tabLst>
                      </a:pPr>
                      <a:r>
                        <a:rPr lang="en-GB" sz="1600" b="1" dirty="0">
                          <a:solidFill>
                            <a:srgbClr val="000000"/>
                          </a:solidFill>
                          <a:latin typeface="Helvetica"/>
                          <a:ea typeface="Times New Roman"/>
                          <a:cs typeface="Helvetica"/>
                        </a:rPr>
                        <a:t>MVC (Model-View-Controller)</a:t>
                      </a:r>
                    </a:p>
                  </a:txBody>
                  <a:tcPr marL="68580" marR="68580" marT="0" marB="0"/>
                </a:tc>
                <a:extLst>
                  <a:ext uri="{0D108BD9-81ED-4DB2-BD59-A6C34878D82A}">
                    <a16:rowId xmlns:a16="http://schemas.microsoft.com/office/drawing/2014/main" val="10000"/>
                  </a:ext>
                </a:extLst>
              </a:tr>
              <a:tr h="1552020">
                <a:tc>
                  <a:txBody>
                    <a:bodyPr/>
                    <a:lstStyle/>
                    <a:p>
                      <a:pPr algn="just">
                        <a:spcAft>
                          <a:spcPts val="0"/>
                        </a:spcAft>
                        <a:tabLst>
                          <a:tab pos="342900" algn="l"/>
                          <a:tab pos="685800" algn="l"/>
                          <a:tab pos="1028700" algn="l"/>
                        </a:tabLst>
                      </a:pPr>
                      <a:r>
                        <a:rPr lang="en-GB" sz="1600" b="1" dirty="0">
                          <a:solidFill>
                            <a:srgbClr val="000000"/>
                          </a:solidFill>
                          <a:latin typeface="Helvetica"/>
                          <a:ea typeface="Times New Roman"/>
                          <a:cs typeface="Helvetica"/>
                        </a:rPr>
                        <a:t>Description</a:t>
                      </a:r>
                    </a:p>
                  </a:txBody>
                  <a:tcPr marL="68580" marR="68580" marT="0" marB="0"/>
                </a:tc>
                <a:tc>
                  <a:txBody>
                    <a:bodyPr/>
                    <a:lstStyle/>
                    <a:p>
                      <a:pPr algn="just">
                        <a:spcAft>
                          <a:spcPts val="0"/>
                        </a:spcAft>
                        <a:tabLst>
                          <a:tab pos="342900" algn="l"/>
                          <a:tab pos="685800" algn="l"/>
                          <a:tab pos="1028700" algn="l"/>
                        </a:tabLst>
                      </a:pPr>
                      <a:r>
                        <a:rPr lang="en-GB" sz="1600" dirty="0">
                          <a:solidFill>
                            <a:srgbClr val="000000"/>
                          </a:solidFill>
                          <a:latin typeface="Helvetica"/>
                          <a:ea typeface="Times New Roman"/>
                          <a:cs typeface="Helvetica"/>
                        </a:rPr>
                        <a:t>Separates presentation and interaction from the system data. The system is structured into three logical components that interact with each other. The Model component manages the system data and associated operations on that data. The View component defines and manages how the data is presented to the user. The Controller component manages user interaction (e.g., key presses, mouse clicks, etc.) and passes these interactions to the View and the </a:t>
                      </a:r>
                      <a:r>
                        <a:rPr lang="en-GB" sz="1600">
                          <a:solidFill>
                            <a:srgbClr val="000000"/>
                          </a:solidFill>
                          <a:latin typeface="Helvetica"/>
                          <a:ea typeface="Times New Roman"/>
                          <a:cs typeface="Helvetica"/>
                        </a:rPr>
                        <a:t>Model.</a:t>
                      </a:r>
                      <a:endParaRPr lang="en-GB" sz="1600" dirty="0">
                        <a:solidFill>
                          <a:srgbClr val="000000"/>
                        </a:solidFill>
                        <a:latin typeface="Helvetica"/>
                        <a:ea typeface="Times New Roman"/>
                        <a:cs typeface="Helvetica"/>
                      </a:endParaRPr>
                    </a:p>
                  </a:txBody>
                  <a:tcPr marL="68580" marR="68580" marT="0" marB="0"/>
                </a:tc>
                <a:extLst>
                  <a:ext uri="{0D108BD9-81ED-4DB2-BD59-A6C34878D82A}">
                    <a16:rowId xmlns:a16="http://schemas.microsoft.com/office/drawing/2014/main" val="10001"/>
                  </a:ext>
                </a:extLst>
              </a:tr>
              <a:tr h="449594">
                <a:tc>
                  <a:txBody>
                    <a:bodyPr/>
                    <a:lstStyle/>
                    <a:p>
                      <a:pPr algn="just">
                        <a:spcAft>
                          <a:spcPts val="0"/>
                        </a:spcAft>
                        <a:tabLst>
                          <a:tab pos="342900" algn="l"/>
                          <a:tab pos="685800" algn="l"/>
                          <a:tab pos="1028700" algn="l"/>
                        </a:tabLst>
                      </a:pPr>
                      <a:r>
                        <a:rPr lang="en-GB" sz="1600" b="1">
                          <a:solidFill>
                            <a:srgbClr val="000000"/>
                          </a:solidFill>
                          <a:latin typeface="Helvetica"/>
                          <a:ea typeface="Times New Roman"/>
                          <a:cs typeface="Helvetica"/>
                        </a:rPr>
                        <a:t>Example</a:t>
                      </a:r>
                    </a:p>
                  </a:txBody>
                  <a:tcPr marL="68580" marR="68580" marT="0" marB="0"/>
                </a:tc>
                <a:tc>
                  <a:txBody>
                    <a:bodyPr/>
                    <a:lstStyle/>
                    <a:p>
                      <a:pPr algn="just">
                        <a:spcAft>
                          <a:spcPts val="0"/>
                        </a:spcAft>
                        <a:tabLst>
                          <a:tab pos="342900" algn="l"/>
                          <a:tab pos="685800" algn="l"/>
                          <a:tab pos="1028700" algn="l"/>
                        </a:tabLst>
                      </a:pPr>
                      <a:r>
                        <a:rPr lang="en-GB" sz="1600">
                          <a:solidFill>
                            <a:srgbClr val="000000"/>
                          </a:solidFill>
                          <a:latin typeface="Helvetica"/>
                          <a:ea typeface="Times New Roman"/>
                          <a:cs typeface="Helvetica"/>
                        </a:rPr>
                        <a:t>The </a:t>
                      </a:r>
                      <a:r>
                        <a:rPr lang="en-GB" sz="1600" dirty="0">
                          <a:solidFill>
                            <a:srgbClr val="000000"/>
                          </a:solidFill>
                          <a:latin typeface="Helvetica"/>
                          <a:ea typeface="Times New Roman"/>
                          <a:cs typeface="Helvetica"/>
                        </a:rPr>
                        <a:t>architecture of a web-based application system organized using the </a:t>
                      </a:r>
                      <a:r>
                        <a:rPr lang="en-GB" sz="1600">
                          <a:solidFill>
                            <a:srgbClr val="000000"/>
                          </a:solidFill>
                          <a:latin typeface="Helvetica"/>
                          <a:ea typeface="Times New Roman"/>
                          <a:cs typeface="Helvetica"/>
                        </a:rPr>
                        <a:t>MVC pattern (see the example slide).</a:t>
                      </a:r>
                      <a:endParaRPr lang="en-GB" sz="1600" dirty="0">
                        <a:solidFill>
                          <a:srgbClr val="000000"/>
                        </a:solidFill>
                        <a:latin typeface="Helvetica"/>
                        <a:ea typeface="Times New Roman"/>
                        <a:cs typeface="Helvetica"/>
                      </a:endParaRPr>
                    </a:p>
                  </a:txBody>
                  <a:tcPr marL="68580" marR="68580" marT="0" marB="0"/>
                </a:tc>
                <a:extLst>
                  <a:ext uri="{0D108BD9-81ED-4DB2-BD59-A6C34878D82A}">
                    <a16:rowId xmlns:a16="http://schemas.microsoft.com/office/drawing/2014/main" val="10002"/>
                  </a:ext>
                </a:extLst>
              </a:tr>
              <a:tr h="665152">
                <a:tc>
                  <a:txBody>
                    <a:bodyPr/>
                    <a:lstStyle/>
                    <a:p>
                      <a:pPr algn="just">
                        <a:spcAft>
                          <a:spcPts val="0"/>
                        </a:spcAft>
                        <a:tabLst>
                          <a:tab pos="342900" algn="l"/>
                          <a:tab pos="685800" algn="l"/>
                          <a:tab pos="1028700" algn="l"/>
                        </a:tabLst>
                      </a:pPr>
                      <a:r>
                        <a:rPr lang="en-GB" sz="1600" b="1">
                          <a:solidFill>
                            <a:srgbClr val="000000"/>
                          </a:solidFill>
                          <a:latin typeface="Helvetica"/>
                          <a:ea typeface="Times New Roman"/>
                          <a:cs typeface="Helvetica"/>
                        </a:rPr>
                        <a:t>When used</a:t>
                      </a:r>
                    </a:p>
                  </a:txBody>
                  <a:tcPr marL="68580" marR="68580" marT="0" marB="0"/>
                </a:tc>
                <a:tc>
                  <a:txBody>
                    <a:bodyPr/>
                    <a:lstStyle/>
                    <a:p>
                      <a:pPr algn="just">
                        <a:spcAft>
                          <a:spcPts val="0"/>
                        </a:spcAft>
                        <a:tabLst>
                          <a:tab pos="342900" algn="l"/>
                          <a:tab pos="685800" algn="l"/>
                          <a:tab pos="1028700" algn="l"/>
                        </a:tabLst>
                      </a:pPr>
                      <a:r>
                        <a:rPr lang="en-GB" sz="1600" dirty="0">
                          <a:solidFill>
                            <a:srgbClr val="000000"/>
                          </a:solidFill>
                          <a:latin typeface="Helvetica"/>
                          <a:ea typeface="Times New Roman"/>
                          <a:cs typeface="Helvetica"/>
                        </a:rPr>
                        <a:t>Used when there are multiple ways to view and interact with data. Also used when the future requirements for interaction and presentation of data are unknown. </a:t>
                      </a:r>
                    </a:p>
                  </a:txBody>
                  <a:tcPr marL="68580" marR="68580" marT="0" marB="0"/>
                </a:tc>
                <a:extLst>
                  <a:ext uri="{0D108BD9-81ED-4DB2-BD59-A6C34878D82A}">
                    <a16:rowId xmlns:a16="http://schemas.microsoft.com/office/drawing/2014/main" val="10003"/>
                  </a:ext>
                </a:extLst>
              </a:tr>
              <a:tr h="665152">
                <a:tc>
                  <a:txBody>
                    <a:bodyPr/>
                    <a:lstStyle/>
                    <a:p>
                      <a:pPr algn="just">
                        <a:spcAft>
                          <a:spcPts val="0"/>
                        </a:spcAft>
                        <a:tabLst>
                          <a:tab pos="342900" algn="l"/>
                          <a:tab pos="685800" algn="l"/>
                          <a:tab pos="1028700" algn="l"/>
                        </a:tabLst>
                      </a:pPr>
                      <a:r>
                        <a:rPr lang="en-GB" sz="1600" b="1">
                          <a:solidFill>
                            <a:srgbClr val="000000"/>
                          </a:solidFill>
                          <a:latin typeface="Helvetica"/>
                          <a:ea typeface="Times New Roman"/>
                          <a:cs typeface="Helvetica"/>
                        </a:rPr>
                        <a:t>Advantages</a:t>
                      </a:r>
                    </a:p>
                  </a:txBody>
                  <a:tcPr marL="68580" marR="68580" marT="0" marB="0"/>
                </a:tc>
                <a:tc>
                  <a:txBody>
                    <a:bodyPr/>
                    <a:lstStyle/>
                    <a:p>
                      <a:pPr algn="just">
                        <a:spcAft>
                          <a:spcPts val="0"/>
                        </a:spcAft>
                        <a:tabLst>
                          <a:tab pos="342900" algn="l"/>
                          <a:tab pos="685800" algn="l"/>
                          <a:tab pos="1028700" algn="l"/>
                        </a:tabLst>
                      </a:pPr>
                      <a:r>
                        <a:rPr lang="en-GB" sz="1600" dirty="0">
                          <a:solidFill>
                            <a:srgbClr val="000000"/>
                          </a:solidFill>
                          <a:latin typeface="Helvetica"/>
                          <a:ea typeface="Times New Roman"/>
                          <a:cs typeface="Helvetica"/>
                        </a:rPr>
                        <a:t>Allows the data to change independently of its representation and vice versa. Supports presentation of the same data in different ways with changes made in one representation shown in all of them. </a:t>
                      </a:r>
                    </a:p>
                  </a:txBody>
                  <a:tcPr marL="68580" marR="68580" marT="0" marB="0"/>
                </a:tc>
                <a:extLst>
                  <a:ext uri="{0D108BD9-81ED-4DB2-BD59-A6C34878D82A}">
                    <a16:rowId xmlns:a16="http://schemas.microsoft.com/office/drawing/2014/main" val="10004"/>
                  </a:ext>
                </a:extLst>
              </a:tr>
              <a:tr h="449594">
                <a:tc>
                  <a:txBody>
                    <a:bodyPr/>
                    <a:lstStyle/>
                    <a:p>
                      <a:pPr algn="just">
                        <a:spcAft>
                          <a:spcPts val="0"/>
                        </a:spcAft>
                        <a:tabLst>
                          <a:tab pos="342900" algn="l"/>
                          <a:tab pos="685800" algn="l"/>
                          <a:tab pos="1028700" algn="l"/>
                        </a:tabLst>
                      </a:pPr>
                      <a:r>
                        <a:rPr lang="en-GB" sz="1600" b="1">
                          <a:solidFill>
                            <a:srgbClr val="000000"/>
                          </a:solidFill>
                          <a:latin typeface="Helvetica"/>
                          <a:ea typeface="Times New Roman"/>
                          <a:cs typeface="Helvetica"/>
                        </a:rPr>
                        <a:t>Disadvantages</a:t>
                      </a:r>
                    </a:p>
                  </a:txBody>
                  <a:tcPr marL="68580" marR="68580" marT="0" marB="0"/>
                </a:tc>
                <a:tc>
                  <a:txBody>
                    <a:bodyPr/>
                    <a:lstStyle/>
                    <a:p>
                      <a:pPr algn="just">
                        <a:spcAft>
                          <a:spcPts val="0"/>
                        </a:spcAft>
                        <a:tabLst>
                          <a:tab pos="342900" algn="l"/>
                          <a:tab pos="685800" algn="l"/>
                          <a:tab pos="1028700" algn="l"/>
                        </a:tabLst>
                      </a:pPr>
                      <a:r>
                        <a:rPr lang="en-GB" sz="1600" dirty="0">
                          <a:solidFill>
                            <a:srgbClr val="000000"/>
                          </a:solidFill>
                          <a:latin typeface="Helvetica"/>
                          <a:ea typeface="Times New Roman"/>
                          <a:cs typeface="Helvetica"/>
                        </a:rPr>
                        <a:t>Can involve additional code and code complexity when the data model and interactions are simple.</a:t>
                      </a:r>
                    </a:p>
                  </a:txBody>
                  <a:tcPr marL="68580" marR="68580" marT="0" marB="0"/>
                </a:tc>
                <a:extLst>
                  <a:ext uri="{0D108BD9-81ED-4DB2-BD59-A6C34878D82A}">
                    <a16:rowId xmlns:a16="http://schemas.microsoft.com/office/drawing/2014/main" val="10005"/>
                  </a:ext>
                </a:extLst>
              </a:tr>
            </a:tbl>
          </a:graphicData>
        </a:graphic>
      </p:graphicFrame>
      <p:sp>
        <p:nvSpPr>
          <p:cNvPr id="6" name="Footer Placeholder 5"/>
          <p:cNvSpPr>
            <a:spLocks noGrp="1"/>
          </p:cNvSpPr>
          <p:nvPr>
            <p:ph type="ftr" sz="quarter" idx="11"/>
          </p:nvPr>
        </p:nvSpPr>
        <p:spPr/>
        <p:txBody>
          <a:bodyPr/>
          <a:lstStyle/>
          <a:p>
            <a:r>
              <a:rPr lang="en-US"/>
              <a:t>Software Engineering</a:t>
            </a:r>
          </a:p>
        </p:txBody>
      </p:sp>
      <p:sp>
        <p:nvSpPr>
          <p:cNvPr id="3" name="Date Placeholder 2"/>
          <p:cNvSpPr>
            <a:spLocks noGrp="1"/>
          </p:cNvSpPr>
          <p:nvPr>
            <p:ph type="dt" sz="half" idx="10"/>
          </p:nvPr>
        </p:nvSpPr>
        <p:spPr/>
        <p:txBody>
          <a:bodyPr/>
          <a:lstStyle/>
          <a:p>
            <a:r>
              <a:rPr lang="en-US"/>
              <a:t>2020</a:t>
            </a:r>
          </a:p>
        </p:txBody>
      </p:sp>
      <p:sp>
        <p:nvSpPr>
          <p:cNvPr id="5" name="Slide Number Placeholder 4"/>
          <p:cNvSpPr>
            <a:spLocks noGrp="1"/>
          </p:cNvSpPr>
          <p:nvPr>
            <p:ph type="sldNum" sz="quarter" idx="12"/>
          </p:nvPr>
        </p:nvSpPr>
        <p:spPr/>
        <p:txBody>
          <a:bodyPr/>
          <a:lstStyle/>
          <a:p>
            <a:fld id="{0362C787-829C-4B6B-B21B-90D8981190F3}" type="slidenum">
              <a:rPr lang="en-US" smtClean="0"/>
              <a:pPr/>
              <a:t>5</a:t>
            </a:fld>
            <a:endParaRPr lang="en-US"/>
          </a:p>
        </p:txBody>
      </p:sp>
      <p:pic>
        <p:nvPicPr>
          <p:cNvPr id="7" name="Audio 6">
            <a:hlinkClick r:id="" action="ppaction://media"/>
            <a:extLst>
              <a:ext uri="{FF2B5EF4-FFF2-40B4-BE49-F238E27FC236}">
                <a16:creationId xmlns:a16="http://schemas.microsoft.com/office/drawing/2014/main" id="{9B67426F-40DA-48AE-88EA-3EB3B155A21F}"/>
              </a:ext>
            </a:extLst>
          </p:cNvPr>
          <p:cNvPicPr>
            <a:picLocks noChangeAspect="1"/>
          </p:cNvPicPr>
          <p:nvPr>
            <a:audioFile r:link="rId2"/>
            <p:extLst>
              <p:ext uri="{DAA4B4D4-6D71-4841-9C94-3DE7FCFB9230}">
                <p14:media xmlns:p14="http://schemas.microsoft.com/office/powerpoint/2010/main" r:embed="rId1"/>
              </p:ext>
            </p:extLst>
          </p:nvPr>
        </p:nvPicPr>
        <p:blipFill>
          <a:blip r:embed="rId4"/>
          <a:stretch>
            <a:fillRect/>
          </a:stretch>
        </p:blipFill>
        <p:spPr>
          <a:xfrm>
            <a:off x="8585200" y="6299200"/>
            <a:ext cx="406400" cy="406400"/>
          </a:xfrm>
          <a:prstGeom prst="rect">
            <a:avLst/>
          </a:prstGeom>
        </p:spPr>
      </p:pic>
    </p:spTree>
    <p:extLst>
      <p:ext uri="{BB962C8B-B14F-4D97-AF65-F5344CB8AC3E}">
        <p14:creationId xmlns:p14="http://schemas.microsoft.com/office/powerpoint/2010/main" val="950504528"/>
      </p:ext>
    </p:extLst>
  </p:cSld>
  <p:clrMapOvr>
    <a:masterClrMapping/>
  </p:clrMapOvr>
  <mc:AlternateContent xmlns:mc="http://schemas.openxmlformats.org/markup-compatibility/2006" xmlns:p14="http://schemas.microsoft.com/office/powerpoint/2010/main">
    <mc:Choice Requires="p14">
      <p:transition spd="slow" p14:dur="2000" advTm="63414"/>
    </mc:Choice>
    <mc:Fallback xmlns="">
      <p:transition spd="slow" advTm="63414"/>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7"/>
                                        </p:tgtEl>
                                      </p:cBhvr>
                                    </p:cmd>
                                  </p:childTnLst>
                                </p:cTn>
                              </p:par>
                            </p:childTnLst>
                          </p:cTn>
                        </p:par>
                      </p:childTnLst>
                    </p:cTn>
                  </p:par>
                </p:childTnLst>
              </p:cTn>
              <p:prevCondLst>
                <p:cond evt="onPrev" delay="0">
                  <p:tgtEl>
                    <p:sldTgt/>
                  </p:tgtEl>
                </p:cond>
              </p:prevCondLst>
              <p:nextCondLst>
                <p:cond evt="onNext" delay="0">
                  <p:tgtEl>
                    <p:sldTgt/>
                  </p:tgtEl>
                </p:cond>
              </p:nextCondLst>
            </p:seq>
            <p:audio isNarration="1">
              <p:cMediaNode vol="80000" showWhenStopped="0">
                <p:cTn id="7" fill="hold" display="0">
                  <p:stCondLst>
                    <p:cond delay="indefinite"/>
                  </p:stCondLst>
                  <p:endCondLst>
                    <p:cond evt="onStopAudio" delay="0">
                      <p:tgtEl>
                        <p:sldTgt/>
                      </p:tgtEl>
                    </p:cond>
                  </p:endCondLst>
                </p:cTn>
                <p:tgtEl>
                  <p:spTgt spid="7"/>
                </p:tgtEl>
              </p:cMediaNode>
            </p:audio>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a:t>Organization of MVC</a:t>
            </a:r>
            <a:r>
              <a:rPr lang="en-GB"/>
              <a:t> </a:t>
            </a:r>
            <a:endParaRPr lang="en-US" dirty="0"/>
          </a:p>
        </p:txBody>
      </p:sp>
      <p:sp>
        <p:nvSpPr>
          <p:cNvPr id="5" name="Footer Placeholder 4"/>
          <p:cNvSpPr>
            <a:spLocks noGrp="1"/>
          </p:cNvSpPr>
          <p:nvPr>
            <p:ph type="ftr" sz="quarter" idx="11"/>
          </p:nvPr>
        </p:nvSpPr>
        <p:spPr/>
        <p:txBody>
          <a:bodyPr/>
          <a:lstStyle/>
          <a:p>
            <a:r>
              <a:rPr lang="en-US"/>
              <a:t>Software Engineering</a:t>
            </a:r>
          </a:p>
        </p:txBody>
      </p:sp>
      <p:pic>
        <p:nvPicPr>
          <p:cNvPr id="16386" name="Picture 2" descr="6"/>
          <p:cNvPicPr>
            <a:picLocks noChangeAspect="1" noChangeArrowheads="1"/>
          </p:cNvPicPr>
          <p:nvPr/>
        </p:nvPicPr>
        <p:blipFill>
          <a:blip r:embed="rId4"/>
          <a:srcRect t="-10443" b="-8620"/>
          <a:stretch>
            <a:fillRect/>
          </a:stretch>
        </p:blipFill>
        <p:spPr bwMode="auto">
          <a:xfrm>
            <a:off x="2057400" y="1947972"/>
            <a:ext cx="5318165" cy="4148028"/>
          </a:xfrm>
          <a:prstGeom prst="rect">
            <a:avLst/>
          </a:prstGeom>
          <a:noFill/>
          <a:ln w="9525">
            <a:noFill/>
            <a:miter lim="800000"/>
            <a:headEnd/>
            <a:tailEnd/>
          </a:ln>
        </p:spPr>
      </p:pic>
      <p:sp>
        <p:nvSpPr>
          <p:cNvPr id="3" name="Date Placeholder 2"/>
          <p:cNvSpPr>
            <a:spLocks noGrp="1"/>
          </p:cNvSpPr>
          <p:nvPr>
            <p:ph type="dt" sz="half" idx="10"/>
          </p:nvPr>
        </p:nvSpPr>
        <p:spPr/>
        <p:txBody>
          <a:bodyPr/>
          <a:lstStyle/>
          <a:p>
            <a:r>
              <a:rPr lang="en-US"/>
              <a:t>2020</a:t>
            </a:r>
          </a:p>
        </p:txBody>
      </p:sp>
      <p:sp>
        <p:nvSpPr>
          <p:cNvPr id="4" name="Slide Number Placeholder 3"/>
          <p:cNvSpPr>
            <a:spLocks noGrp="1"/>
          </p:cNvSpPr>
          <p:nvPr>
            <p:ph type="sldNum" sz="quarter" idx="12"/>
          </p:nvPr>
        </p:nvSpPr>
        <p:spPr/>
        <p:txBody>
          <a:bodyPr/>
          <a:lstStyle/>
          <a:p>
            <a:fld id="{0362C787-829C-4B6B-B21B-90D8981190F3}" type="slidenum">
              <a:rPr lang="en-US" smtClean="0"/>
              <a:pPr/>
              <a:t>6</a:t>
            </a:fld>
            <a:endParaRPr lang="en-US"/>
          </a:p>
        </p:txBody>
      </p:sp>
      <p:pic>
        <p:nvPicPr>
          <p:cNvPr id="7" name="Audio 6">
            <a:hlinkClick r:id="" action="ppaction://media"/>
            <a:extLst>
              <a:ext uri="{FF2B5EF4-FFF2-40B4-BE49-F238E27FC236}">
                <a16:creationId xmlns:a16="http://schemas.microsoft.com/office/drawing/2014/main" id="{5AC55C63-A341-4E54-9AE2-7693D73E39F7}"/>
              </a:ext>
            </a:extLst>
          </p:cNvPr>
          <p:cNvPicPr>
            <a:picLocks noChangeAspect="1"/>
          </p:cNvPicPr>
          <p:nvPr>
            <a:audioFile r:link="rId2"/>
            <p:extLst>
              <p:ext uri="{DAA4B4D4-6D71-4841-9C94-3DE7FCFB9230}">
                <p14:media xmlns:p14="http://schemas.microsoft.com/office/powerpoint/2010/main" r:embed="rId1"/>
              </p:ext>
            </p:extLst>
          </p:nvPr>
        </p:nvPicPr>
        <p:blipFill>
          <a:blip r:embed="rId5"/>
          <a:stretch>
            <a:fillRect/>
          </a:stretch>
        </p:blipFill>
        <p:spPr>
          <a:xfrm>
            <a:off x="8585200" y="6299200"/>
            <a:ext cx="406400" cy="406400"/>
          </a:xfrm>
          <a:prstGeom prst="rect">
            <a:avLst/>
          </a:prstGeom>
        </p:spPr>
      </p:pic>
    </p:spTree>
    <p:extLst>
      <p:ext uri="{BB962C8B-B14F-4D97-AF65-F5344CB8AC3E}">
        <p14:creationId xmlns:p14="http://schemas.microsoft.com/office/powerpoint/2010/main" val="3744505573"/>
      </p:ext>
    </p:extLst>
  </p:cSld>
  <p:clrMapOvr>
    <a:masterClrMapping/>
  </p:clrMapOvr>
  <mc:AlternateContent xmlns:mc="http://schemas.openxmlformats.org/markup-compatibility/2006" xmlns:p14="http://schemas.microsoft.com/office/powerpoint/2010/main">
    <mc:Choice Requires="p14">
      <p:transition spd="slow" p14:dur="2000" advTm="54080"/>
    </mc:Choice>
    <mc:Fallback xmlns="">
      <p:transition spd="slow" advTm="5408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7"/>
                                        </p:tgtEl>
                                      </p:cBhvr>
                                    </p:cmd>
                                  </p:childTnLst>
                                </p:cTn>
                              </p:par>
                            </p:childTnLst>
                          </p:cTn>
                        </p:par>
                      </p:childTnLst>
                    </p:cTn>
                  </p:par>
                </p:childTnLst>
              </p:cTn>
              <p:prevCondLst>
                <p:cond evt="onPrev" delay="0">
                  <p:tgtEl>
                    <p:sldTgt/>
                  </p:tgtEl>
                </p:cond>
              </p:prevCondLst>
              <p:nextCondLst>
                <p:cond evt="onNext" delay="0">
                  <p:tgtEl>
                    <p:sldTgt/>
                  </p:tgtEl>
                </p:cond>
              </p:nextCondLst>
            </p:seq>
            <p:audio isNarration="1">
              <p:cMediaNode vol="80000" showWhenStopped="0">
                <p:cTn id="7" fill="hold" display="0">
                  <p:stCondLst>
                    <p:cond delay="indefinite"/>
                  </p:stCondLst>
                  <p:endCondLst>
                    <p:cond evt="onStopAudio" delay="0">
                      <p:tgtEl>
                        <p:sldTgt/>
                      </p:tgtEl>
                    </p:cond>
                  </p:endCondLst>
                </p:cTn>
                <p:tgtEl>
                  <p:spTgt spid="7"/>
                </p:tgtEl>
              </p:cMediaNode>
            </p:audio>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a:t>Web Application Architecture Using </a:t>
            </a:r>
            <a:r>
              <a:rPr lang="en-MY"/>
              <a:t>MVC</a:t>
            </a:r>
            <a:endParaRPr lang="en-US" dirty="0"/>
          </a:p>
        </p:txBody>
      </p:sp>
      <p:sp>
        <p:nvSpPr>
          <p:cNvPr id="5" name="Footer Placeholder 4"/>
          <p:cNvSpPr>
            <a:spLocks noGrp="1"/>
          </p:cNvSpPr>
          <p:nvPr>
            <p:ph type="ftr" sz="quarter" idx="11"/>
          </p:nvPr>
        </p:nvSpPr>
        <p:spPr/>
        <p:txBody>
          <a:bodyPr/>
          <a:lstStyle/>
          <a:p>
            <a:r>
              <a:rPr lang="en-US"/>
              <a:t>Software Engineering</a:t>
            </a:r>
          </a:p>
        </p:txBody>
      </p:sp>
      <p:pic>
        <p:nvPicPr>
          <p:cNvPr id="17410" name="Picture 2" descr="6"/>
          <p:cNvPicPr>
            <a:picLocks noChangeAspect="1" noChangeArrowheads="1"/>
          </p:cNvPicPr>
          <p:nvPr/>
        </p:nvPicPr>
        <p:blipFill>
          <a:blip r:embed="rId5"/>
          <a:srcRect b="-8466"/>
          <a:stretch>
            <a:fillRect/>
          </a:stretch>
        </p:blipFill>
        <p:spPr bwMode="auto">
          <a:xfrm>
            <a:off x="2166591" y="1828800"/>
            <a:ext cx="4565650" cy="4194175"/>
          </a:xfrm>
          <a:prstGeom prst="rect">
            <a:avLst/>
          </a:prstGeom>
          <a:noFill/>
          <a:ln w="9525">
            <a:noFill/>
            <a:miter lim="800000"/>
            <a:headEnd/>
            <a:tailEnd/>
          </a:ln>
        </p:spPr>
      </p:pic>
      <p:sp>
        <p:nvSpPr>
          <p:cNvPr id="3" name="Date Placeholder 2"/>
          <p:cNvSpPr>
            <a:spLocks noGrp="1"/>
          </p:cNvSpPr>
          <p:nvPr>
            <p:ph type="dt" sz="half" idx="10"/>
          </p:nvPr>
        </p:nvSpPr>
        <p:spPr/>
        <p:txBody>
          <a:bodyPr/>
          <a:lstStyle/>
          <a:p>
            <a:r>
              <a:rPr lang="en-US"/>
              <a:t>2020</a:t>
            </a:r>
          </a:p>
        </p:txBody>
      </p:sp>
      <p:sp>
        <p:nvSpPr>
          <p:cNvPr id="4" name="Slide Number Placeholder 3"/>
          <p:cNvSpPr>
            <a:spLocks noGrp="1"/>
          </p:cNvSpPr>
          <p:nvPr>
            <p:ph type="sldNum" sz="quarter" idx="12"/>
          </p:nvPr>
        </p:nvSpPr>
        <p:spPr/>
        <p:txBody>
          <a:bodyPr/>
          <a:lstStyle/>
          <a:p>
            <a:fld id="{0362C787-829C-4B6B-B21B-90D8981190F3}" type="slidenum">
              <a:rPr lang="en-US" smtClean="0"/>
              <a:pPr/>
              <a:t>7</a:t>
            </a:fld>
            <a:endParaRPr lang="en-US"/>
          </a:p>
        </p:txBody>
      </p:sp>
      <p:pic>
        <p:nvPicPr>
          <p:cNvPr id="6" name="Audio 5">
            <a:hlinkClick r:id="" action="ppaction://media"/>
            <a:extLst>
              <a:ext uri="{FF2B5EF4-FFF2-40B4-BE49-F238E27FC236}">
                <a16:creationId xmlns:a16="http://schemas.microsoft.com/office/drawing/2014/main" id="{7692C417-16E1-4041-BA5F-6BB132D8FB2A}"/>
              </a:ext>
            </a:extLst>
          </p:cNvPr>
          <p:cNvPicPr>
            <a:picLocks noChangeAspect="1"/>
          </p:cNvPicPr>
          <p:nvPr>
            <a:audioFile r:link="rId2"/>
            <p:extLst>
              <p:ext uri="{DAA4B4D4-6D71-4841-9C94-3DE7FCFB9230}">
                <p14:media xmlns:p14="http://schemas.microsoft.com/office/powerpoint/2010/main" r:embed="rId1"/>
              </p:ext>
            </p:extLst>
          </p:nvPr>
        </p:nvPicPr>
        <p:blipFill>
          <a:blip r:embed="rId6"/>
          <a:stretch>
            <a:fillRect/>
          </a:stretch>
        </p:blipFill>
        <p:spPr>
          <a:xfrm>
            <a:off x="8585200" y="6299200"/>
            <a:ext cx="406400" cy="406400"/>
          </a:xfrm>
          <a:prstGeom prst="rect">
            <a:avLst/>
          </a:prstGeom>
        </p:spPr>
      </p:pic>
    </p:spTree>
    <p:extLst>
      <p:ext uri="{BB962C8B-B14F-4D97-AF65-F5344CB8AC3E}">
        <p14:creationId xmlns:p14="http://schemas.microsoft.com/office/powerpoint/2010/main" val="2966732660"/>
      </p:ext>
    </p:extLst>
  </p:cSld>
  <p:clrMapOvr>
    <a:masterClrMapping/>
  </p:clrMapOvr>
  <mc:AlternateContent xmlns:mc="http://schemas.openxmlformats.org/markup-compatibility/2006" xmlns:p14="http://schemas.microsoft.com/office/powerpoint/2010/main">
    <mc:Choice Requires="p14">
      <p:transition spd="slow" p14:dur="2000" advTm="52044"/>
    </mc:Choice>
    <mc:Fallback xmlns="">
      <p:transition spd="slow" advTm="52044"/>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6"/>
                                        </p:tgtEl>
                                      </p:cBhvr>
                                    </p:cmd>
                                  </p:childTnLst>
                                </p:cTn>
                              </p:par>
                            </p:childTnLst>
                          </p:cTn>
                        </p:par>
                      </p:childTnLst>
                    </p:cTn>
                  </p:par>
                </p:childTnLst>
              </p:cTn>
              <p:prevCondLst>
                <p:cond evt="onPrev" delay="0">
                  <p:tgtEl>
                    <p:sldTgt/>
                  </p:tgtEl>
                </p:cond>
              </p:prevCondLst>
              <p:nextCondLst>
                <p:cond evt="onNext" delay="0">
                  <p:tgtEl>
                    <p:sldTgt/>
                  </p:tgtEl>
                </p:cond>
              </p:nextCondLst>
            </p:seq>
            <p:audio isNarration="1">
              <p:cMediaNode vol="80000" showWhenStopped="0">
                <p:cTn id="7" fill="hold" display="0">
                  <p:stCondLst>
                    <p:cond delay="indefinite"/>
                  </p:stCondLst>
                  <p:endCondLst>
                    <p:cond evt="onStopAudio" delay="0">
                      <p:tgtEl>
                        <p:sldTgt/>
                      </p:tgtEl>
                    </p:cond>
                  </p:endCondLst>
                </p:cTn>
                <p:tgtEl>
                  <p:spTgt spid="6"/>
                </p:tgtEl>
              </p:cMediaNode>
            </p:audio>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Rectangle 2"/>
          <p:cNvSpPr>
            <a:spLocks noGrp="1" noChangeArrowheads="1"/>
          </p:cNvSpPr>
          <p:nvPr>
            <p:ph type="title"/>
          </p:nvPr>
        </p:nvSpPr>
        <p:spPr>
          <a:noFill/>
          <a:ln/>
        </p:spPr>
        <p:txBody>
          <a:bodyPr lIns="90487" tIns="44450" rIns="90487" bIns="44450"/>
          <a:lstStyle/>
          <a:p>
            <a:r>
              <a:rPr lang="en-GB"/>
              <a:t>Layered Architecture</a:t>
            </a:r>
            <a:endParaRPr lang="en-GB" dirty="0"/>
          </a:p>
        </p:txBody>
      </p:sp>
      <p:sp>
        <p:nvSpPr>
          <p:cNvPr id="19459" name="Rectangle 3"/>
          <p:cNvSpPr>
            <a:spLocks noGrp="1" noChangeArrowheads="1"/>
          </p:cNvSpPr>
          <p:nvPr>
            <p:ph idx="1"/>
          </p:nvPr>
        </p:nvSpPr>
        <p:spPr>
          <a:noFill/>
          <a:ln/>
        </p:spPr>
        <p:txBody>
          <a:bodyPr lIns="90487" tIns="44450" rIns="90487" bIns="44450">
            <a:noAutofit/>
          </a:bodyPr>
          <a:lstStyle/>
          <a:p>
            <a:r>
              <a:rPr lang="en-GB" sz="2800" dirty="0"/>
              <a:t>Used to model the interfacing of sub-systems</a:t>
            </a:r>
          </a:p>
          <a:p>
            <a:r>
              <a:rPr lang="en-GB" sz="2800" dirty="0"/>
              <a:t>Organises the system into </a:t>
            </a:r>
            <a:r>
              <a:rPr lang="en-GB" sz="2800" b="1" dirty="0">
                <a:solidFill>
                  <a:srgbClr val="C00000"/>
                </a:solidFill>
              </a:rPr>
              <a:t>a set of layers </a:t>
            </a:r>
            <a:r>
              <a:rPr lang="en-GB" sz="2800" dirty="0"/>
              <a:t>(or abstract machines) each of which provide a set of services</a:t>
            </a:r>
          </a:p>
          <a:p>
            <a:r>
              <a:rPr lang="en-GB" sz="2800" dirty="0"/>
              <a:t>Supports the </a:t>
            </a:r>
            <a:r>
              <a:rPr lang="en-GB" sz="2800" b="1" dirty="0">
                <a:solidFill>
                  <a:srgbClr val="C00000"/>
                </a:solidFill>
              </a:rPr>
              <a:t>incremental development</a:t>
            </a:r>
            <a:r>
              <a:rPr lang="en-GB" sz="2800" dirty="0"/>
              <a:t> of sub-systems in different layers</a:t>
            </a:r>
          </a:p>
          <a:p>
            <a:r>
              <a:rPr lang="en-GB" sz="2800" dirty="0"/>
              <a:t>When a layer interface changes, only the adjacent layer is affected</a:t>
            </a:r>
          </a:p>
          <a:p>
            <a:r>
              <a:rPr lang="en-GB" sz="2800" dirty="0"/>
              <a:t>As layered systems localize machine dependencies, this makes it </a:t>
            </a:r>
            <a:r>
              <a:rPr lang="en-GB" sz="2800" b="1" dirty="0">
                <a:solidFill>
                  <a:srgbClr val="C00000"/>
                </a:solidFill>
              </a:rPr>
              <a:t>easier to provide multi-platform implementations</a:t>
            </a:r>
            <a:r>
              <a:rPr lang="en-GB" sz="2800" b="1" dirty="0"/>
              <a:t> </a:t>
            </a:r>
            <a:r>
              <a:rPr lang="en-GB" sz="2800" dirty="0"/>
              <a:t>of an application system</a:t>
            </a:r>
          </a:p>
        </p:txBody>
      </p:sp>
      <p:sp>
        <p:nvSpPr>
          <p:cNvPr id="5" name="Footer Placeholder 4"/>
          <p:cNvSpPr>
            <a:spLocks noGrp="1"/>
          </p:cNvSpPr>
          <p:nvPr>
            <p:ph type="ftr" sz="quarter" idx="11"/>
          </p:nvPr>
        </p:nvSpPr>
        <p:spPr/>
        <p:txBody>
          <a:bodyPr/>
          <a:lstStyle/>
          <a:p>
            <a:r>
              <a:rPr lang="en-US"/>
              <a:t>Software Engineering</a:t>
            </a:r>
          </a:p>
        </p:txBody>
      </p:sp>
      <p:sp>
        <p:nvSpPr>
          <p:cNvPr id="2" name="Date Placeholder 1"/>
          <p:cNvSpPr>
            <a:spLocks noGrp="1"/>
          </p:cNvSpPr>
          <p:nvPr>
            <p:ph type="dt" sz="half" idx="10"/>
          </p:nvPr>
        </p:nvSpPr>
        <p:spPr/>
        <p:txBody>
          <a:bodyPr/>
          <a:lstStyle/>
          <a:p>
            <a:r>
              <a:rPr lang="en-US"/>
              <a:t>2020</a:t>
            </a:r>
          </a:p>
        </p:txBody>
      </p:sp>
      <p:sp>
        <p:nvSpPr>
          <p:cNvPr id="3" name="Slide Number Placeholder 2"/>
          <p:cNvSpPr>
            <a:spLocks noGrp="1"/>
          </p:cNvSpPr>
          <p:nvPr>
            <p:ph type="sldNum" sz="quarter" idx="12"/>
          </p:nvPr>
        </p:nvSpPr>
        <p:spPr/>
        <p:txBody>
          <a:bodyPr/>
          <a:lstStyle/>
          <a:p>
            <a:fld id="{0362C787-829C-4B6B-B21B-90D8981190F3}" type="slidenum">
              <a:rPr lang="en-US" smtClean="0"/>
              <a:pPr/>
              <a:t>8</a:t>
            </a:fld>
            <a:endParaRPr lang="en-US"/>
          </a:p>
        </p:txBody>
      </p:sp>
      <p:pic>
        <p:nvPicPr>
          <p:cNvPr id="7" name="Audio 6">
            <a:hlinkClick r:id="" action="ppaction://media"/>
            <a:extLst>
              <a:ext uri="{FF2B5EF4-FFF2-40B4-BE49-F238E27FC236}">
                <a16:creationId xmlns:a16="http://schemas.microsoft.com/office/drawing/2014/main" id="{F5FD7B8D-DC95-406F-99D6-AA0A9F8E59E8}"/>
              </a:ext>
            </a:extLst>
          </p:cNvPr>
          <p:cNvPicPr>
            <a:picLocks noChangeAspect="1"/>
          </p:cNvPicPr>
          <p:nvPr>
            <a:audioFile r:link="rId2"/>
            <p:extLst>
              <p:ext uri="{DAA4B4D4-6D71-4841-9C94-3DE7FCFB9230}">
                <p14:media xmlns:p14="http://schemas.microsoft.com/office/powerpoint/2010/main" r:embed="rId1"/>
              </p:ext>
            </p:extLst>
          </p:nvPr>
        </p:nvPicPr>
        <p:blipFill>
          <a:blip r:embed="rId4"/>
          <a:stretch>
            <a:fillRect/>
          </a:stretch>
        </p:blipFill>
        <p:spPr>
          <a:xfrm>
            <a:off x="8585200" y="6299200"/>
            <a:ext cx="406400" cy="406400"/>
          </a:xfrm>
          <a:prstGeom prst="rect">
            <a:avLst/>
          </a:prstGeom>
        </p:spPr>
      </p:pic>
    </p:spTree>
    <p:extLst>
      <p:ext uri="{BB962C8B-B14F-4D97-AF65-F5344CB8AC3E}">
        <p14:creationId xmlns:p14="http://schemas.microsoft.com/office/powerpoint/2010/main" val="3969649628"/>
      </p:ext>
    </p:extLst>
  </p:cSld>
  <p:clrMapOvr>
    <a:masterClrMapping/>
  </p:clrMapOvr>
  <p:transition advTm="51296"/>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7"/>
                                        </p:tgtEl>
                                      </p:cBhvr>
                                    </p:cmd>
                                  </p:childTnLst>
                                </p:cTn>
                              </p:par>
                            </p:childTnLst>
                          </p:cTn>
                        </p:par>
                      </p:childTnLst>
                    </p:cTn>
                  </p:par>
                </p:childTnLst>
              </p:cTn>
              <p:prevCondLst>
                <p:cond evt="onPrev" delay="0">
                  <p:tgtEl>
                    <p:sldTgt/>
                  </p:tgtEl>
                </p:cond>
              </p:prevCondLst>
              <p:nextCondLst>
                <p:cond evt="onNext" delay="0">
                  <p:tgtEl>
                    <p:sldTgt/>
                  </p:tgtEl>
                </p:cond>
              </p:nextCondLst>
            </p:seq>
            <p:audio isNarration="1">
              <p:cMediaNode vol="80000" showWhenStopped="0">
                <p:cTn id="7" fill="hold" display="0">
                  <p:stCondLst>
                    <p:cond delay="indefinite"/>
                  </p:stCondLst>
                  <p:endCondLst>
                    <p:cond evt="onStopAudio" delay="0">
                      <p:tgtEl>
                        <p:sldTgt/>
                      </p:tgtEl>
                    </p:cond>
                  </p:endCondLst>
                </p:cTn>
                <p:tgtEl>
                  <p:spTgt spid="7"/>
                </p:tgtEl>
              </p:cMediaNode>
            </p:audio>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Layered Architecture Pattern</a:t>
            </a:r>
            <a:r>
              <a:rPr lang="en-GB"/>
              <a:t> </a:t>
            </a:r>
            <a:endParaRPr lang="en-US" dirty="0"/>
          </a:p>
        </p:txBody>
      </p:sp>
      <p:graphicFrame>
        <p:nvGraphicFramePr>
          <p:cNvPr id="4" name="Content Placeholder 3"/>
          <p:cNvGraphicFramePr>
            <a:graphicFrameLocks noGrp="1"/>
          </p:cNvGraphicFramePr>
          <p:nvPr>
            <p:ph idx="1"/>
            <p:extLst>
              <p:ext uri="{D42A27DB-BD31-4B8C-83A1-F6EECF244321}">
                <p14:modId xmlns:p14="http://schemas.microsoft.com/office/powerpoint/2010/main" val="1306501723"/>
              </p:ext>
            </p:extLst>
          </p:nvPr>
        </p:nvGraphicFramePr>
        <p:xfrm>
          <a:off x="457200" y="1577655"/>
          <a:ext cx="8229600" cy="4759960"/>
        </p:xfrm>
        <a:graphic>
          <a:graphicData uri="http://schemas.openxmlformats.org/drawingml/2006/table">
            <a:tbl>
              <a:tblPr firstRow="1" bandRow="1">
                <a:tableStyleId>{5C22544A-7EE6-4342-B048-85BDC9FD1C3A}</a:tableStyleId>
              </a:tblPr>
              <a:tblGrid>
                <a:gridCol w="1676400">
                  <a:extLst>
                    <a:ext uri="{9D8B030D-6E8A-4147-A177-3AD203B41FA5}">
                      <a16:colId xmlns:a16="http://schemas.microsoft.com/office/drawing/2014/main" val="20000"/>
                    </a:ext>
                  </a:extLst>
                </a:gridCol>
                <a:gridCol w="6553200">
                  <a:extLst>
                    <a:ext uri="{9D8B030D-6E8A-4147-A177-3AD203B41FA5}">
                      <a16:colId xmlns:a16="http://schemas.microsoft.com/office/drawing/2014/main" val="20001"/>
                    </a:ext>
                  </a:extLst>
                </a:gridCol>
              </a:tblGrid>
              <a:tr h="370840">
                <a:tc>
                  <a:txBody>
                    <a:bodyPr/>
                    <a:lstStyle/>
                    <a:p>
                      <a:pPr algn="just">
                        <a:spcAft>
                          <a:spcPts val="0"/>
                        </a:spcAft>
                        <a:tabLst>
                          <a:tab pos="342900" algn="l"/>
                          <a:tab pos="685800" algn="l"/>
                          <a:tab pos="1028700" algn="l"/>
                        </a:tabLst>
                      </a:pPr>
                      <a:r>
                        <a:rPr lang="en-GB" sz="1600" b="1" dirty="0">
                          <a:solidFill>
                            <a:srgbClr val="000000"/>
                          </a:solidFill>
                          <a:latin typeface="Helvetica"/>
                          <a:ea typeface="Times New Roman"/>
                          <a:cs typeface="Helvetica"/>
                        </a:rPr>
                        <a:t>Name</a:t>
                      </a:r>
                    </a:p>
                  </a:txBody>
                  <a:tcPr marL="68580" marR="68580" marT="0" marB="0"/>
                </a:tc>
                <a:tc>
                  <a:txBody>
                    <a:bodyPr/>
                    <a:lstStyle/>
                    <a:p>
                      <a:pPr algn="just">
                        <a:spcAft>
                          <a:spcPts val="0"/>
                        </a:spcAft>
                        <a:tabLst>
                          <a:tab pos="342900" algn="l"/>
                          <a:tab pos="685800" algn="l"/>
                          <a:tab pos="1028700" algn="l"/>
                        </a:tabLst>
                      </a:pPr>
                      <a:r>
                        <a:rPr lang="en-GB" sz="1600" b="1" dirty="0">
                          <a:solidFill>
                            <a:srgbClr val="000000"/>
                          </a:solidFill>
                          <a:latin typeface="Helvetica"/>
                          <a:ea typeface="Times New Roman"/>
                          <a:cs typeface="Helvetica"/>
                        </a:rPr>
                        <a:t>Layered architecture</a:t>
                      </a:r>
                    </a:p>
                  </a:txBody>
                  <a:tcPr marL="68580" marR="68580" marT="0" marB="0"/>
                </a:tc>
                <a:extLst>
                  <a:ext uri="{0D108BD9-81ED-4DB2-BD59-A6C34878D82A}">
                    <a16:rowId xmlns:a16="http://schemas.microsoft.com/office/drawing/2014/main" val="10000"/>
                  </a:ext>
                </a:extLst>
              </a:tr>
              <a:tr h="370840">
                <a:tc>
                  <a:txBody>
                    <a:bodyPr/>
                    <a:lstStyle/>
                    <a:p>
                      <a:pPr algn="just">
                        <a:spcAft>
                          <a:spcPts val="0"/>
                        </a:spcAft>
                        <a:tabLst>
                          <a:tab pos="342900" algn="l"/>
                          <a:tab pos="685800" algn="l"/>
                          <a:tab pos="1028700" algn="l"/>
                        </a:tabLst>
                      </a:pPr>
                      <a:r>
                        <a:rPr lang="en-GB" sz="1600" b="1" dirty="0">
                          <a:solidFill>
                            <a:srgbClr val="000000"/>
                          </a:solidFill>
                          <a:latin typeface="Helvetica"/>
                          <a:ea typeface="Times New Roman"/>
                          <a:cs typeface="Helvetica"/>
                        </a:rPr>
                        <a:t>Description</a:t>
                      </a:r>
                    </a:p>
                  </a:txBody>
                  <a:tcPr marL="68580" marR="68580" marT="0" marB="0"/>
                </a:tc>
                <a:tc>
                  <a:txBody>
                    <a:bodyPr/>
                    <a:lstStyle/>
                    <a:p>
                      <a:pPr algn="just">
                        <a:spcAft>
                          <a:spcPts val="0"/>
                        </a:spcAft>
                        <a:tabLst>
                          <a:tab pos="342900" algn="l"/>
                          <a:tab pos="685800" algn="l"/>
                          <a:tab pos="1028700" algn="l"/>
                        </a:tabLst>
                      </a:pPr>
                      <a:r>
                        <a:rPr lang="en-GB" sz="1600" dirty="0">
                          <a:solidFill>
                            <a:srgbClr val="000000"/>
                          </a:solidFill>
                          <a:latin typeface="Helvetica"/>
                          <a:ea typeface="Times New Roman"/>
                          <a:cs typeface="Helvetica"/>
                        </a:rPr>
                        <a:t>Organizes the system into layers with related functionality associated with each layer. A layer provides services to the layer above it so the lowest-level layers represent core services that are likely to be used throughout the system. </a:t>
                      </a:r>
                      <a:r>
                        <a:rPr lang="en-GB" sz="1600">
                          <a:solidFill>
                            <a:srgbClr val="000000"/>
                          </a:solidFill>
                          <a:latin typeface="Helvetica"/>
                          <a:ea typeface="Times New Roman"/>
                          <a:cs typeface="Helvetica"/>
                        </a:rPr>
                        <a:t>See next slide.</a:t>
                      </a:r>
                      <a:endParaRPr lang="en-GB" sz="1600" dirty="0">
                        <a:solidFill>
                          <a:srgbClr val="000000"/>
                        </a:solidFill>
                        <a:latin typeface="Helvetica"/>
                        <a:ea typeface="Times New Roman"/>
                        <a:cs typeface="Helvetica"/>
                      </a:endParaRPr>
                    </a:p>
                  </a:txBody>
                  <a:tcPr marL="68580" marR="68580" marT="0" marB="0"/>
                </a:tc>
                <a:extLst>
                  <a:ext uri="{0D108BD9-81ED-4DB2-BD59-A6C34878D82A}">
                    <a16:rowId xmlns:a16="http://schemas.microsoft.com/office/drawing/2014/main" val="10001"/>
                  </a:ext>
                </a:extLst>
              </a:tr>
              <a:tr h="370840">
                <a:tc>
                  <a:txBody>
                    <a:bodyPr/>
                    <a:lstStyle/>
                    <a:p>
                      <a:pPr algn="just">
                        <a:spcAft>
                          <a:spcPts val="0"/>
                        </a:spcAft>
                        <a:tabLst>
                          <a:tab pos="342900" algn="l"/>
                          <a:tab pos="685800" algn="l"/>
                          <a:tab pos="1028700" algn="l"/>
                        </a:tabLst>
                      </a:pPr>
                      <a:r>
                        <a:rPr lang="en-GB" sz="1600" b="1">
                          <a:solidFill>
                            <a:srgbClr val="000000"/>
                          </a:solidFill>
                          <a:latin typeface="Helvetica"/>
                          <a:ea typeface="Times New Roman"/>
                          <a:cs typeface="Helvetica"/>
                        </a:rPr>
                        <a:t>Example</a:t>
                      </a:r>
                    </a:p>
                  </a:txBody>
                  <a:tcPr marL="68580" marR="68580" marT="0" marB="0"/>
                </a:tc>
                <a:tc>
                  <a:txBody>
                    <a:bodyPr/>
                    <a:lstStyle/>
                    <a:p>
                      <a:pPr algn="just">
                        <a:spcAft>
                          <a:spcPts val="0"/>
                        </a:spcAft>
                        <a:tabLst>
                          <a:tab pos="342900" algn="l"/>
                          <a:tab pos="685800" algn="l"/>
                          <a:tab pos="1028700" algn="l"/>
                        </a:tabLst>
                      </a:pPr>
                      <a:r>
                        <a:rPr lang="en-GB" sz="1600" dirty="0">
                          <a:solidFill>
                            <a:srgbClr val="000000"/>
                          </a:solidFill>
                          <a:latin typeface="Helvetica"/>
                          <a:ea typeface="Times New Roman"/>
                          <a:cs typeface="Helvetica"/>
                        </a:rPr>
                        <a:t>A layered model of a system for sharing copyright documents held in different libraries, as shown in the </a:t>
                      </a:r>
                      <a:r>
                        <a:rPr lang="en-GB" sz="1600" dirty="0" err="1">
                          <a:solidFill>
                            <a:srgbClr val="000000"/>
                          </a:solidFill>
                          <a:latin typeface="Helvetica"/>
                          <a:ea typeface="Times New Roman"/>
                          <a:cs typeface="Helvetica"/>
                        </a:rPr>
                        <a:t>iLearn</a:t>
                      </a:r>
                      <a:r>
                        <a:rPr lang="en-GB" sz="1600" dirty="0">
                          <a:solidFill>
                            <a:srgbClr val="000000"/>
                          </a:solidFill>
                          <a:latin typeface="Helvetica"/>
                          <a:ea typeface="Times New Roman"/>
                          <a:cs typeface="Helvetica"/>
                        </a:rPr>
                        <a:t> example slide.</a:t>
                      </a:r>
                    </a:p>
                  </a:txBody>
                  <a:tcPr marL="68580" marR="68580" marT="0" marB="0"/>
                </a:tc>
                <a:extLst>
                  <a:ext uri="{0D108BD9-81ED-4DB2-BD59-A6C34878D82A}">
                    <a16:rowId xmlns:a16="http://schemas.microsoft.com/office/drawing/2014/main" val="10002"/>
                  </a:ext>
                </a:extLst>
              </a:tr>
              <a:tr h="370840">
                <a:tc>
                  <a:txBody>
                    <a:bodyPr/>
                    <a:lstStyle/>
                    <a:p>
                      <a:pPr algn="just">
                        <a:spcAft>
                          <a:spcPts val="0"/>
                        </a:spcAft>
                        <a:tabLst>
                          <a:tab pos="342900" algn="l"/>
                          <a:tab pos="685800" algn="l"/>
                          <a:tab pos="1028700" algn="l"/>
                        </a:tabLst>
                      </a:pPr>
                      <a:r>
                        <a:rPr lang="en-GB" sz="1600" b="1">
                          <a:solidFill>
                            <a:srgbClr val="000000"/>
                          </a:solidFill>
                          <a:latin typeface="Helvetica"/>
                          <a:ea typeface="Times New Roman"/>
                          <a:cs typeface="Helvetica"/>
                        </a:rPr>
                        <a:t>When used</a:t>
                      </a:r>
                    </a:p>
                  </a:txBody>
                  <a:tcPr marL="68580" marR="68580" marT="0" marB="0"/>
                </a:tc>
                <a:tc>
                  <a:txBody>
                    <a:bodyPr/>
                    <a:lstStyle/>
                    <a:p>
                      <a:pPr algn="just">
                        <a:spcAft>
                          <a:spcPts val="0"/>
                        </a:spcAft>
                        <a:tabLst>
                          <a:tab pos="342900" algn="l"/>
                          <a:tab pos="685800" algn="l"/>
                          <a:tab pos="1028700" algn="l"/>
                        </a:tabLst>
                      </a:pPr>
                      <a:r>
                        <a:rPr lang="en-GB" sz="1600" dirty="0">
                          <a:solidFill>
                            <a:srgbClr val="000000"/>
                          </a:solidFill>
                          <a:latin typeface="Helvetica"/>
                          <a:ea typeface="Times New Roman"/>
                          <a:cs typeface="Helvetica"/>
                        </a:rPr>
                        <a:t>Used when building new facilities on top of existing systems; when the development is spread across several teams with each team responsibility for a layer of functionality; when there is a requirement for multi-level security.</a:t>
                      </a:r>
                    </a:p>
                  </a:txBody>
                  <a:tcPr marL="68580" marR="68580" marT="0" marB="0"/>
                </a:tc>
                <a:extLst>
                  <a:ext uri="{0D108BD9-81ED-4DB2-BD59-A6C34878D82A}">
                    <a16:rowId xmlns:a16="http://schemas.microsoft.com/office/drawing/2014/main" val="10003"/>
                  </a:ext>
                </a:extLst>
              </a:tr>
              <a:tr h="370840">
                <a:tc>
                  <a:txBody>
                    <a:bodyPr/>
                    <a:lstStyle/>
                    <a:p>
                      <a:pPr algn="just">
                        <a:spcAft>
                          <a:spcPts val="0"/>
                        </a:spcAft>
                        <a:tabLst>
                          <a:tab pos="342900" algn="l"/>
                          <a:tab pos="685800" algn="l"/>
                          <a:tab pos="1028700" algn="l"/>
                        </a:tabLst>
                      </a:pPr>
                      <a:r>
                        <a:rPr lang="en-GB" sz="1600" b="1">
                          <a:solidFill>
                            <a:srgbClr val="000000"/>
                          </a:solidFill>
                          <a:latin typeface="Helvetica"/>
                          <a:ea typeface="Times New Roman"/>
                          <a:cs typeface="Helvetica"/>
                        </a:rPr>
                        <a:t>Advantages</a:t>
                      </a:r>
                    </a:p>
                  </a:txBody>
                  <a:tcPr marL="68580" marR="68580" marT="0" marB="0"/>
                </a:tc>
                <a:tc>
                  <a:txBody>
                    <a:bodyPr/>
                    <a:lstStyle/>
                    <a:p>
                      <a:pPr algn="just">
                        <a:spcAft>
                          <a:spcPts val="0"/>
                        </a:spcAft>
                        <a:tabLst>
                          <a:tab pos="342900" algn="l"/>
                          <a:tab pos="685800" algn="l"/>
                          <a:tab pos="1028700" algn="l"/>
                        </a:tabLst>
                      </a:pPr>
                      <a:r>
                        <a:rPr lang="en-GB" sz="1600" dirty="0">
                          <a:solidFill>
                            <a:srgbClr val="000000"/>
                          </a:solidFill>
                          <a:latin typeface="Helvetica"/>
                          <a:ea typeface="Times New Roman"/>
                          <a:cs typeface="Helvetica"/>
                        </a:rPr>
                        <a:t>Allows replacement of entire layers so long as the interface is maintained. Redundant facilities (e.g., authentication) can be provided in each layer to increase the dependability of the system.</a:t>
                      </a:r>
                    </a:p>
                  </a:txBody>
                  <a:tcPr marL="68580" marR="68580" marT="0" marB="0"/>
                </a:tc>
                <a:extLst>
                  <a:ext uri="{0D108BD9-81ED-4DB2-BD59-A6C34878D82A}">
                    <a16:rowId xmlns:a16="http://schemas.microsoft.com/office/drawing/2014/main" val="10004"/>
                  </a:ext>
                </a:extLst>
              </a:tr>
              <a:tr h="370840">
                <a:tc>
                  <a:txBody>
                    <a:bodyPr/>
                    <a:lstStyle/>
                    <a:p>
                      <a:pPr algn="just">
                        <a:spcAft>
                          <a:spcPts val="0"/>
                        </a:spcAft>
                        <a:tabLst>
                          <a:tab pos="342900" algn="l"/>
                          <a:tab pos="685800" algn="l"/>
                          <a:tab pos="1028700" algn="l"/>
                        </a:tabLst>
                      </a:pPr>
                      <a:r>
                        <a:rPr lang="en-GB" sz="1600" b="1">
                          <a:solidFill>
                            <a:srgbClr val="000000"/>
                          </a:solidFill>
                          <a:latin typeface="Helvetica"/>
                          <a:ea typeface="Times New Roman"/>
                          <a:cs typeface="Helvetica"/>
                        </a:rPr>
                        <a:t>Disadvantages</a:t>
                      </a:r>
                    </a:p>
                  </a:txBody>
                  <a:tcPr marL="68580" marR="68580" marT="0" marB="0"/>
                </a:tc>
                <a:tc>
                  <a:txBody>
                    <a:bodyPr/>
                    <a:lstStyle/>
                    <a:p>
                      <a:pPr algn="l">
                        <a:spcAft>
                          <a:spcPts val="0"/>
                        </a:spcAft>
                        <a:tabLst>
                          <a:tab pos="342900" algn="l"/>
                          <a:tab pos="685800" algn="l"/>
                          <a:tab pos="1028700" algn="l"/>
                        </a:tabLst>
                      </a:pPr>
                      <a:r>
                        <a:rPr lang="en-GB" sz="1600" dirty="0">
                          <a:solidFill>
                            <a:srgbClr val="000000"/>
                          </a:solidFill>
                          <a:latin typeface="Helvetica"/>
                          <a:ea typeface="Times New Roman"/>
                          <a:cs typeface="Helvetica"/>
                        </a:rPr>
                        <a:t>In practice, providing a clean separation between layers is often difficult and a high-level layer may have to interact directly with lower-level layers rather than through the layer immediately below it. Performance can be a problem because of multiple levels of interpretation of a service request as it is processed at each layer.</a:t>
                      </a:r>
                    </a:p>
                  </a:txBody>
                  <a:tcPr marL="68580" marR="68580" marT="0" marB="0"/>
                </a:tc>
                <a:extLst>
                  <a:ext uri="{0D108BD9-81ED-4DB2-BD59-A6C34878D82A}">
                    <a16:rowId xmlns:a16="http://schemas.microsoft.com/office/drawing/2014/main" val="10005"/>
                  </a:ext>
                </a:extLst>
              </a:tr>
            </a:tbl>
          </a:graphicData>
        </a:graphic>
      </p:graphicFrame>
      <p:sp>
        <p:nvSpPr>
          <p:cNvPr id="6" name="Footer Placeholder 5"/>
          <p:cNvSpPr>
            <a:spLocks noGrp="1"/>
          </p:cNvSpPr>
          <p:nvPr>
            <p:ph type="ftr" sz="quarter" idx="11"/>
          </p:nvPr>
        </p:nvSpPr>
        <p:spPr/>
        <p:txBody>
          <a:bodyPr/>
          <a:lstStyle/>
          <a:p>
            <a:r>
              <a:rPr lang="en-US"/>
              <a:t>Software Engineering</a:t>
            </a:r>
          </a:p>
        </p:txBody>
      </p:sp>
      <p:sp>
        <p:nvSpPr>
          <p:cNvPr id="3" name="Date Placeholder 2"/>
          <p:cNvSpPr>
            <a:spLocks noGrp="1"/>
          </p:cNvSpPr>
          <p:nvPr>
            <p:ph type="dt" sz="half" idx="10"/>
          </p:nvPr>
        </p:nvSpPr>
        <p:spPr/>
        <p:txBody>
          <a:bodyPr/>
          <a:lstStyle/>
          <a:p>
            <a:r>
              <a:rPr lang="en-US"/>
              <a:t>2020</a:t>
            </a:r>
          </a:p>
        </p:txBody>
      </p:sp>
      <p:sp>
        <p:nvSpPr>
          <p:cNvPr id="5" name="Slide Number Placeholder 4"/>
          <p:cNvSpPr>
            <a:spLocks noGrp="1"/>
          </p:cNvSpPr>
          <p:nvPr>
            <p:ph type="sldNum" sz="quarter" idx="12"/>
          </p:nvPr>
        </p:nvSpPr>
        <p:spPr/>
        <p:txBody>
          <a:bodyPr/>
          <a:lstStyle/>
          <a:p>
            <a:fld id="{0362C787-829C-4B6B-B21B-90D8981190F3}" type="slidenum">
              <a:rPr lang="en-US" smtClean="0"/>
              <a:pPr/>
              <a:t>9</a:t>
            </a:fld>
            <a:endParaRPr lang="en-US"/>
          </a:p>
        </p:txBody>
      </p:sp>
      <p:pic>
        <p:nvPicPr>
          <p:cNvPr id="7" name="Audio 6">
            <a:hlinkClick r:id="" action="ppaction://media"/>
            <a:extLst>
              <a:ext uri="{FF2B5EF4-FFF2-40B4-BE49-F238E27FC236}">
                <a16:creationId xmlns:a16="http://schemas.microsoft.com/office/drawing/2014/main" id="{FEF8D947-8F95-415C-935C-AD534C86DE81}"/>
              </a:ext>
            </a:extLst>
          </p:cNvPr>
          <p:cNvPicPr>
            <a:picLocks noChangeAspect="1"/>
          </p:cNvPicPr>
          <p:nvPr>
            <a:audioFile r:link="rId2"/>
            <p:extLst>
              <p:ext uri="{DAA4B4D4-6D71-4841-9C94-3DE7FCFB9230}">
                <p14:media xmlns:p14="http://schemas.microsoft.com/office/powerpoint/2010/main" r:embed="rId1"/>
              </p:ext>
            </p:extLst>
          </p:nvPr>
        </p:nvPicPr>
        <p:blipFill>
          <a:blip r:embed="rId4"/>
          <a:stretch>
            <a:fillRect/>
          </a:stretch>
        </p:blipFill>
        <p:spPr>
          <a:xfrm>
            <a:off x="8585200" y="6299200"/>
            <a:ext cx="406400" cy="406400"/>
          </a:xfrm>
          <a:prstGeom prst="rect">
            <a:avLst/>
          </a:prstGeom>
        </p:spPr>
      </p:pic>
    </p:spTree>
    <p:extLst>
      <p:ext uri="{BB962C8B-B14F-4D97-AF65-F5344CB8AC3E}">
        <p14:creationId xmlns:p14="http://schemas.microsoft.com/office/powerpoint/2010/main" val="3364577808"/>
      </p:ext>
    </p:extLst>
  </p:cSld>
  <p:clrMapOvr>
    <a:masterClrMapping/>
  </p:clrMapOvr>
  <mc:AlternateContent xmlns:mc="http://schemas.openxmlformats.org/markup-compatibility/2006" xmlns:p14="http://schemas.microsoft.com/office/powerpoint/2010/main">
    <mc:Choice Requires="p14">
      <p:transition spd="slow" p14:dur="2000" advTm="31189"/>
    </mc:Choice>
    <mc:Fallback xmlns="">
      <p:transition spd="slow" advTm="31189"/>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7"/>
                                        </p:tgtEl>
                                      </p:cBhvr>
                                    </p:cmd>
                                  </p:childTnLst>
                                </p:cTn>
                              </p:par>
                            </p:childTnLst>
                          </p:cTn>
                        </p:par>
                      </p:childTnLst>
                    </p:cTn>
                  </p:par>
                </p:childTnLst>
              </p:cTn>
              <p:prevCondLst>
                <p:cond evt="onPrev" delay="0">
                  <p:tgtEl>
                    <p:sldTgt/>
                  </p:tgtEl>
                </p:cond>
              </p:prevCondLst>
              <p:nextCondLst>
                <p:cond evt="onNext" delay="0">
                  <p:tgtEl>
                    <p:sldTgt/>
                  </p:tgtEl>
                </p:cond>
              </p:nextCondLst>
            </p:seq>
            <p:audio isNarration="1">
              <p:cMediaNode vol="80000" showWhenStopped="0">
                <p:cTn id="7" fill="hold" display="0">
                  <p:stCondLst>
                    <p:cond delay="indefinite"/>
                  </p:stCondLst>
                  <p:endCondLst>
                    <p:cond evt="onStopAudio" delay="0">
                      <p:tgtEl>
                        <p:sldTgt/>
                      </p:tgtEl>
                    </p:cond>
                  </p:endCondLst>
                </p:cTn>
                <p:tgtEl>
                  <p:spTgt spid="7"/>
                </p:tgtEl>
              </p:cMediaNode>
            </p:audio>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Generic Layered Architecture</a:t>
            </a:r>
            <a:r>
              <a:rPr lang="en-GB"/>
              <a:t> </a:t>
            </a:r>
            <a:endParaRPr lang="en-US" dirty="0"/>
          </a:p>
        </p:txBody>
      </p:sp>
      <p:pic>
        <p:nvPicPr>
          <p:cNvPr id="4" name="Content Placeholder 3" descr="6.6 LayeredArch.eps"/>
          <p:cNvPicPr>
            <a:picLocks noGrp="1" noChangeAspect="1"/>
          </p:cNvPicPr>
          <p:nvPr>
            <p:ph idx="1"/>
          </p:nvPr>
        </p:nvPicPr>
        <p:blipFill>
          <a:blip r:embed="rId4"/>
          <a:srcRect l="-16082" r="-16082"/>
          <a:stretch>
            <a:fillRect/>
          </a:stretch>
        </p:blipFill>
        <p:spPr>
          <a:xfrm>
            <a:off x="740945" y="1600200"/>
            <a:ext cx="7271456" cy="3999021"/>
          </a:xfrm>
        </p:spPr>
      </p:pic>
      <p:sp>
        <p:nvSpPr>
          <p:cNvPr id="6" name="Footer Placeholder 5"/>
          <p:cNvSpPr>
            <a:spLocks noGrp="1"/>
          </p:cNvSpPr>
          <p:nvPr>
            <p:ph type="ftr" sz="quarter" idx="11"/>
          </p:nvPr>
        </p:nvSpPr>
        <p:spPr/>
        <p:txBody>
          <a:bodyPr/>
          <a:lstStyle/>
          <a:p>
            <a:r>
              <a:rPr lang="en-US"/>
              <a:t>Software Engineering</a:t>
            </a:r>
          </a:p>
        </p:txBody>
      </p:sp>
      <p:sp>
        <p:nvSpPr>
          <p:cNvPr id="3" name="Date Placeholder 2"/>
          <p:cNvSpPr>
            <a:spLocks noGrp="1"/>
          </p:cNvSpPr>
          <p:nvPr>
            <p:ph type="dt" sz="half" idx="10"/>
          </p:nvPr>
        </p:nvSpPr>
        <p:spPr/>
        <p:txBody>
          <a:bodyPr/>
          <a:lstStyle/>
          <a:p>
            <a:r>
              <a:rPr lang="en-US"/>
              <a:t>2020</a:t>
            </a:r>
          </a:p>
        </p:txBody>
      </p:sp>
      <p:sp>
        <p:nvSpPr>
          <p:cNvPr id="5" name="Slide Number Placeholder 4"/>
          <p:cNvSpPr>
            <a:spLocks noGrp="1"/>
          </p:cNvSpPr>
          <p:nvPr>
            <p:ph type="sldNum" sz="quarter" idx="12"/>
          </p:nvPr>
        </p:nvSpPr>
        <p:spPr/>
        <p:txBody>
          <a:bodyPr/>
          <a:lstStyle/>
          <a:p>
            <a:fld id="{0362C787-829C-4B6B-B21B-90D8981190F3}" type="slidenum">
              <a:rPr lang="en-US" smtClean="0"/>
              <a:pPr/>
              <a:t>10</a:t>
            </a:fld>
            <a:endParaRPr lang="en-US"/>
          </a:p>
        </p:txBody>
      </p:sp>
      <p:pic>
        <p:nvPicPr>
          <p:cNvPr id="8" name="Audio 7">
            <a:hlinkClick r:id="" action="ppaction://media"/>
            <a:extLst>
              <a:ext uri="{FF2B5EF4-FFF2-40B4-BE49-F238E27FC236}">
                <a16:creationId xmlns:a16="http://schemas.microsoft.com/office/drawing/2014/main" id="{A629FD0A-FD44-4CAD-9C0E-8A670CA8E621}"/>
              </a:ext>
            </a:extLst>
          </p:cNvPr>
          <p:cNvPicPr>
            <a:picLocks noChangeAspect="1"/>
          </p:cNvPicPr>
          <p:nvPr>
            <a:audioFile r:link="rId2"/>
            <p:extLst>
              <p:ext uri="{DAA4B4D4-6D71-4841-9C94-3DE7FCFB9230}">
                <p14:media xmlns:p14="http://schemas.microsoft.com/office/powerpoint/2010/main" r:embed="rId1"/>
              </p:ext>
            </p:extLst>
          </p:nvPr>
        </p:nvPicPr>
        <p:blipFill>
          <a:blip r:embed="rId5"/>
          <a:stretch>
            <a:fillRect/>
          </a:stretch>
        </p:blipFill>
        <p:spPr>
          <a:xfrm>
            <a:off x="8585200" y="6299200"/>
            <a:ext cx="406400" cy="406400"/>
          </a:xfrm>
          <a:prstGeom prst="rect">
            <a:avLst/>
          </a:prstGeom>
        </p:spPr>
      </p:pic>
    </p:spTree>
    <p:extLst>
      <p:ext uri="{BB962C8B-B14F-4D97-AF65-F5344CB8AC3E}">
        <p14:creationId xmlns:p14="http://schemas.microsoft.com/office/powerpoint/2010/main" val="2322628187"/>
      </p:ext>
    </p:extLst>
  </p:cSld>
  <p:clrMapOvr>
    <a:masterClrMapping/>
  </p:clrMapOvr>
  <mc:AlternateContent xmlns:mc="http://schemas.openxmlformats.org/markup-compatibility/2006" xmlns:p14="http://schemas.microsoft.com/office/powerpoint/2010/main">
    <mc:Choice Requires="p14">
      <p:transition spd="slow" p14:dur="2000" advTm="41853"/>
    </mc:Choice>
    <mc:Fallback xmlns="">
      <p:transition spd="slow" advTm="41853"/>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8"/>
                                        </p:tgtEl>
                                      </p:cBhvr>
                                    </p:cmd>
                                  </p:childTnLst>
                                </p:cTn>
                              </p:par>
                            </p:childTnLst>
                          </p:cTn>
                        </p:par>
                      </p:childTnLst>
                    </p:cTn>
                  </p:par>
                </p:childTnLst>
              </p:cTn>
              <p:prevCondLst>
                <p:cond evt="onPrev" delay="0">
                  <p:tgtEl>
                    <p:sldTgt/>
                  </p:tgtEl>
                </p:cond>
              </p:prevCondLst>
              <p:nextCondLst>
                <p:cond evt="onNext" delay="0">
                  <p:tgtEl>
                    <p:sldTgt/>
                  </p:tgtEl>
                </p:cond>
              </p:nextCondLst>
            </p:seq>
            <p:audio isNarration="1">
              <p:cMediaNode vol="80000" showWhenStopped="0">
                <p:cTn id="7" fill="hold" display="0">
                  <p:stCondLst>
                    <p:cond delay="indefinite"/>
                  </p:stCondLst>
                  <p:endCondLst>
                    <p:cond evt="onStopAudio" delay="0">
                      <p:tgtEl>
                        <p:sldTgt/>
                      </p:tgtEl>
                    </p:cond>
                  </p:endCondLst>
                </p:cTn>
                <p:tgtEl>
                  <p:spTgt spid="8"/>
                </p:tgtEl>
              </p:cMediaNode>
            </p:audio>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a:t>Example: Architecture of iLearn </a:t>
            </a:r>
            <a:r>
              <a:rPr lang="en-US" dirty="0"/>
              <a:t>S</a:t>
            </a:r>
            <a:r>
              <a:rPr lang="en-US"/>
              <a:t>ystem</a:t>
            </a:r>
            <a:r>
              <a:rPr lang="en-GB"/>
              <a:t> </a:t>
            </a:r>
            <a:endParaRPr lang="en-US" dirty="0"/>
          </a:p>
        </p:txBody>
      </p:sp>
      <p:sp>
        <p:nvSpPr>
          <p:cNvPr id="6" name="Footer Placeholder 5"/>
          <p:cNvSpPr>
            <a:spLocks noGrp="1"/>
          </p:cNvSpPr>
          <p:nvPr>
            <p:ph type="ftr" sz="quarter" idx="11"/>
          </p:nvPr>
        </p:nvSpPr>
        <p:spPr/>
        <p:txBody>
          <a:bodyPr/>
          <a:lstStyle/>
          <a:p>
            <a:r>
              <a:rPr lang="en-US"/>
              <a:t>Software Engineering</a:t>
            </a:r>
          </a:p>
        </p:txBody>
      </p:sp>
      <p:pic>
        <p:nvPicPr>
          <p:cNvPr id="7" name="Picture 6" descr="6.9 iLearn architecture.eps"/>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411036" y="1585960"/>
            <a:ext cx="5781175" cy="4810291"/>
          </a:xfrm>
          <a:prstGeom prst="rect">
            <a:avLst/>
          </a:prstGeom>
        </p:spPr>
      </p:pic>
      <p:sp>
        <p:nvSpPr>
          <p:cNvPr id="3" name="Date Placeholder 2"/>
          <p:cNvSpPr>
            <a:spLocks noGrp="1"/>
          </p:cNvSpPr>
          <p:nvPr>
            <p:ph type="dt" sz="half" idx="10"/>
          </p:nvPr>
        </p:nvSpPr>
        <p:spPr/>
        <p:txBody>
          <a:bodyPr/>
          <a:lstStyle/>
          <a:p>
            <a:r>
              <a:rPr lang="en-US"/>
              <a:t>2020</a:t>
            </a:r>
          </a:p>
        </p:txBody>
      </p:sp>
      <p:sp>
        <p:nvSpPr>
          <p:cNvPr id="4" name="Slide Number Placeholder 3"/>
          <p:cNvSpPr>
            <a:spLocks noGrp="1"/>
          </p:cNvSpPr>
          <p:nvPr>
            <p:ph type="sldNum" sz="quarter" idx="12"/>
          </p:nvPr>
        </p:nvSpPr>
        <p:spPr/>
        <p:txBody>
          <a:bodyPr/>
          <a:lstStyle/>
          <a:p>
            <a:fld id="{0362C787-829C-4B6B-B21B-90D8981190F3}" type="slidenum">
              <a:rPr lang="en-US" smtClean="0"/>
              <a:pPr/>
              <a:t>11</a:t>
            </a:fld>
            <a:endParaRPr lang="en-US"/>
          </a:p>
        </p:txBody>
      </p:sp>
      <p:pic>
        <p:nvPicPr>
          <p:cNvPr id="5" name="Audio 4">
            <a:hlinkClick r:id="" action="ppaction://media"/>
            <a:extLst>
              <a:ext uri="{FF2B5EF4-FFF2-40B4-BE49-F238E27FC236}">
                <a16:creationId xmlns:a16="http://schemas.microsoft.com/office/drawing/2014/main" id="{2190B73D-9436-4F1B-8940-123F17D72D1F}"/>
              </a:ext>
            </a:extLst>
          </p:cNvPr>
          <p:cNvPicPr>
            <a:picLocks noChangeAspect="1"/>
          </p:cNvPicPr>
          <p:nvPr>
            <a:audioFile r:link="rId2"/>
            <p:extLst>
              <p:ext uri="{DAA4B4D4-6D71-4841-9C94-3DE7FCFB9230}">
                <p14:media xmlns:p14="http://schemas.microsoft.com/office/powerpoint/2010/main" r:embed="rId1"/>
              </p:ext>
            </p:extLst>
          </p:nvPr>
        </p:nvPicPr>
        <p:blipFill>
          <a:blip r:embed="rId5"/>
          <a:stretch>
            <a:fillRect/>
          </a:stretch>
        </p:blipFill>
        <p:spPr>
          <a:xfrm>
            <a:off x="8585200" y="6299200"/>
            <a:ext cx="406400" cy="406400"/>
          </a:xfrm>
          <a:prstGeom prst="rect">
            <a:avLst/>
          </a:prstGeom>
        </p:spPr>
      </p:pic>
    </p:spTree>
    <p:extLst>
      <p:ext uri="{BB962C8B-B14F-4D97-AF65-F5344CB8AC3E}">
        <p14:creationId xmlns:p14="http://schemas.microsoft.com/office/powerpoint/2010/main" val="1703871488"/>
      </p:ext>
    </p:extLst>
  </p:cSld>
  <p:clrMapOvr>
    <a:masterClrMapping/>
  </p:clrMapOvr>
  <mc:AlternateContent xmlns:mc="http://schemas.openxmlformats.org/markup-compatibility/2006" xmlns:p14="http://schemas.microsoft.com/office/powerpoint/2010/main">
    <mc:Choice Requires="p14">
      <p:transition spd="slow" p14:dur="2000" advTm="58173"/>
    </mc:Choice>
    <mc:Fallback xmlns="">
      <p:transition spd="slow" advTm="58173"/>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5"/>
                                        </p:tgtEl>
                                      </p:cBhvr>
                                    </p:cmd>
                                  </p:childTnLst>
                                </p:cTn>
                              </p:par>
                            </p:childTnLst>
                          </p:cTn>
                        </p:par>
                      </p:childTnLst>
                    </p:cTn>
                  </p:par>
                </p:childTnLst>
              </p:cTn>
              <p:prevCondLst>
                <p:cond evt="onPrev" delay="0">
                  <p:tgtEl>
                    <p:sldTgt/>
                  </p:tgtEl>
                </p:cond>
              </p:prevCondLst>
              <p:nextCondLst>
                <p:cond evt="onNext" delay="0">
                  <p:tgtEl>
                    <p:sldTgt/>
                  </p:tgtEl>
                </p:cond>
              </p:nextCondLst>
            </p:seq>
            <p:audio isNarration="1">
              <p:cMediaNode vol="80000" showWhenStopped="0">
                <p:cTn id="7" fill="hold" display="0">
                  <p:stCondLst>
                    <p:cond delay="indefinite"/>
                  </p:stCondLst>
                  <p:endCondLst>
                    <p:cond evt="onStopAudio" delay="0">
                      <p:tgtEl>
                        <p:sldTgt/>
                      </p:tgtEl>
                    </p:cond>
                  </p:endCondLst>
                </p:cTn>
                <p:tgtEl>
                  <p:spTgt spid="5"/>
                </p:tgtEl>
              </p:cMediaNode>
            </p:audio>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MY"/>
              <a:t>Example: Architecture of Mentcare System</a:t>
            </a:r>
          </a:p>
        </p:txBody>
      </p:sp>
      <p:sp>
        <p:nvSpPr>
          <p:cNvPr id="4" name="Date Placeholder 3"/>
          <p:cNvSpPr>
            <a:spLocks noGrp="1"/>
          </p:cNvSpPr>
          <p:nvPr>
            <p:ph type="dt" sz="half" idx="10"/>
          </p:nvPr>
        </p:nvSpPr>
        <p:spPr/>
        <p:txBody>
          <a:bodyPr/>
          <a:lstStyle/>
          <a:p>
            <a:r>
              <a:rPr lang="en-US"/>
              <a:t>2020</a:t>
            </a:r>
          </a:p>
        </p:txBody>
      </p:sp>
      <p:sp>
        <p:nvSpPr>
          <p:cNvPr id="5" name="Footer Placeholder 4"/>
          <p:cNvSpPr>
            <a:spLocks noGrp="1"/>
          </p:cNvSpPr>
          <p:nvPr>
            <p:ph type="ftr" sz="quarter" idx="11"/>
          </p:nvPr>
        </p:nvSpPr>
        <p:spPr/>
        <p:txBody>
          <a:bodyPr/>
          <a:lstStyle/>
          <a:p>
            <a:r>
              <a:rPr lang="en-US"/>
              <a:t>Software Engineering</a:t>
            </a:r>
          </a:p>
        </p:txBody>
      </p:sp>
      <p:pic>
        <p:nvPicPr>
          <p:cNvPr id="7" name="Content Placeholder 4" descr="6.17 MHC-PMSArch.eps"/>
          <p:cNvPicPr>
            <a:picLocks noGrp="1" noChangeAspect="1"/>
          </p:cNvPicPr>
          <p:nvPr>
            <p:ph idx="1"/>
          </p:nvPr>
        </p:nvPicPr>
        <p:blipFill>
          <a:blip r:embed="rId4"/>
          <a:srcRect l="-14940" r="-14940"/>
          <a:stretch>
            <a:fillRect/>
          </a:stretch>
        </p:blipFill>
        <p:spPr>
          <a:xfrm>
            <a:off x="1690291" y="1981200"/>
            <a:ext cx="5763418" cy="3169638"/>
          </a:xfrm>
        </p:spPr>
      </p:pic>
      <p:sp>
        <p:nvSpPr>
          <p:cNvPr id="3" name="Slide Number Placeholder 2"/>
          <p:cNvSpPr>
            <a:spLocks noGrp="1"/>
          </p:cNvSpPr>
          <p:nvPr>
            <p:ph type="sldNum" sz="quarter" idx="12"/>
          </p:nvPr>
        </p:nvSpPr>
        <p:spPr/>
        <p:txBody>
          <a:bodyPr/>
          <a:lstStyle/>
          <a:p>
            <a:fld id="{0362C787-829C-4B6B-B21B-90D8981190F3}" type="slidenum">
              <a:rPr lang="en-US" smtClean="0"/>
              <a:pPr/>
              <a:t>12</a:t>
            </a:fld>
            <a:endParaRPr lang="en-US"/>
          </a:p>
        </p:txBody>
      </p:sp>
      <p:pic>
        <p:nvPicPr>
          <p:cNvPr id="6" name="Audio 5">
            <a:hlinkClick r:id="" action="ppaction://media"/>
            <a:extLst>
              <a:ext uri="{FF2B5EF4-FFF2-40B4-BE49-F238E27FC236}">
                <a16:creationId xmlns:a16="http://schemas.microsoft.com/office/drawing/2014/main" id="{7FC44FFE-BF10-46B2-99A0-8A22E33F6A8B}"/>
              </a:ext>
            </a:extLst>
          </p:cNvPr>
          <p:cNvPicPr>
            <a:picLocks noChangeAspect="1"/>
          </p:cNvPicPr>
          <p:nvPr>
            <a:audioFile r:link="rId2"/>
            <p:extLst>
              <p:ext uri="{DAA4B4D4-6D71-4841-9C94-3DE7FCFB9230}">
                <p14:media xmlns:p14="http://schemas.microsoft.com/office/powerpoint/2010/main" r:embed="rId1"/>
              </p:ext>
            </p:extLst>
          </p:nvPr>
        </p:nvPicPr>
        <p:blipFill>
          <a:blip r:embed="rId5"/>
          <a:stretch>
            <a:fillRect/>
          </a:stretch>
        </p:blipFill>
        <p:spPr>
          <a:xfrm>
            <a:off x="8585200" y="6299200"/>
            <a:ext cx="406400" cy="406400"/>
          </a:xfrm>
          <a:prstGeom prst="rect">
            <a:avLst/>
          </a:prstGeom>
        </p:spPr>
      </p:pic>
    </p:spTree>
    <p:extLst>
      <p:ext uri="{BB962C8B-B14F-4D97-AF65-F5344CB8AC3E}">
        <p14:creationId xmlns:p14="http://schemas.microsoft.com/office/powerpoint/2010/main" val="1467956849"/>
      </p:ext>
    </p:extLst>
  </p:cSld>
  <p:clrMapOvr>
    <a:masterClrMapping/>
  </p:clrMapOvr>
  <mc:AlternateContent xmlns:mc="http://schemas.openxmlformats.org/markup-compatibility/2006" xmlns:p14="http://schemas.microsoft.com/office/powerpoint/2010/main">
    <mc:Choice Requires="p14">
      <p:transition spd="slow" p14:dur="2000" advTm="45191"/>
    </mc:Choice>
    <mc:Fallback xmlns="">
      <p:transition spd="slow" advTm="45191"/>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6"/>
                                        </p:tgtEl>
                                      </p:cBhvr>
                                    </p:cmd>
                                  </p:childTnLst>
                                </p:cTn>
                              </p:par>
                            </p:childTnLst>
                          </p:cTn>
                        </p:par>
                      </p:childTnLst>
                    </p:cTn>
                  </p:par>
                </p:childTnLst>
              </p:cTn>
              <p:prevCondLst>
                <p:cond evt="onPrev" delay="0">
                  <p:tgtEl>
                    <p:sldTgt/>
                  </p:tgtEl>
                </p:cond>
              </p:prevCondLst>
              <p:nextCondLst>
                <p:cond evt="onNext" delay="0">
                  <p:tgtEl>
                    <p:sldTgt/>
                  </p:tgtEl>
                </p:cond>
              </p:nextCondLst>
            </p:seq>
            <p:audio isNarration="1">
              <p:cMediaNode vol="80000" showWhenStopped="0">
                <p:cTn id="7" fill="hold" display="0">
                  <p:stCondLst>
                    <p:cond delay="indefinite"/>
                  </p:stCondLst>
                  <p:endCondLst>
                    <p:cond evt="onStopAudio" delay="0">
                      <p:tgtEl>
                        <p:sldTgt/>
                      </p:tgtEl>
                    </p:cond>
                  </p:endCondLst>
                </p:cTn>
                <p:tgtEl>
                  <p:spTgt spid="6"/>
                </p:tgtEl>
              </p:cMediaNode>
            </p:audio>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Three and</a:t>
            </a:r>
            <a:r>
              <a:rPr lang="en-GB"/>
              <a:t> Four L</a:t>
            </a:r>
            <a:r>
              <a:rPr lang="en-US"/>
              <a:t>ayer </a:t>
            </a:r>
            <a:r>
              <a:rPr lang="en-GB"/>
              <a:t>A</a:t>
            </a:r>
            <a:r>
              <a:rPr lang="en-US"/>
              <a:t>rchitecture</a:t>
            </a:r>
            <a:r>
              <a:rPr lang="en-GB"/>
              <a:t>s</a:t>
            </a:r>
            <a:endParaRPr lang="en-MY"/>
          </a:p>
        </p:txBody>
      </p:sp>
      <p:sp>
        <p:nvSpPr>
          <p:cNvPr id="4" name="Date Placeholder 3"/>
          <p:cNvSpPr>
            <a:spLocks noGrp="1"/>
          </p:cNvSpPr>
          <p:nvPr>
            <p:ph type="dt" sz="half" idx="10"/>
          </p:nvPr>
        </p:nvSpPr>
        <p:spPr/>
        <p:txBody>
          <a:bodyPr/>
          <a:lstStyle/>
          <a:p>
            <a:r>
              <a:rPr lang="en-US"/>
              <a:t>2020</a:t>
            </a:r>
          </a:p>
        </p:txBody>
      </p:sp>
      <p:sp>
        <p:nvSpPr>
          <p:cNvPr id="5" name="Footer Placeholder 4"/>
          <p:cNvSpPr>
            <a:spLocks noGrp="1"/>
          </p:cNvSpPr>
          <p:nvPr>
            <p:ph type="ftr" sz="quarter" idx="11"/>
          </p:nvPr>
        </p:nvSpPr>
        <p:spPr/>
        <p:txBody>
          <a:bodyPr/>
          <a:lstStyle/>
          <a:p>
            <a:r>
              <a:rPr lang="en-US"/>
              <a:t>Software Engineering</a:t>
            </a:r>
          </a:p>
        </p:txBody>
      </p:sp>
      <p:grpSp>
        <p:nvGrpSpPr>
          <p:cNvPr id="6" name="Group 8"/>
          <p:cNvGrpSpPr>
            <a:grpSpLocks/>
          </p:cNvGrpSpPr>
          <p:nvPr/>
        </p:nvGrpSpPr>
        <p:grpSpPr bwMode="auto">
          <a:xfrm>
            <a:off x="1084263" y="2284413"/>
            <a:ext cx="1931987" cy="2657475"/>
            <a:chOff x="2192" y="1496"/>
            <a:chExt cx="1128" cy="1552"/>
          </a:xfrm>
        </p:grpSpPr>
        <p:sp>
          <p:nvSpPr>
            <p:cNvPr id="7" name="Rectangle 9"/>
            <p:cNvSpPr>
              <a:spLocks noChangeArrowheads="1"/>
            </p:cNvSpPr>
            <p:nvPr/>
          </p:nvSpPr>
          <p:spPr bwMode="auto">
            <a:xfrm>
              <a:off x="2192" y="1576"/>
              <a:ext cx="1128" cy="352"/>
            </a:xfrm>
            <a:prstGeom prst="rect">
              <a:avLst/>
            </a:prstGeom>
            <a:solidFill>
              <a:schemeClr val="bg1"/>
            </a:solidFill>
            <a:ln w="9525">
              <a:solidFill>
                <a:schemeClr val="tx1"/>
              </a:solidFill>
              <a:miter lim="800000"/>
              <a:headEnd type="none" w="lg" len="lg"/>
              <a:tailEnd type="none" w="lg" len="lg"/>
            </a:ln>
          </p:spPr>
          <p:txBody>
            <a:bodyPr wrap="none" anchor="ctr"/>
            <a:lstStyle/>
            <a:p>
              <a:r>
                <a:rPr lang="en-GB" sz="1600"/>
                <a:t>Presentation</a:t>
              </a:r>
            </a:p>
          </p:txBody>
        </p:sp>
        <p:sp>
          <p:nvSpPr>
            <p:cNvPr id="8" name="Rectangle 10"/>
            <p:cNvSpPr>
              <a:spLocks noChangeArrowheads="1"/>
            </p:cNvSpPr>
            <p:nvPr/>
          </p:nvSpPr>
          <p:spPr bwMode="auto">
            <a:xfrm>
              <a:off x="2192" y="1496"/>
              <a:ext cx="496" cy="80"/>
            </a:xfrm>
            <a:prstGeom prst="rect">
              <a:avLst/>
            </a:prstGeom>
            <a:solidFill>
              <a:schemeClr val="bg1"/>
            </a:solidFill>
            <a:ln w="9525">
              <a:solidFill>
                <a:schemeClr val="tx1"/>
              </a:solidFill>
              <a:miter lim="800000"/>
              <a:headEnd type="none" w="lg" len="lg"/>
              <a:tailEnd type="none" w="lg" len="lg"/>
            </a:ln>
          </p:spPr>
          <p:txBody>
            <a:bodyPr wrap="none" anchor="ctr"/>
            <a:lstStyle/>
            <a:p>
              <a:endParaRPr lang="en-US"/>
            </a:p>
          </p:txBody>
        </p:sp>
        <p:sp>
          <p:nvSpPr>
            <p:cNvPr id="9" name="Rectangle 11"/>
            <p:cNvSpPr>
              <a:spLocks noChangeArrowheads="1"/>
            </p:cNvSpPr>
            <p:nvPr/>
          </p:nvSpPr>
          <p:spPr bwMode="auto">
            <a:xfrm>
              <a:off x="2192" y="2136"/>
              <a:ext cx="1128" cy="352"/>
            </a:xfrm>
            <a:prstGeom prst="rect">
              <a:avLst/>
            </a:prstGeom>
            <a:solidFill>
              <a:schemeClr val="bg1"/>
            </a:solidFill>
            <a:ln w="9525">
              <a:solidFill>
                <a:schemeClr val="tx1"/>
              </a:solidFill>
              <a:miter lim="800000"/>
              <a:headEnd type="none" w="lg" len="lg"/>
              <a:tailEnd type="none" w="lg" len="lg"/>
            </a:ln>
          </p:spPr>
          <p:txBody>
            <a:bodyPr wrap="none" anchor="ctr"/>
            <a:lstStyle/>
            <a:p>
              <a:r>
                <a:rPr lang="en-GB" sz="1600"/>
                <a:t>Business logic</a:t>
              </a:r>
            </a:p>
          </p:txBody>
        </p:sp>
        <p:sp>
          <p:nvSpPr>
            <p:cNvPr id="10" name="Rectangle 12"/>
            <p:cNvSpPr>
              <a:spLocks noChangeArrowheads="1"/>
            </p:cNvSpPr>
            <p:nvPr/>
          </p:nvSpPr>
          <p:spPr bwMode="auto">
            <a:xfrm>
              <a:off x="2192" y="2056"/>
              <a:ext cx="496" cy="80"/>
            </a:xfrm>
            <a:prstGeom prst="rect">
              <a:avLst/>
            </a:prstGeom>
            <a:solidFill>
              <a:schemeClr val="bg1"/>
            </a:solidFill>
            <a:ln w="9525">
              <a:solidFill>
                <a:schemeClr val="tx1"/>
              </a:solidFill>
              <a:miter lim="800000"/>
              <a:headEnd type="none" w="lg" len="lg"/>
              <a:tailEnd type="none" w="lg" len="lg"/>
            </a:ln>
          </p:spPr>
          <p:txBody>
            <a:bodyPr wrap="none" anchor="ctr"/>
            <a:lstStyle/>
            <a:p>
              <a:endParaRPr lang="en-US"/>
            </a:p>
          </p:txBody>
        </p:sp>
        <p:sp>
          <p:nvSpPr>
            <p:cNvPr id="11" name="Rectangle 13"/>
            <p:cNvSpPr>
              <a:spLocks noChangeArrowheads="1"/>
            </p:cNvSpPr>
            <p:nvPr/>
          </p:nvSpPr>
          <p:spPr bwMode="auto">
            <a:xfrm>
              <a:off x="2192" y="2696"/>
              <a:ext cx="1128" cy="352"/>
            </a:xfrm>
            <a:prstGeom prst="rect">
              <a:avLst/>
            </a:prstGeom>
            <a:solidFill>
              <a:schemeClr val="bg1"/>
            </a:solidFill>
            <a:ln w="9525">
              <a:solidFill>
                <a:schemeClr val="tx1"/>
              </a:solidFill>
              <a:miter lim="800000"/>
              <a:headEnd type="none" w="lg" len="lg"/>
              <a:tailEnd type="none" w="lg" len="lg"/>
            </a:ln>
          </p:spPr>
          <p:txBody>
            <a:bodyPr wrap="none" anchor="ctr"/>
            <a:lstStyle/>
            <a:p>
              <a:r>
                <a:rPr lang="en-GB" sz="1600"/>
                <a:t>Database</a:t>
              </a:r>
            </a:p>
          </p:txBody>
        </p:sp>
        <p:sp>
          <p:nvSpPr>
            <p:cNvPr id="12" name="Rectangle 14"/>
            <p:cNvSpPr>
              <a:spLocks noChangeArrowheads="1"/>
            </p:cNvSpPr>
            <p:nvPr/>
          </p:nvSpPr>
          <p:spPr bwMode="auto">
            <a:xfrm>
              <a:off x="2192" y="2616"/>
              <a:ext cx="496" cy="80"/>
            </a:xfrm>
            <a:prstGeom prst="rect">
              <a:avLst/>
            </a:prstGeom>
            <a:solidFill>
              <a:schemeClr val="bg1"/>
            </a:solidFill>
            <a:ln w="9525">
              <a:solidFill>
                <a:schemeClr val="tx1"/>
              </a:solidFill>
              <a:miter lim="800000"/>
              <a:headEnd type="none" w="lg" len="lg"/>
              <a:tailEnd type="none" w="lg" len="lg"/>
            </a:ln>
          </p:spPr>
          <p:txBody>
            <a:bodyPr wrap="none" anchor="ctr"/>
            <a:lstStyle/>
            <a:p>
              <a:endParaRPr lang="en-US"/>
            </a:p>
          </p:txBody>
        </p:sp>
        <p:sp>
          <p:nvSpPr>
            <p:cNvPr id="13" name="Line 15"/>
            <p:cNvSpPr>
              <a:spLocks noChangeShapeType="1"/>
            </p:cNvSpPr>
            <p:nvPr/>
          </p:nvSpPr>
          <p:spPr bwMode="auto">
            <a:xfrm>
              <a:off x="2744" y="1928"/>
              <a:ext cx="0" cy="208"/>
            </a:xfrm>
            <a:prstGeom prst="line">
              <a:avLst/>
            </a:prstGeom>
            <a:noFill/>
            <a:ln w="9525">
              <a:solidFill>
                <a:schemeClr val="tx1"/>
              </a:solidFill>
              <a:prstDash val="dash"/>
              <a:round/>
              <a:headEnd type="none" w="lg" len="lg"/>
              <a:tailEnd type="arrow" w="med" len="med"/>
            </a:ln>
            <a:extLst>
              <a:ext uri="{909E8E84-426E-40DD-AFC4-6F175D3DCCD1}">
                <a14:hiddenFill xmlns:a14="http://schemas.microsoft.com/office/drawing/2010/main">
                  <a:noFill/>
                </a14:hiddenFill>
              </a:ext>
            </a:extLst>
          </p:spPr>
          <p:txBody>
            <a:bodyPr/>
            <a:lstStyle/>
            <a:p>
              <a:endParaRPr lang="en-MY"/>
            </a:p>
          </p:txBody>
        </p:sp>
        <p:sp>
          <p:nvSpPr>
            <p:cNvPr id="14" name="Line 16"/>
            <p:cNvSpPr>
              <a:spLocks noChangeShapeType="1"/>
            </p:cNvSpPr>
            <p:nvPr/>
          </p:nvSpPr>
          <p:spPr bwMode="auto">
            <a:xfrm>
              <a:off x="2744" y="2488"/>
              <a:ext cx="0" cy="208"/>
            </a:xfrm>
            <a:prstGeom prst="line">
              <a:avLst/>
            </a:prstGeom>
            <a:noFill/>
            <a:ln w="9525">
              <a:solidFill>
                <a:schemeClr val="tx1"/>
              </a:solidFill>
              <a:prstDash val="dash"/>
              <a:round/>
              <a:headEnd type="none" w="lg" len="lg"/>
              <a:tailEnd type="arrow" w="med" len="med"/>
            </a:ln>
            <a:extLst>
              <a:ext uri="{909E8E84-426E-40DD-AFC4-6F175D3DCCD1}">
                <a14:hiddenFill xmlns:a14="http://schemas.microsoft.com/office/drawing/2010/main">
                  <a:noFill/>
                </a14:hiddenFill>
              </a:ext>
            </a:extLst>
          </p:spPr>
          <p:txBody>
            <a:bodyPr/>
            <a:lstStyle/>
            <a:p>
              <a:endParaRPr lang="en-MY"/>
            </a:p>
          </p:txBody>
        </p:sp>
      </p:grpSp>
      <p:grpSp>
        <p:nvGrpSpPr>
          <p:cNvPr id="15" name="Group 17"/>
          <p:cNvGrpSpPr>
            <a:grpSpLocks/>
          </p:cNvGrpSpPr>
          <p:nvPr/>
        </p:nvGrpSpPr>
        <p:grpSpPr bwMode="auto">
          <a:xfrm>
            <a:off x="6207125" y="1881188"/>
            <a:ext cx="1862138" cy="3486150"/>
            <a:chOff x="2192" y="1496"/>
            <a:chExt cx="1128" cy="2112"/>
          </a:xfrm>
        </p:grpSpPr>
        <p:sp>
          <p:nvSpPr>
            <p:cNvPr id="16" name="Rectangle 18"/>
            <p:cNvSpPr>
              <a:spLocks noChangeArrowheads="1"/>
            </p:cNvSpPr>
            <p:nvPr/>
          </p:nvSpPr>
          <p:spPr bwMode="auto">
            <a:xfrm>
              <a:off x="2192" y="1576"/>
              <a:ext cx="1128" cy="352"/>
            </a:xfrm>
            <a:prstGeom prst="rect">
              <a:avLst/>
            </a:prstGeom>
            <a:solidFill>
              <a:schemeClr val="bg1"/>
            </a:solidFill>
            <a:ln w="9525">
              <a:solidFill>
                <a:schemeClr val="tx1"/>
              </a:solidFill>
              <a:miter lim="800000"/>
              <a:headEnd type="none" w="lg" len="lg"/>
              <a:tailEnd type="none" w="lg" len="lg"/>
            </a:ln>
          </p:spPr>
          <p:txBody>
            <a:bodyPr wrap="none" anchor="ctr"/>
            <a:lstStyle/>
            <a:p>
              <a:r>
                <a:rPr lang="en-GB" sz="1600"/>
                <a:t>Presentation</a:t>
              </a:r>
            </a:p>
          </p:txBody>
        </p:sp>
        <p:sp>
          <p:nvSpPr>
            <p:cNvPr id="17" name="Rectangle 19"/>
            <p:cNvSpPr>
              <a:spLocks noChangeArrowheads="1"/>
            </p:cNvSpPr>
            <p:nvPr/>
          </p:nvSpPr>
          <p:spPr bwMode="auto">
            <a:xfrm>
              <a:off x="2192" y="1496"/>
              <a:ext cx="496" cy="80"/>
            </a:xfrm>
            <a:prstGeom prst="rect">
              <a:avLst/>
            </a:prstGeom>
            <a:solidFill>
              <a:schemeClr val="bg1"/>
            </a:solidFill>
            <a:ln w="9525">
              <a:solidFill>
                <a:schemeClr val="tx1"/>
              </a:solidFill>
              <a:miter lim="800000"/>
              <a:headEnd type="none" w="lg" len="lg"/>
              <a:tailEnd type="none" w="lg" len="lg"/>
            </a:ln>
          </p:spPr>
          <p:txBody>
            <a:bodyPr wrap="none" anchor="ctr"/>
            <a:lstStyle/>
            <a:p>
              <a:endParaRPr lang="en-US"/>
            </a:p>
          </p:txBody>
        </p:sp>
        <p:sp>
          <p:nvSpPr>
            <p:cNvPr id="18" name="Rectangle 20"/>
            <p:cNvSpPr>
              <a:spLocks noChangeArrowheads="1"/>
            </p:cNvSpPr>
            <p:nvPr/>
          </p:nvSpPr>
          <p:spPr bwMode="auto">
            <a:xfrm>
              <a:off x="2192" y="2136"/>
              <a:ext cx="1128" cy="352"/>
            </a:xfrm>
            <a:prstGeom prst="rect">
              <a:avLst/>
            </a:prstGeom>
            <a:solidFill>
              <a:schemeClr val="bg1"/>
            </a:solidFill>
            <a:ln w="9525">
              <a:solidFill>
                <a:schemeClr val="tx1"/>
              </a:solidFill>
              <a:miter lim="800000"/>
              <a:headEnd type="none" w="lg" len="lg"/>
              <a:tailEnd type="none" w="lg" len="lg"/>
            </a:ln>
          </p:spPr>
          <p:txBody>
            <a:bodyPr wrap="none" anchor="ctr"/>
            <a:lstStyle/>
            <a:p>
              <a:r>
                <a:rPr lang="en-GB" sz="1600"/>
                <a:t>Application logic</a:t>
              </a:r>
            </a:p>
          </p:txBody>
        </p:sp>
        <p:sp>
          <p:nvSpPr>
            <p:cNvPr id="19" name="Rectangle 21"/>
            <p:cNvSpPr>
              <a:spLocks noChangeArrowheads="1"/>
            </p:cNvSpPr>
            <p:nvPr/>
          </p:nvSpPr>
          <p:spPr bwMode="auto">
            <a:xfrm>
              <a:off x="2192" y="2056"/>
              <a:ext cx="496" cy="80"/>
            </a:xfrm>
            <a:prstGeom prst="rect">
              <a:avLst/>
            </a:prstGeom>
            <a:solidFill>
              <a:schemeClr val="bg1"/>
            </a:solidFill>
            <a:ln w="9525">
              <a:solidFill>
                <a:schemeClr val="tx1"/>
              </a:solidFill>
              <a:miter lim="800000"/>
              <a:headEnd type="none" w="lg" len="lg"/>
              <a:tailEnd type="none" w="lg" len="lg"/>
            </a:ln>
          </p:spPr>
          <p:txBody>
            <a:bodyPr wrap="none" anchor="ctr"/>
            <a:lstStyle/>
            <a:p>
              <a:endParaRPr lang="en-US"/>
            </a:p>
          </p:txBody>
        </p:sp>
        <p:sp>
          <p:nvSpPr>
            <p:cNvPr id="20" name="Rectangle 22"/>
            <p:cNvSpPr>
              <a:spLocks noChangeArrowheads="1"/>
            </p:cNvSpPr>
            <p:nvPr/>
          </p:nvSpPr>
          <p:spPr bwMode="auto">
            <a:xfrm>
              <a:off x="2192" y="2696"/>
              <a:ext cx="1128" cy="352"/>
            </a:xfrm>
            <a:prstGeom prst="rect">
              <a:avLst/>
            </a:prstGeom>
            <a:solidFill>
              <a:schemeClr val="bg1"/>
            </a:solidFill>
            <a:ln w="9525">
              <a:solidFill>
                <a:schemeClr val="tx1"/>
              </a:solidFill>
              <a:miter lim="800000"/>
              <a:headEnd type="none" w="lg" len="lg"/>
              <a:tailEnd type="none" w="lg" len="lg"/>
            </a:ln>
          </p:spPr>
          <p:txBody>
            <a:bodyPr wrap="none" anchor="ctr"/>
            <a:lstStyle/>
            <a:p>
              <a:r>
                <a:rPr lang="en-GB" sz="1600"/>
                <a:t>Domain</a:t>
              </a:r>
            </a:p>
          </p:txBody>
        </p:sp>
        <p:sp>
          <p:nvSpPr>
            <p:cNvPr id="21" name="Rectangle 23"/>
            <p:cNvSpPr>
              <a:spLocks noChangeArrowheads="1"/>
            </p:cNvSpPr>
            <p:nvPr/>
          </p:nvSpPr>
          <p:spPr bwMode="auto">
            <a:xfrm>
              <a:off x="2192" y="2616"/>
              <a:ext cx="496" cy="80"/>
            </a:xfrm>
            <a:prstGeom prst="rect">
              <a:avLst/>
            </a:prstGeom>
            <a:solidFill>
              <a:schemeClr val="bg1"/>
            </a:solidFill>
            <a:ln w="9525">
              <a:solidFill>
                <a:schemeClr val="tx1"/>
              </a:solidFill>
              <a:miter lim="800000"/>
              <a:headEnd type="none" w="lg" len="lg"/>
              <a:tailEnd type="none" w="lg" len="lg"/>
            </a:ln>
          </p:spPr>
          <p:txBody>
            <a:bodyPr wrap="none" anchor="ctr"/>
            <a:lstStyle/>
            <a:p>
              <a:endParaRPr lang="en-US"/>
            </a:p>
          </p:txBody>
        </p:sp>
        <p:sp>
          <p:nvSpPr>
            <p:cNvPr id="22" name="Line 24"/>
            <p:cNvSpPr>
              <a:spLocks noChangeShapeType="1"/>
            </p:cNvSpPr>
            <p:nvPr/>
          </p:nvSpPr>
          <p:spPr bwMode="auto">
            <a:xfrm>
              <a:off x="2744" y="1928"/>
              <a:ext cx="0" cy="208"/>
            </a:xfrm>
            <a:prstGeom prst="line">
              <a:avLst/>
            </a:prstGeom>
            <a:noFill/>
            <a:ln w="9525">
              <a:solidFill>
                <a:schemeClr val="tx1"/>
              </a:solidFill>
              <a:prstDash val="dash"/>
              <a:round/>
              <a:headEnd type="none" w="lg" len="lg"/>
              <a:tailEnd type="arrow" w="med" len="med"/>
            </a:ln>
            <a:extLst>
              <a:ext uri="{909E8E84-426E-40DD-AFC4-6F175D3DCCD1}">
                <a14:hiddenFill xmlns:a14="http://schemas.microsoft.com/office/drawing/2010/main">
                  <a:noFill/>
                </a14:hiddenFill>
              </a:ext>
            </a:extLst>
          </p:spPr>
          <p:txBody>
            <a:bodyPr/>
            <a:lstStyle/>
            <a:p>
              <a:endParaRPr lang="en-MY"/>
            </a:p>
          </p:txBody>
        </p:sp>
        <p:sp>
          <p:nvSpPr>
            <p:cNvPr id="23" name="Line 25"/>
            <p:cNvSpPr>
              <a:spLocks noChangeShapeType="1"/>
            </p:cNvSpPr>
            <p:nvPr/>
          </p:nvSpPr>
          <p:spPr bwMode="auto">
            <a:xfrm>
              <a:off x="2744" y="2488"/>
              <a:ext cx="0" cy="208"/>
            </a:xfrm>
            <a:prstGeom prst="line">
              <a:avLst/>
            </a:prstGeom>
            <a:noFill/>
            <a:ln w="9525">
              <a:solidFill>
                <a:schemeClr val="tx1"/>
              </a:solidFill>
              <a:prstDash val="dash"/>
              <a:round/>
              <a:headEnd type="none" w="lg" len="lg"/>
              <a:tailEnd type="arrow" w="med" len="med"/>
            </a:ln>
            <a:extLst>
              <a:ext uri="{909E8E84-426E-40DD-AFC4-6F175D3DCCD1}">
                <a14:hiddenFill xmlns:a14="http://schemas.microsoft.com/office/drawing/2010/main">
                  <a:noFill/>
                </a14:hiddenFill>
              </a:ext>
            </a:extLst>
          </p:spPr>
          <p:txBody>
            <a:bodyPr/>
            <a:lstStyle/>
            <a:p>
              <a:endParaRPr lang="en-MY"/>
            </a:p>
          </p:txBody>
        </p:sp>
        <p:sp>
          <p:nvSpPr>
            <p:cNvPr id="24" name="Rectangle 26"/>
            <p:cNvSpPr>
              <a:spLocks noChangeArrowheads="1"/>
            </p:cNvSpPr>
            <p:nvPr/>
          </p:nvSpPr>
          <p:spPr bwMode="auto">
            <a:xfrm>
              <a:off x="2192" y="3256"/>
              <a:ext cx="1128" cy="352"/>
            </a:xfrm>
            <a:prstGeom prst="rect">
              <a:avLst/>
            </a:prstGeom>
            <a:solidFill>
              <a:schemeClr val="bg1"/>
            </a:solidFill>
            <a:ln w="9525">
              <a:solidFill>
                <a:schemeClr val="tx1"/>
              </a:solidFill>
              <a:miter lim="800000"/>
              <a:headEnd type="none" w="lg" len="lg"/>
              <a:tailEnd type="none" w="lg" len="lg"/>
            </a:ln>
          </p:spPr>
          <p:txBody>
            <a:bodyPr wrap="none" anchor="ctr"/>
            <a:lstStyle/>
            <a:p>
              <a:r>
                <a:rPr lang="en-GB" sz="1600"/>
                <a:t>Database</a:t>
              </a:r>
            </a:p>
          </p:txBody>
        </p:sp>
        <p:sp>
          <p:nvSpPr>
            <p:cNvPr id="25" name="Rectangle 27"/>
            <p:cNvSpPr>
              <a:spLocks noChangeArrowheads="1"/>
            </p:cNvSpPr>
            <p:nvPr/>
          </p:nvSpPr>
          <p:spPr bwMode="auto">
            <a:xfrm>
              <a:off x="2192" y="3176"/>
              <a:ext cx="496" cy="80"/>
            </a:xfrm>
            <a:prstGeom prst="rect">
              <a:avLst/>
            </a:prstGeom>
            <a:solidFill>
              <a:schemeClr val="bg1"/>
            </a:solidFill>
            <a:ln w="9525">
              <a:solidFill>
                <a:schemeClr val="tx1"/>
              </a:solidFill>
              <a:miter lim="800000"/>
              <a:headEnd type="none" w="lg" len="lg"/>
              <a:tailEnd type="none" w="lg" len="lg"/>
            </a:ln>
          </p:spPr>
          <p:txBody>
            <a:bodyPr wrap="none" anchor="ctr"/>
            <a:lstStyle/>
            <a:p>
              <a:endParaRPr lang="en-US"/>
            </a:p>
          </p:txBody>
        </p:sp>
        <p:sp>
          <p:nvSpPr>
            <p:cNvPr id="26" name="Line 28"/>
            <p:cNvSpPr>
              <a:spLocks noChangeShapeType="1"/>
            </p:cNvSpPr>
            <p:nvPr/>
          </p:nvSpPr>
          <p:spPr bwMode="auto">
            <a:xfrm>
              <a:off x="2744" y="3048"/>
              <a:ext cx="0" cy="208"/>
            </a:xfrm>
            <a:prstGeom prst="line">
              <a:avLst/>
            </a:prstGeom>
            <a:noFill/>
            <a:ln w="9525">
              <a:solidFill>
                <a:schemeClr val="tx1"/>
              </a:solidFill>
              <a:prstDash val="dash"/>
              <a:round/>
              <a:headEnd type="none" w="lg" len="lg"/>
              <a:tailEnd type="arrow" w="med" len="med"/>
            </a:ln>
            <a:extLst>
              <a:ext uri="{909E8E84-426E-40DD-AFC4-6F175D3DCCD1}">
                <a14:hiddenFill xmlns:a14="http://schemas.microsoft.com/office/drawing/2010/main">
                  <a:noFill/>
                </a14:hiddenFill>
              </a:ext>
            </a:extLst>
          </p:spPr>
          <p:txBody>
            <a:bodyPr/>
            <a:lstStyle/>
            <a:p>
              <a:endParaRPr lang="en-MY"/>
            </a:p>
          </p:txBody>
        </p:sp>
      </p:grpSp>
      <p:sp>
        <p:nvSpPr>
          <p:cNvPr id="27" name="Right Arrow 26"/>
          <p:cNvSpPr/>
          <p:nvPr/>
        </p:nvSpPr>
        <p:spPr>
          <a:xfrm>
            <a:off x="3209714" y="2937597"/>
            <a:ext cx="2930525" cy="1561609"/>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MY"/>
              <a:t>Business logic layer can be split into 2 layers </a:t>
            </a:r>
          </a:p>
        </p:txBody>
      </p:sp>
      <p:sp>
        <p:nvSpPr>
          <p:cNvPr id="28" name="Rectangle 27"/>
          <p:cNvSpPr/>
          <p:nvPr/>
        </p:nvSpPr>
        <p:spPr>
          <a:xfrm>
            <a:off x="1023667" y="6044264"/>
            <a:ext cx="4372094" cy="369332"/>
          </a:xfrm>
          <a:prstGeom prst="rect">
            <a:avLst/>
          </a:prstGeom>
        </p:spPr>
        <p:txBody>
          <a:bodyPr wrap="none">
            <a:spAutoFit/>
          </a:bodyPr>
          <a:lstStyle/>
          <a:p>
            <a:r>
              <a:rPr lang="en-GB"/>
              <a:t>Source: Bennett, McRobb and Farmer (2010)</a:t>
            </a:r>
            <a:endParaRPr lang="en-MY"/>
          </a:p>
        </p:txBody>
      </p:sp>
      <p:sp>
        <p:nvSpPr>
          <p:cNvPr id="3" name="Slide Number Placeholder 2"/>
          <p:cNvSpPr>
            <a:spLocks noGrp="1"/>
          </p:cNvSpPr>
          <p:nvPr>
            <p:ph type="sldNum" sz="quarter" idx="12"/>
          </p:nvPr>
        </p:nvSpPr>
        <p:spPr/>
        <p:txBody>
          <a:bodyPr/>
          <a:lstStyle/>
          <a:p>
            <a:fld id="{0362C787-829C-4B6B-B21B-90D8981190F3}" type="slidenum">
              <a:rPr lang="en-US" smtClean="0"/>
              <a:pPr/>
              <a:t>13</a:t>
            </a:fld>
            <a:endParaRPr lang="en-US"/>
          </a:p>
        </p:txBody>
      </p:sp>
      <p:pic>
        <p:nvPicPr>
          <p:cNvPr id="30" name="Audio 29">
            <a:hlinkClick r:id="" action="ppaction://media"/>
            <a:extLst>
              <a:ext uri="{FF2B5EF4-FFF2-40B4-BE49-F238E27FC236}">
                <a16:creationId xmlns:a16="http://schemas.microsoft.com/office/drawing/2014/main" id="{C439802C-0FA3-4A9E-9CAB-79C7D782ACFB}"/>
              </a:ext>
            </a:extLst>
          </p:cNvPr>
          <p:cNvPicPr>
            <a:picLocks noChangeAspect="1"/>
          </p:cNvPicPr>
          <p:nvPr>
            <a:audioFile r:link="rId2"/>
            <p:extLst>
              <p:ext uri="{DAA4B4D4-6D71-4841-9C94-3DE7FCFB9230}">
                <p14:media xmlns:p14="http://schemas.microsoft.com/office/powerpoint/2010/main" r:embed="rId1"/>
              </p:ext>
            </p:extLst>
          </p:nvPr>
        </p:nvPicPr>
        <p:blipFill>
          <a:blip r:embed="rId4"/>
          <a:stretch>
            <a:fillRect/>
          </a:stretch>
        </p:blipFill>
        <p:spPr>
          <a:xfrm>
            <a:off x="8585200" y="6299200"/>
            <a:ext cx="406400" cy="406400"/>
          </a:xfrm>
          <a:prstGeom prst="rect">
            <a:avLst/>
          </a:prstGeom>
        </p:spPr>
      </p:pic>
    </p:spTree>
    <p:extLst>
      <p:ext uri="{BB962C8B-B14F-4D97-AF65-F5344CB8AC3E}">
        <p14:creationId xmlns:p14="http://schemas.microsoft.com/office/powerpoint/2010/main" val="1139690107"/>
      </p:ext>
    </p:extLst>
  </p:cSld>
  <p:clrMapOvr>
    <a:masterClrMapping/>
  </p:clrMapOvr>
  <mc:AlternateContent xmlns:mc="http://schemas.openxmlformats.org/markup-compatibility/2006" xmlns:p14="http://schemas.microsoft.com/office/powerpoint/2010/main">
    <mc:Choice Requires="p14">
      <p:transition spd="slow" p14:dur="2000" advTm="36582"/>
    </mc:Choice>
    <mc:Fallback xmlns="">
      <p:transition spd="slow" advTm="36582"/>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30"/>
                                        </p:tgtEl>
                                      </p:cBhvr>
                                    </p:cmd>
                                  </p:childTnLst>
                                </p:cTn>
                              </p:par>
                            </p:childTnLst>
                          </p:cTn>
                        </p:par>
                      </p:childTnLst>
                    </p:cTn>
                  </p:par>
                </p:childTnLst>
              </p:cTn>
              <p:prevCondLst>
                <p:cond evt="onPrev" delay="0">
                  <p:tgtEl>
                    <p:sldTgt/>
                  </p:tgtEl>
                </p:cond>
              </p:prevCondLst>
              <p:nextCondLst>
                <p:cond evt="onNext" delay="0">
                  <p:tgtEl>
                    <p:sldTgt/>
                  </p:tgtEl>
                </p:cond>
              </p:nextCondLst>
            </p:seq>
            <p:audio isNarration="1">
              <p:cMediaNode vol="80000" showWhenStopped="0">
                <p:cTn id="7" fill="hold" display="0">
                  <p:stCondLst>
                    <p:cond delay="indefinite"/>
                  </p:stCondLst>
                  <p:endCondLst>
                    <p:cond evt="onStopAudio" delay="0">
                      <p:tgtEl>
                        <p:sldTgt/>
                      </p:tgtEl>
                    </p:cond>
                  </p:endCondLst>
                </p:cTn>
                <p:tgtEl>
                  <p:spTgt spid="30"/>
                </p:tgtEl>
              </p:cMediaNode>
            </p:audio>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MY"/>
              <a:t>Example: Partitioned Subsystems in Four Layer Architecture</a:t>
            </a:r>
          </a:p>
        </p:txBody>
      </p:sp>
      <p:sp>
        <p:nvSpPr>
          <p:cNvPr id="3" name="Content Placeholder 2"/>
          <p:cNvSpPr>
            <a:spLocks noGrp="1"/>
          </p:cNvSpPr>
          <p:nvPr>
            <p:ph idx="1"/>
          </p:nvPr>
        </p:nvSpPr>
        <p:spPr/>
        <p:txBody>
          <a:bodyPr/>
          <a:lstStyle/>
          <a:p>
            <a:r>
              <a:rPr lang="en-US"/>
              <a:t>Loosely coupled </a:t>
            </a:r>
            <a:r>
              <a:rPr lang="en-GB"/>
              <a:t>subsystems, </a:t>
            </a:r>
            <a:r>
              <a:rPr lang="en-US"/>
              <a:t>each deliver</a:t>
            </a:r>
            <a:r>
              <a:rPr lang="en-GB"/>
              <a:t>ing</a:t>
            </a:r>
            <a:r>
              <a:rPr lang="en-US"/>
              <a:t> a single service or coherent group of services</a:t>
            </a:r>
          </a:p>
          <a:p>
            <a:pPr marL="0" indent="0">
              <a:buNone/>
            </a:pPr>
            <a:endParaRPr lang="en-MY"/>
          </a:p>
        </p:txBody>
      </p:sp>
      <p:sp>
        <p:nvSpPr>
          <p:cNvPr id="4" name="Date Placeholder 3"/>
          <p:cNvSpPr>
            <a:spLocks noGrp="1"/>
          </p:cNvSpPr>
          <p:nvPr>
            <p:ph type="dt" sz="half" idx="10"/>
          </p:nvPr>
        </p:nvSpPr>
        <p:spPr/>
        <p:txBody>
          <a:bodyPr/>
          <a:lstStyle/>
          <a:p>
            <a:r>
              <a:rPr lang="en-US"/>
              <a:t>2020</a:t>
            </a:r>
          </a:p>
        </p:txBody>
      </p:sp>
      <p:sp>
        <p:nvSpPr>
          <p:cNvPr id="5" name="Footer Placeholder 4"/>
          <p:cNvSpPr>
            <a:spLocks noGrp="1"/>
          </p:cNvSpPr>
          <p:nvPr>
            <p:ph type="ftr" sz="quarter" idx="11"/>
          </p:nvPr>
        </p:nvSpPr>
        <p:spPr/>
        <p:txBody>
          <a:bodyPr/>
          <a:lstStyle/>
          <a:p>
            <a:r>
              <a:rPr lang="en-US"/>
              <a:t>Software Engineering</a:t>
            </a:r>
          </a:p>
        </p:txBody>
      </p:sp>
      <p:grpSp>
        <p:nvGrpSpPr>
          <p:cNvPr id="6" name="Group 7"/>
          <p:cNvGrpSpPr>
            <a:grpSpLocks/>
          </p:cNvGrpSpPr>
          <p:nvPr/>
        </p:nvGrpSpPr>
        <p:grpSpPr bwMode="auto">
          <a:xfrm>
            <a:off x="609599" y="2797405"/>
            <a:ext cx="6051550" cy="3352800"/>
            <a:chOff x="753" y="1496"/>
            <a:chExt cx="3812" cy="2112"/>
          </a:xfrm>
        </p:grpSpPr>
        <p:sp>
          <p:nvSpPr>
            <p:cNvPr id="7" name="Rectangle 8"/>
            <p:cNvSpPr>
              <a:spLocks noChangeArrowheads="1"/>
            </p:cNvSpPr>
            <p:nvPr/>
          </p:nvSpPr>
          <p:spPr bwMode="auto">
            <a:xfrm>
              <a:off x="2896" y="1576"/>
              <a:ext cx="1128" cy="352"/>
            </a:xfrm>
            <a:prstGeom prst="rect">
              <a:avLst/>
            </a:prstGeom>
            <a:solidFill>
              <a:schemeClr val="bg1"/>
            </a:solidFill>
            <a:ln w="9525">
              <a:solidFill>
                <a:schemeClr val="tx1"/>
              </a:solidFill>
              <a:miter lim="800000"/>
              <a:headEnd type="none" w="lg" len="lg"/>
              <a:tailEnd type="none" w="lg" len="lg"/>
            </a:ln>
          </p:spPr>
          <p:txBody>
            <a:bodyPr wrap="none" anchor="ctr"/>
            <a:lstStyle/>
            <a:p>
              <a:r>
                <a:rPr lang="en-GB" sz="1400"/>
                <a:t>Campaign Costs </a:t>
              </a:r>
              <a:br>
                <a:rPr lang="en-GB" sz="1400"/>
              </a:br>
              <a:r>
                <a:rPr lang="en-GB" sz="1400"/>
                <a:t>HCI Subsystem</a:t>
              </a:r>
            </a:p>
          </p:txBody>
        </p:sp>
        <p:sp>
          <p:nvSpPr>
            <p:cNvPr id="8" name="Rectangle 9"/>
            <p:cNvSpPr>
              <a:spLocks noChangeArrowheads="1"/>
            </p:cNvSpPr>
            <p:nvPr/>
          </p:nvSpPr>
          <p:spPr bwMode="auto">
            <a:xfrm>
              <a:off x="2896" y="1496"/>
              <a:ext cx="496" cy="80"/>
            </a:xfrm>
            <a:prstGeom prst="rect">
              <a:avLst/>
            </a:prstGeom>
            <a:solidFill>
              <a:schemeClr val="bg1"/>
            </a:solidFill>
            <a:ln w="9525">
              <a:solidFill>
                <a:schemeClr val="tx1"/>
              </a:solidFill>
              <a:miter lim="800000"/>
              <a:headEnd type="none" w="lg" len="lg"/>
              <a:tailEnd type="none" w="lg" len="lg"/>
            </a:ln>
          </p:spPr>
          <p:txBody>
            <a:bodyPr wrap="none" anchor="ctr"/>
            <a:lstStyle/>
            <a:p>
              <a:endParaRPr lang="en-US"/>
            </a:p>
          </p:txBody>
        </p:sp>
        <p:sp>
          <p:nvSpPr>
            <p:cNvPr id="9" name="Rectangle 10"/>
            <p:cNvSpPr>
              <a:spLocks noChangeArrowheads="1"/>
            </p:cNvSpPr>
            <p:nvPr/>
          </p:nvSpPr>
          <p:spPr bwMode="auto">
            <a:xfrm>
              <a:off x="2896" y="2136"/>
              <a:ext cx="1128" cy="352"/>
            </a:xfrm>
            <a:prstGeom prst="rect">
              <a:avLst/>
            </a:prstGeom>
            <a:solidFill>
              <a:schemeClr val="bg1"/>
            </a:solidFill>
            <a:ln w="9525">
              <a:solidFill>
                <a:schemeClr val="tx1"/>
              </a:solidFill>
              <a:miter lim="800000"/>
              <a:headEnd type="none" w="lg" len="lg"/>
              <a:tailEnd type="none" w="lg" len="lg"/>
            </a:ln>
          </p:spPr>
          <p:txBody>
            <a:bodyPr wrap="none" anchor="ctr"/>
            <a:lstStyle/>
            <a:p>
              <a:r>
                <a:rPr lang="en-GB" sz="1400"/>
                <a:t>Campaign Costs </a:t>
              </a:r>
              <a:br>
                <a:rPr lang="en-GB" sz="1400"/>
              </a:br>
              <a:r>
                <a:rPr lang="en-GB" sz="1400"/>
                <a:t>Subsystem</a:t>
              </a:r>
            </a:p>
          </p:txBody>
        </p:sp>
        <p:sp>
          <p:nvSpPr>
            <p:cNvPr id="10" name="Rectangle 11"/>
            <p:cNvSpPr>
              <a:spLocks noChangeArrowheads="1"/>
            </p:cNvSpPr>
            <p:nvPr/>
          </p:nvSpPr>
          <p:spPr bwMode="auto">
            <a:xfrm>
              <a:off x="2896" y="2056"/>
              <a:ext cx="496" cy="80"/>
            </a:xfrm>
            <a:prstGeom prst="rect">
              <a:avLst/>
            </a:prstGeom>
            <a:solidFill>
              <a:schemeClr val="bg1"/>
            </a:solidFill>
            <a:ln w="9525">
              <a:solidFill>
                <a:schemeClr val="tx1"/>
              </a:solidFill>
              <a:miter lim="800000"/>
              <a:headEnd type="none" w="lg" len="lg"/>
              <a:tailEnd type="none" w="lg" len="lg"/>
            </a:ln>
          </p:spPr>
          <p:txBody>
            <a:bodyPr wrap="none" anchor="ctr"/>
            <a:lstStyle/>
            <a:p>
              <a:endParaRPr lang="en-US"/>
            </a:p>
          </p:txBody>
        </p:sp>
        <p:sp>
          <p:nvSpPr>
            <p:cNvPr id="11" name="Rectangle 12"/>
            <p:cNvSpPr>
              <a:spLocks noChangeArrowheads="1"/>
            </p:cNvSpPr>
            <p:nvPr/>
          </p:nvSpPr>
          <p:spPr bwMode="auto">
            <a:xfrm>
              <a:off x="2192" y="2696"/>
              <a:ext cx="1128" cy="352"/>
            </a:xfrm>
            <a:prstGeom prst="rect">
              <a:avLst/>
            </a:prstGeom>
            <a:solidFill>
              <a:schemeClr val="bg1"/>
            </a:solidFill>
            <a:ln w="9525">
              <a:solidFill>
                <a:schemeClr val="tx1"/>
              </a:solidFill>
              <a:miter lim="800000"/>
              <a:headEnd type="none" w="lg" len="lg"/>
              <a:tailEnd type="none" w="lg" len="lg"/>
            </a:ln>
          </p:spPr>
          <p:txBody>
            <a:bodyPr wrap="none" anchor="ctr"/>
            <a:lstStyle/>
            <a:p>
              <a:r>
                <a:rPr lang="en-GB" sz="1400"/>
                <a:t>Campaign Domain</a:t>
              </a:r>
            </a:p>
          </p:txBody>
        </p:sp>
        <p:sp>
          <p:nvSpPr>
            <p:cNvPr id="12" name="Rectangle 13"/>
            <p:cNvSpPr>
              <a:spLocks noChangeArrowheads="1"/>
            </p:cNvSpPr>
            <p:nvPr/>
          </p:nvSpPr>
          <p:spPr bwMode="auto">
            <a:xfrm>
              <a:off x="2192" y="2616"/>
              <a:ext cx="496" cy="80"/>
            </a:xfrm>
            <a:prstGeom prst="rect">
              <a:avLst/>
            </a:prstGeom>
            <a:solidFill>
              <a:schemeClr val="bg1"/>
            </a:solidFill>
            <a:ln w="9525">
              <a:solidFill>
                <a:schemeClr val="tx1"/>
              </a:solidFill>
              <a:miter lim="800000"/>
              <a:headEnd type="none" w="lg" len="lg"/>
              <a:tailEnd type="none" w="lg" len="lg"/>
            </a:ln>
          </p:spPr>
          <p:txBody>
            <a:bodyPr wrap="none" anchor="ctr"/>
            <a:lstStyle/>
            <a:p>
              <a:endParaRPr lang="en-US"/>
            </a:p>
          </p:txBody>
        </p:sp>
        <p:sp>
          <p:nvSpPr>
            <p:cNvPr id="13" name="Line 14"/>
            <p:cNvSpPr>
              <a:spLocks noChangeShapeType="1"/>
            </p:cNvSpPr>
            <p:nvPr/>
          </p:nvSpPr>
          <p:spPr bwMode="auto">
            <a:xfrm>
              <a:off x="3448" y="1928"/>
              <a:ext cx="0" cy="208"/>
            </a:xfrm>
            <a:prstGeom prst="line">
              <a:avLst/>
            </a:prstGeom>
            <a:noFill/>
            <a:ln w="9525">
              <a:solidFill>
                <a:schemeClr val="tx1"/>
              </a:solidFill>
              <a:prstDash val="dash"/>
              <a:round/>
              <a:headEnd type="none" w="lg" len="lg"/>
              <a:tailEnd type="arrow" w="med" len="med"/>
            </a:ln>
            <a:extLst>
              <a:ext uri="{909E8E84-426E-40DD-AFC4-6F175D3DCCD1}">
                <a14:hiddenFill xmlns:a14="http://schemas.microsoft.com/office/drawing/2010/main">
                  <a:noFill/>
                </a14:hiddenFill>
              </a:ext>
            </a:extLst>
          </p:spPr>
          <p:txBody>
            <a:bodyPr/>
            <a:lstStyle/>
            <a:p>
              <a:endParaRPr lang="en-MY"/>
            </a:p>
          </p:txBody>
        </p:sp>
        <p:sp>
          <p:nvSpPr>
            <p:cNvPr id="14" name="Line 15"/>
            <p:cNvSpPr>
              <a:spLocks noChangeShapeType="1"/>
            </p:cNvSpPr>
            <p:nvPr/>
          </p:nvSpPr>
          <p:spPr bwMode="auto">
            <a:xfrm>
              <a:off x="3152" y="2488"/>
              <a:ext cx="0" cy="208"/>
            </a:xfrm>
            <a:prstGeom prst="line">
              <a:avLst/>
            </a:prstGeom>
            <a:noFill/>
            <a:ln w="9525">
              <a:solidFill>
                <a:schemeClr val="tx1"/>
              </a:solidFill>
              <a:prstDash val="dash"/>
              <a:round/>
              <a:headEnd type="none" w="lg" len="lg"/>
              <a:tailEnd type="arrow" w="med" len="med"/>
            </a:ln>
            <a:extLst>
              <a:ext uri="{909E8E84-426E-40DD-AFC4-6F175D3DCCD1}">
                <a14:hiddenFill xmlns:a14="http://schemas.microsoft.com/office/drawing/2010/main">
                  <a:noFill/>
                </a14:hiddenFill>
              </a:ext>
            </a:extLst>
          </p:spPr>
          <p:txBody>
            <a:bodyPr/>
            <a:lstStyle/>
            <a:p>
              <a:endParaRPr lang="en-MY"/>
            </a:p>
          </p:txBody>
        </p:sp>
        <p:sp>
          <p:nvSpPr>
            <p:cNvPr id="15" name="Rectangle 16"/>
            <p:cNvSpPr>
              <a:spLocks noChangeArrowheads="1"/>
            </p:cNvSpPr>
            <p:nvPr/>
          </p:nvSpPr>
          <p:spPr bwMode="auto">
            <a:xfrm>
              <a:off x="2192" y="3256"/>
              <a:ext cx="1128" cy="352"/>
            </a:xfrm>
            <a:prstGeom prst="rect">
              <a:avLst/>
            </a:prstGeom>
            <a:solidFill>
              <a:schemeClr val="bg1"/>
            </a:solidFill>
            <a:ln w="9525">
              <a:solidFill>
                <a:schemeClr val="tx1"/>
              </a:solidFill>
              <a:miter lim="800000"/>
              <a:headEnd type="none" w="lg" len="lg"/>
              <a:tailEnd type="none" w="lg" len="lg"/>
            </a:ln>
          </p:spPr>
          <p:txBody>
            <a:bodyPr wrap="none" anchor="ctr"/>
            <a:lstStyle/>
            <a:p>
              <a:r>
                <a:rPr lang="en-GB" sz="1400"/>
                <a:t>Campaign Database</a:t>
              </a:r>
            </a:p>
          </p:txBody>
        </p:sp>
        <p:sp>
          <p:nvSpPr>
            <p:cNvPr id="16" name="Rectangle 17"/>
            <p:cNvSpPr>
              <a:spLocks noChangeArrowheads="1"/>
            </p:cNvSpPr>
            <p:nvPr/>
          </p:nvSpPr>
          <p:spPr bwMode="auto">
            <a:xfrm>
              <a:off x="2192" y="3176"/>
              <a:ext cx="496" cy="80"/>
            </a:xfrm>
            <a:prstGeom prst="rect">
              <a:avLst/>
            </a:prstGeom>
            <a:solidFill>
              <a:schemeClr val="bg1"/>
            </a:solidFill>
            <a:ln w="9525">
              <a:solidFill>
                <a:schemeClr val="tx1"/>
              </a:solidFill>
              <a:miter lim="800000"/>
              <a:headEnd type="none" w="lg" len="lg"/>
              <a:tailEnd type="none" w="lg" len="lg"/>
            </a:ln>
          </p:spPr>
          <p:txBody>
            <a:bodyPr wrap="none" anchor="ctr"/>
            <a:lstStyle/>
            <a:p>
              <a:endParaRPr lang="en-US"/>
            </a:p>
          </p:txBody>
        </p:sp>
        <p:sp>
          <p:nvSpPr>
            <p:cNvPr id="17" name="Line 18"/>
            <p:cNvSpPr>
              <a:spLocks noChangeShapeType="1"/>
            </p:cNvSpPr>
            <p:nvPr/>
          </p:nvSpPr>
          <p:spPr bwMode="auto">
            <a:xfrm>
              <a:off x="2744" y="3048"/>
              <a:ext cx="0" cy="208"/>
            </a:xfrm>
            <a:prstGeom prst="line">
              <a:avLst/>
            </a:prstGeom>
            <a:noFill/>
            <a:ln w="9525">
              <a:solidFill>
                <a:schemeClr val="tx1"/>
              </a:solidFill>
              <a:prstDash val="dash"/>
              <a:round/>
              <a:headEnd type="none" w="lg" len="lg"/>
              <a:tailEnd type="arrow" w="med" len="med"/>
            </a:ln>
            <a:extLst>
              <a:ext uri="{909E8E84-426E-40DD-AFC4-6F175D3DCCD1}">
                <a14:hiddenFill xmlns:a14="http://schemas.microsoft.com/office/drawing/2010/main">
                  <a:noFill/>
                </a14:hiddenFill>
              </a:ext>
            </a:extLst>
          </p:spPr>
          <p:txBody>
            <a:bodyPr/>
            <a:lstStyle/>
            <a:p>
              <a:endParaRPr lang="en-MY"/>
            </a:p>
          </p:txBody>
        </p:sp>
        <p:sp>
          <p:nvSpPr>
            <p:cNvPr id="18" name="Rectangle 19"/>
            <p:cNvSpPr>
              <a:spLocks noChangeArrowheads="1"/>
            </p:cNvSpPr>
            <p:nvPr/>
          </p:nvSpPr>
          <p:spPr bwMode="auto">
            <a:xfrm>
              <a:off x="1456" y="1576"/>
              <a:ext cx="1128" cy="352"/>
            </a:xfrm>
            <a:prstGeom prst="rect">
              <a:avLst/>
            </a:prstGeom>
            <a:solidFill>
              <a:schemeClr val="bg1"/>
            </a:solidFill>
            <a:ln w="9525">
              <a:solidFill>
                <a:schemeClr val="tx1"/>
              </a:solidFill>
              <a:miter lim="800000"/>
              <a:headEnd type="none" w="lg" len="lg"/>
              <a:tailEnd type="none" w="lg" len="lg"/>
            </a:ln>
          </p:spPr>
          <p:txBody>
            <a:bodyPr wrap="none" anchor="ctr"/>
            <a:lstStyle/>
            <a:p>
              <a:r>
                <a:rPr lang="en-GB" sz="1400"/>
                <a:t>Advert </a:t>
              </a:r>
            </a:p>
            <a:p>
              <a:r>
                <a:rPr lang="en-GB" sz="1400"/>
                <a:t>HCI Subsystem</a:t>
              </a:r>
            </a:p>
          </p:txBody>
        </p:sp>
        <p:sp>
          <p:nvSpPr>
            <p:cNvPr id="19" name="Rectangle 20"/>
            <p:cNvSpPr>
              <a:spLocks noChangeArrowheads="1"/>
            </p:cNvSpPr>
            <p:nvPr/>
          </p:nvSpPr>
          <p:spPr bwMode="auto">
            <a:xfrm>
              <a:off x="1456" y="1496"/>
              <a:ext cx="496" cy="80"/>
            </a:xfrm>
            <a:prstGeom prst="rect">
              <a:avLst/>
            </a:prstGeom>
            <a:solidFill>
              <a:schemeClr val="bg1"/>
            </a:solidFill>
            <a:ln w="9525">
              <a:solidFill>
                <a:schemeClr val="tx1"/>
              </a:solidFill>
              <a:miter lim="800000"/>
              <a:headEnd type="none" w="lg" len="lg"/>
              <a:tailEnd type="none" w="lg" len="lg"/>
            </a:ln>
          </p:spPr>
          <p:txBody>
            <a:bodyPr wrap="none" anchor="ctr"/>
            <a:lstStyle/>
            <a:p>
              <a:endParaRPr lang="en-US"/>
            </a:p>
          </p:txBody>
        </p:sp>
        <p:sp>
          <p:nvSpPr>
            <p:cNvPr id="20" name="Rectangle 21"/>
            <p:cNvSpPr>
              <a:spLocks noChangeArrowheads="1"/>
            </p:cNvSpPr>
            <p:nvPr/>
          </p:nvSpPr>
          <p:spPr bwMode="auto">
            <a:xfrm>
              <a:off x="1456" y="2136"/>
              <a:ext cx="1128" cy="352"/>
            </a:xfrm>
            <a:prstGeom prst="rect">
              <a:avLst/>
            </a:prstGeom>
            <a:solidFill>
              <a:schemeClr val="bg1"/>
            </a:solidFill>
            <a:ln w="9525">
              <a:solidFill>
                <a:schemeClr val="tx1"/>
              </a:solidFill>
              <a:miter lim="800000"/>
              <a:headEnd type="none" w="lg" len="lg"/>
              <a:tailEnd type="none" w="lg" len="lg"/>
            </a:ln>
          </p:spPr>
          <p:txBody>
            <a:bodyPr wrap="none" anchor="ctr"/>
            <a:lstStyle/>
            <a:p>
              <a:r>
                <a:rPr lang="en-GB" sz="1400"/>
                <a:t>Advert </a:t>
              </a:r>
            </a:p>
            <a:p>
              <a:r>
                <a:rPr lang="en-GB" sz="1400"/>
                <a:t>Subsystem</a:t>
              </a:r>
            </a:p>
          </p:txBody>
        </p:sp>
        <p:sp>
          <p:nvSpPr>
            <p:cNvPr id="21" name="Rectangle 22"/>
            <p:cNvSpPr>
              <a:spLocks noChangeArrowheads="1"/>
            </p:cNvSpPr>
            <p:nvPr/>
          </p:nvSpPr>
          <p:spPr bwMode="auto">
            <a:xfrm>
              <a:off x="1456" y="2056"/>
              <a:ext cx="496" cy="80"/>
            </a:xfrm>
            <a:prstGeom prst="rect">
              <a:avLst/>
            </a:prstGeom>
            <a:solidFill>
              <a:schemeClr val="bg1"/>
            </a:solidFill>
            <a:ln w="9525">
              <a:solidFill>
                <a:schemeClr val="tx1"/>
              </a:solidFill>
              <a:miter lim="800000"/>
              <a:headEnd type="none" w="lg" len="lg"/>
              <a:tailEnd type="none" w="lg" len="lg"/>
            </a:ln>
          </p:spPr>
          <p:txBody>
            <a:bodyPr wrap="none" anchor="ctr"/>
            <a:lstStyle/>
            <a:p>
              <a:endParaRPr lang="en-US"/>
            </a:p>
          </p:txBody>
        </p:sp>
        <p:sp>
          <p:nvSpPr>
            <p:cNvPr id="22" name="Line 23"/>
            <p:cNvSpPr>
              <a:spLocks noChangeShapeType="1"/>
            </p:cNvSpPr>
            <p:nvPr/>
          </p:nvSpPr>
          <p:spPr bwMode="auto">
            <a:xfrm>
              <a:off x="2008" y="1928"/>
              <a:ext cx="0" cy="208"/>
            </a:xfrm>
            <a:prstGeom prst="line">
              <a:avLst/>
            </a:prstGeom>
            <a:noFill/>
            <a:ln w="9525">
              <a:solidFill>
                <a:schemeClr val="tx1"/>
              </a:solidFill>
              <a:prstDash val="dash"/>
              <a:round/>
              <a:headEnd type="none" w="lg" len="lg"/>
              <a:tailEnd type="arrow" w="med" len="med"/>
            </a:ln>
            <a:extLst>
              <a:ext uri="{909E8E84-426E-40DD-AFC4-6F175D3DCCD1}">
                <a14:hiddenFill xmlns:a14="http://schemas.microsoft.com/office/drawing/2010/main">
                  <a:noFill/>
                </a14:hiddenFill>
              </a:ext>
            </a:extLst>
          </p:spPr>
          <p:txBody>
            <a:bodyPr/>
            <a:lstStyle/>
            <a:p>
              <a:endParaRPr lang="en-MY"/>
            </a:p>
          </p:txBody>
        </p:sp>
        <p:sp>
          <p:nvSpPr>
            <p:cNvPr id="23" name="Line 24"/>
            <p:cNvSpPr>
              <a:spLocks noChangeShapeType="1"/>
            </p:cNvSpPr>
            <p:nvPr/>
          </p:nvSpPr>
          <p:spPr bwMode="auto">
            <a:xfrm>
              <a:off x="2344" y="2488"/>
              <a:ext cx="0" cy="120"/>
            </a:xfrm>
            <a:prstGeom prst="line">
              <a:avLst/>
            </a:prstGeom>
            <a:noFill/>
            <a:ln w="9525">
              <a:solidFill>
                <a:schemeClr val="tx1"/>
              </a:solidFill>
              <a:prstDash val="dash"/>
              <a:round/>
              <a:headEnd type="none" w="lg" len="lg"/>
              <a:tailEnd type="arrow" w="med" len="med"/>
            </a:ln>
            <a:extLst>
              <a:ext uri="{909E8E84-426E-40DD-AFC4-6F175D3DCCD1}">
                <a14:hiddenFill xmlns:a14="http://schemas.microsoft.com/office/drawing/2010/main">
                  <a:noFill/>
                </a14:hiddenFill>
              </a:ext>
            </a:extLst>
          </p:spPr>
          <p:txBody>
            <a:bodyPr/>
            <a:lstStyle/>
            <a:p>
              <a:endParaRPr lang="en-MY"/>
            </a:p>
          </p:txBody>
        </p:sp>
        <p:sp>
          <p:nvSpPr>
            <p:cNvPr id="24" name="Text Box 25"/>
            <p:cNvSpPr txBox="1">
              <a:spLocks noChangeArrowheads="1"/>
            </p:cNvSpPr>
            <p:nvPr/>
          </p:nvSpPr>
          <p:spPr bwMode="auto">
            <a:xfrm>
              <a:off x="3721" y="2623"/>
              <a:ext cx="844" cy="59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prstDash val="dash"/>
                  <a:miter lim="800000"/>
                  <a:headEnd type="none" w="lg" len="lg"/>
                  <a:tailEnd type="none" w="lg" len="lg"/>
                </a14:hiddenLine>
              </a:ext>
            </a:extLst>
          </p:spPr>
          <p:txBody>
            <a:bodyPr wrap="none">
              <a:spAutoFit/>
            </a:bodyPr>
            <a:lstStyle>
              <a:lvl1pPr eaLnBrk="0" hangingPunct="0">
                <a:defRPr>
                  <a:solidFill>
                    <a:schemeClr val="tx1"/>
                  </a:solidFill>
                  <a:latin typeface="Arial" pitchFamily="34" charset="0"/>
                  <a:cs typeface="Arial" pitchFamily="34" charset="0"/>
                </a:defRPr>
              </a:lvl1pPr>
              <a:lvl2pPr marL="742950" indent="-285750" eaLnBrk="0" hangingPunct="0">
                <a:defRPr>
                  <a:solidFill>
                    <a:schemeClr val="tx1"/>
                  </a:solidFill>
                  <a:latin typeface="Arial" pitchFamily="34" charset="0"/>
                  <a:cs typeface="Arial" pitchFamily="34" charset="0"/>
                </a:defRPr>
              </a:lvl2pPr>
              <a:lvl3pPr marL="1143000" indent="-228600" eaLnBrk="0" hangingPunct="0">
                <a:defRPr>
                  <a:solidFill>
                    <a:schemeClr val="tx1"/>
                  </a:solidFill>
                  <a:latin typeface="Arial" pitchFamily="34" charset="0"/>
                  <a:cs typeface="Arial" pitchFamily="34" charset="0"/>
                </a:defRPr>
              </a:lvl3pPr>
              <a:lvl4pPr marL="1600200" indent="-228600" eaLnBrk="0" hangingPunct="0">
                <a:defRPr>
                  <a:solidFill>
                    <a:schemeClr val="tx1"/>
                  </a:solidFill>
                  <a:latin typeface="Arial" pitchFamily="34" charset="0"/>
                  <a:cs typeface="Arial" pitchFamily="34" charset="0"/>
                </a:defRPr>
              </a:lvl4pPr>
              <a:lvl5pPr marL="2057400" indent="-228600" eaLnBrk="0" hangingPunct="0">
                <a:defRPr>
                  <a:solidFill>
                    <a:schemeClr val="tx1"/>
                  </a:solidFill>
                  <a:latin typeface="Arial" pitchFamily="34" charset="0"/>
                  <a:cs typeface="Arial" pitchFamily="34" charset="0"/>
                </a:defRPr>
              </a:lvl5pPr>
              <a:lvl6pPr marL="2514600" indent="-228600" eaLnBrk="0" fontAlgn="base" hangingPunct="0">
                <a:spcBef>
                  <a:spcPct val="0"/>
                </a:spcBef>
                <a:spcAft>
                  <a:spcPct val="0"/>
                </a:spcAft>
                <a:defRPr>
                  <a:solidFill>
                    <a:schemeClr val="tx1"/>
                  </a:solidFill>
                  <a:latin typeface="Arial" pitchFamily="34" charset="0"/>
                  <a:cs typeface="Arial" pitchFamily="34" charset="0"/>
                </a:defRPr>
              </a:lvl6pPr>
              <a:lvl7pPr marL="2971800" indent="-228600" eaLnBrk="0" fontAlgn="base" hangingPunct="0">
                <a:spcBef>
                  <a:spcPct val="0"/>
                </a:spcBef>
                <a:spcAft>
                  <a:spcPct val="0"/>
                </a:spcAft>
                <a:defRPr>
                  <a:solidFill>
                    <a:schemeClr val="tx1"/>
                  </a:solidFill>
                  <a:latin typeface="Arial" pitchFamily="34" charset="0"/>
                  <a:cs typeface="Arial" pitchFamily="34" charset="0"/>
                </a:defRPr>
              </a:lvl7pPr>
              <a:lvl8pPr marL="3429000" indent="-228600" eaLnBrk="0" fontAlgn="base" hangingPunct="0">
                <a:spcBef>
                  <a:spcPct val="0"/>
                </a:spcBef>
                <a:spcAft>
                  <a:spcPct val="0"/>
                </a:spcAft>
                <a:defRPr>
                  <a:solidFill>
                    <a:schemeClr val="tx1"/>
                  </a:solidFill>
                  <a:latin typeface="Arial" pitchFamily="34" charset="0"/>
                  <a:cs typeface="Arial" pitchFamily="34" charset="0"/>
                </a:defRPr>
              </a:lvl8pPr>
              <a:lvl9pPr marL="3886200" indent="-228600" eaLnBrk="0" fontAlgn="base" hangingPunct="0">
                <a:spcBef>
                  <a:spcPct val="0"/>
                </a:spcBef>
                <a:spcAft>
                  <a:spcPct val="0"/>
                </a:spcAft>
                <a:defRPr>
                  <a:solidFill>
                    <a:schemeClr val="tx1"/>
                  </a:solidFill>
                  <a:latin typeface="Arial" pitchFamily="34" charset="0"/>
                  <a:cs typeface="Arial" pitchFamily="34" charset="0"/>
                </a:defRPr>
              </a:lvl9pPr>
            </a:lstStyle>
            <a:p>
              <a:pPr eaLnBrk="1" hangingPunct="1"/>
              <a:r>
                <a:rPr lang="en-GB" sz="1400" i="1">
                  <a:latin typeface="Times New Roman" pitchFamily="18" charset="0"/>
                </a:rPr>
                <a:t>A single domain</a:t>
              </a:r>
            </a:p>
            <a:p>
              <a:pPr eaLnBrk="1" hangingPunct="1"/>
              <a:r>
                <a:rPr lang="en-GB" sz="1400" i="1">
                  <a:latin typeface="Times New Roman" pitchFamily="18" charset="0"/>
                </a:rPr>
                <a:t>layer supports</a:t>
              </a:r>
            </a:p>
            <a:p>
              <a:pPr eaLnBrk="1" hangingPunct="1"/>
              <a:r>
                <a:rPr lang="en-GB" sz="1400" i="1">
                  <a:latin typeface="Times New Roman" pitchFamily="18" charset="0"/>
                </a:rPr>
                <a:t>two application</a:t>
              </a:r>
            </a:p>
            <a:p>
              <a:pPr eaLnBrk="1" hangingPunct="1"/>
              <a:r>
                <a:rPr lang="en-GB" sz="1400" i="1">
                  <a:latin typeface="Times New Roman" pitchFamily="18" charset="0"/>
                </a:rPr>
                <a:t>subsystems</a:t>
              </a:r>
            </a:p>
          </p:txBody>
        </p:sp>
        <p:sp>
          <p:nvSpPr>
            <p:cNvPr id="25" name="Line 26"/>
            <p:cNvSpPr>
              <a:spLocks noChangeShapeType="1"/>
            </p:cNvSpPr>
            <p:nvPr/>
          </p:nvSpPr>
          <p:spPr bwMode="auto">
            <a:xfrm flipH="1">
              <a:off x="3320" y="2816"/>
              <a:ext cx="400" cy="0"/>
            </a:xfrm>
            <a:prstGeom prst="line">
              <a:avLst/>
            </a:prstGeom>
            <a:noFill/>
            <a:ln w="9525">
              <a:solidFill>
                <a:schemeClr val="tx1"/>
              </a:solidFill>
              <a:prstDash val="dash"/>
              <a:round/>
              <a:headEnd type="none" w="lg" len="lg"/>
              <a:tailEnd type="stealth" w="lg" len="lg"/>
            </a:ln>
            <a:extLst>
              <a:ext uri="{909E8E84-426E-40DD-AFC4-6F175D3DCCD1}">
                <a14:hiddenFill xmlns:a14="http://schemas.microsoft.com/office/drawing/2010/main">
                  <a:noFill/>
                </a14:hiddenFill>
              </a:ext>
            </a:extLst>
          </p:spPr>
          <p:txBody>
            <a:bodyPr/>
            <a:lstStyle/>
            <a:p>
              <a:endParaRPr lang="en-MY"/>
            </a:p>
          </p:txBody>
        </p:sp>
        <p:sp>
          <p:nvSpPr>
            <p:cNvPr id="26" name="Text Box 27"/>
            <p:cNvSpPr txBox="1">
              <a:spLocks noChangeArrowheads="1"/>
            </p:cNvSpPr>
            <p:nvPr/>
          </p:nvSpPr>
          <p:spPr bwMode="auto">
            <a:xfrm>
              <a:off x="753" y="1551"/>
              <a:ext cx="689" cy="3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prstDash val="dash"/>
                  <a:miter lim="800000"/>
                  <a:headEnd type="none" w="lg" len="lg"/>
                  <a:tailEnd type="none" w="lg" len="lg"/>
                </a14:hiddenLine>
              </a:ext>
            </a:extLst>
          </p:spPr>
          <p:txBody>
            <a:bodyPr wrap="none">
              <a:spAutoFit/>
            </a:bodyPr>
            <a:lstStyle>
              <a:lvl1pPr eaLnBrk="0" hangingPunct="0">
                <a:defRPr>
                  <a:solidFill>
                    <a:schemeClr val="tx1"/>
                  </a:solidFill>
                  <a:latin typeface="Arial" pitchFamily="34" charset="0"/>
                  <a:cs typeface="Arial" pitchFamily="34" charset="0"/>
                </a:defRPr>
              </a:lvl1pPr>
              <a:lvl2pPr marL="742950" indent="-285750" eaLnBrk="0" hangingPunct="0">
                <a:defRPr>
                  <a:solidFill>
                    <a:schemeClr val="tx1"/>
                  </a:solidFill>
                  <a:latin typeface="Arial" pitchFamily="34" charset="0"/>
                  <a:cs typeface="Arial" pitchFamily="34" charset="0"/>
                </a:defRPr>
              </a:lvl2pPr>
              <a:lvl3pPr marL="1143000" indent="-228600" eaLnBrk="0" hangingPunct="0">
                <a:defRPr>
                  <a:solidFill>
                    <a:schemeClr val="tx1"/>
                  </a:solidFill>
                  <a:latin typeface="Arial" pitchFamily="34" charset="0"/>
                  <a:cs typeface="Arial" pitchFamily="34" charset="0"/>
                </a:defRPr>
              </a:lvl3pPr>
              <a:lvl4pPr marL="1600200" indent="-228600" eaLnBrk="0" hangingPunct="0">
                <a:defRPr>
                  <a:solidFill>
                    <a:schemeClr val="tx1"/>
                  </a:solidFill>
                  <a:latin typeface="Arial" pitchFamily="34" charset="0"/>
                  <a:cs typeface="Arial" pitchFamily="34" charset="0"/>
                </a:defRPr>
              </a:lvl4pPr>
              <a:lvl5pPr marL="2057400" indent="-228600" eaLnBrk="0" hangingPunct="0">
                <a:defRPr>
                  <a:solidFill>
                    <a:schemeClr val="tx1"/>
                  </a:solidFill>
                  <a:latin typeface="Arial" pitchFamily="34" charset="0"/>
                  <a:cs typeface="Arial" pitchFamily="34" charset="0"/>
                </a:defRPr>
              </a:lvl5pPr>
              <a:lvl6pPr marL="2514600" indent="-228600" eaLnBrk="0" fontAlgn="base" hangingPunct="0">
                <a:spcBef>
                  <a:spcPct val="0"/>
                </a:spcBef>
                <a:spcAft>
                  <a:spcPct val="0"/>
                </a:spcAft>
                <a:defRPr>
                  <a:solidFill>
                    <a:schemeClr val="tx1"/>
                  </a:solidFill>
                  <a:latin typeface="Arial" pitchFamily="34" charset="0"/>
                  <a:cs typeface="Arial" pitchFamily="34" charset="0"/>
                </a:defRPr>
              </a:lvl6pPr>
              <a:lvl7pPr marL="2971800" indent="-228600" eaLnBrk="0" fontAlgn="base" hangingPunct="0">
                <a:spcBef>
                  <a:spcPct val="0"/>
                </a:spcBef>
                <a:spcAft>
                  <a:spcPct val="0"/>
                </a:spcAft>
                <a:defRPr>
                  <a:solidFill>
                    <a:schemeClr val="tx1"/>
                  </a:solidFill>
                  <a:latin typeface="Arial" pitchFamily="34" charset="0"/>
                  <a:cs typeface="Arial" pitchFamily="34" charset="0"/>
                </a:defRPr>
              </a:lvl7pPr>
              <a:lvl8pPr marL="3429000" indent="-228600" eaLnBrk="0" fontAlgn="base" hangingPunct="0">
                <a:spcBef>
                  <a:spcPct val="0"/>
                </a:spcBef>
                <a:spcAft>
                  <a:spcPct val="0"/>
                </a:spcAft>
                <a:defRPr>
                  <a:solidFill>
                    <a:schemeClr val="tx1"/>
                  </a:solidFill>
                  <a:latin typeface="Arial" pitchFamily="34" charset="0"/>
                  <a:cs typeface="Arial" pitchFamily="34" charset="0"/>
                </a:defRPr>
              </a:lvl8pPr>
              <a:lvl9pPr marL="3886200" indent="-228600" eaLnBrk="0" fontAlgn="base" hangingPunct="0">
                <a:spcBef>
                  <a:spcPct val="0"/>
                </a:spcBef>
                <a:spcAft>
                  <a:spcPct val="0"/>
                </a:spcAft>
                <a:defRPr>
                  <a:solidFill>
                    <a:schemeClr val="tx1"/>
                  </a:solidFill>
                  <a:latin typeface="Arial" pitchFamily="34" charset="0"/>
                  <a:cs typeface="Arial" pitchFamily="34" charset="0"/>
                </a:defRPr>
              </a:lvl9pPr>
            </a:lstStyle>
            <a:p>
              <a:pPr eaLnBrk="1" hangingPunct="1"/>
              <a:r>
                <a:rPr lang="en-GB" sz="1400" i="1">
                  <a:latin typeface="Times New Roman" pitchFamily="18" charset="0"/>
                </a:rPr>
                <a:t>Presentation</a:t>
              </a:r>
            </a:p>
            <a:p>
              <a:pPr eaLnBrk="1" hangingPunct="1"/>
              <a:r>
                <a:rPr lang="en-GB" sz="1400" i="1">
                  <a:latin typeface="Times New Roman" pitchFamily="18" charset="0"/>
                </a:rPr>
                <a:t>layer</a:t>
              </a:r>
            </a:p>
          </p:txBody>
        </p:sp>
        <p:sp>
          <p:nvSpPr>
            <p:cNvPr id="27" name="Text Box 28"/>
            <p:cNvSpPr txBox="1">
              <a:spLocks noChangeArrowheads="1"/>
            </p:cNvSpPr>
            <p:nvPr/>
          </p:nvSpPr>
          <p:spPr bwMode="auto">
            <a:xfrm>
              <a:off x="753" y="2103"/>
              <a:ext cx="638" cy="3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prstDash val="dash"/>
                  <a:miter lim="800000"/>
                  <a:headEnd type="none" w="lg" len="lg"/>
                  <a:tailEnd type="none" w="lg" len="lg"/>
                </a14:hiddenLine>
              </a:ext>
            </a:extLst>
          </p:spPr>
          <p:txBody>
            <a:bodyPr wrap="none">
              <a:spAutoFit/>
            </a:bodyPr>
            <a:lstStyle>
              <a:lvl1pPr eaLnBrk="0" hangingPunct="0">
                <a:defRPr>
                  <a:solidFill>
                    <a:schemeClr val="tx1"/>
                  </a:solidFill>
                  <a:latin typeface="Arial" pitchFamily="34" charset="0"/>
                  <a:cs typeface="Arial" pitchFamily="34" charset="0"/>
                </a:defRPr>
              </a:lvl1pPr>
              <a:lvl2pPr marL="742950" indent="-285750" eaLnBrk="0" hangingPunct="0">
                <a:defRPr>
                  <a:solidFill>
                    <a:schemeClr val="tx1"/>
                  </a:solidFill>
                  <a:latin typeface="Arial" pitchFamily="34" charset="0"/>
                  <a:cs typeface="Arial" pitchFamily="34" charset="0"/>
                </a:defRPr>
              </a:lvl2pPr>
              <a:lvl3pPr marL="1143000" indent="-228600" eaLnBrk="0" hangingPunct="0">
                <a:defRPr>
                  <a:solidFill>
                    <a:schemeClr val="tx1"/>
                  </a:solidFill>
                  <a:latin typeface="Arial" pitchFamily="34" charset="0"/>
                  <a:cs typeface="Arial" pitchFamily="34" charset="0"/>
                </a:defRPr>
              </a:lvl3pPr>
              <a:lvl4pPr marL="1600200" indent="-228600" eaLnBrk="0" hangingPunct="0">
                <a:defRPr>
                  <a:solidFill>
                    <a:schemeClr val="tx1"/>
                  </a:solidFill>
                  <a:latin typeface="Arial" pitchFamily="34" charset="0"/>
                  <a:cs typeface="Arial" pitchFamily="34" charset="0"/>
                </a:defRPr>
              </a:lvl4pPr>
              <a:lvl5pPr marL="2057400" indent="-228600" eaLnBrk="0" hangingPunct="0">
                <a:defRPr>
                  <a:solidFill>
                    <a:schemeClr val="tx1"/>
                  </a:solidFill>
                  <a:latin typeface="Arial" pitchFamily="34" charset="0"/>
                  <a:cs typeface="Arial" pitchFamily="34" charset="0"/>
                </a:defRPr>
              </a:lvl5pPr>
              <a:lvl6pPr marL="2514600" indent="-228600" eaLnBrk="0" fontAlgn="base" hangingPunct="0">
                <a:spcBef>
                  <a:spcPct val="0"/>
                </a:spcBef>
                <a:spcAft>
                  <a:spcPct val="0"/>
                </a:spcAft>
                <a:defRPr>
                  <a:solidFill>
                    <a:schemeClr val="tx1"/>
                  </a:solidFill>
                  <a:latin typeface="Arial" pitchFamily="34" charset="0"/>
                  <a:cs typeface="Arial" pitchFamily="34" charset="0"/>
                </a:defRPr>
              </a:lvl6pPr>
              <a:lvl7pPr marL="2971800" indent="-228600" eaLnBrk="0" fontAlgn="base" hangingPunct="0">
                <a:spcBef>
                  <a:spcPct val="0"/>
                </a:spcBef>
                <a:spcAft>
                  <a:spcPct val="0"/>
                </a:spcAft>
                <a:defRPr>
                  <a:solidFill>
                    <a:schemeClr val="tx1"/>
                  </a:solidFill>
                  <a:latin typeface="Arial" pitchFamily="34" charset="0"/>
                  <a:cs typeface="Arial" pitchFamily="34" charset="0"/>
                </a:defRPr>
              </a:lvl7pPr>
              <a:lvl8pPr marL="3429000" indent="-228600" eaLnBrk="0" fontAlgn="base" hangingPunct="0">
                <a:spcBef>
                  <a:spcPct val="0"/>
                </a:spcBef>
                <a:spcAft>
                  <a:spcPct val="0"/>
                </a:spcAft>
                <a:defRPr>
                  <a:solidFill>
                    <a:schemeClr val="tx1"/>
                  </a:solidFill>
                  <a:latin typeface="Arial" pitchFamily="34" charset="0"/>
                  <a:cs typeface="Arial" pitchFamily="34" charset="0"/>
                </a:defRPr>
              </a:lvl8pPr>
              <a:lvl9pPr marL="3886200" indent="-228600" eaLnBrk="0" fontAlgn="base" hangingPunct="0">
                <a:spcBef>
                  <a:spcPct val="0"/>
                </a:spcBef>
                <a:spcAft>
                  <a:spcPct val="0"/>
                </a:spcAft>
                <a:defRPr>
                  <a:solidFill>
                    <a:schemeClr val="tx1"/>
                  </a:solidFill>
                  <a:latin typeface="Arial" pitchFamily="34" charset="0"/>
                  <a:cs typeface="Arial" pitchFamily="34" charset="0"/>
                </a:defRPr>
              </a:lvl9pPr>
            </a:lstStyle>
            <a:p>
              <a:pPr eaLnBrk="1" hangingPunct="1"/>
              <a:r>
                <a:rPr lang="en-GB" sz="1400" i="1">
                  <a:latin typeface="Times New Roman" pitchFamily="18" charset="0"/>
                </a:rPr>
                <a:t>Application</a:t>
              </a:r>
            </a:p>
            <a:p>
              <a:pPr eaLnBrk="1" hangingPunct="1"/>
              <a:r>
                <a:rPr lang="en-GB" sz="1400" i="1">
                  <a:latin typeface="Times New Roman" pitchFamily="18" charset="0"/>
                </a:rPr>
                <a:t>layer</a:t>
              </a:r>
            </a:p>
          </p:txBody>
        </p:sp>
        <p:sp>
          <p:nvSpPr>
            <p:cNvPr id="28" name="Line 29"/>
            <p:cNvSpPr>
              <a:spLocks noChangeShapeType="1"/>
            </p:cNvSpPr>
            <p:nvPr/>
          </p:nvSpPr>
          <p:spPr bwMode="auto">
            <a:xfrm>
              <a:off x="1080" y="2288"/>
              <a:ext cx="384" cy="0"/>
            </a:xfrm>
            <a:prstGeom prst="line">
              <a:avLst/>
            </a:prstGeom>
            <a:noFill/>
            <a:ln w="9525">
              <a:solidFill>
                <a:schemeClr val="tx1"/>
              </a:solidFill>
              <a:prstDash val="dash"/>
              <a:round/>
              <a:headEnd type="none" w="lg" len="lg"/>
              <a:tailEnd type="stealth" w="lg" len="lg"/>
            </a:ln>
            <a:extLst>
              <a:ext uri="{909E8E84-426E-40DD-AFC4-6F175D3DCCD1}">
                <a14:hiddenFill xmlns:a14="http://schemas.microsoft.com/office/drawing/2010/main">
                  <a:noFill/>
                </a14:hiddenFill>
              </a:ext>
            </a:extLst>
          </p:spPr>
          <p:txBody>
            <a:bodyPr/>
            <a:lstStyle/>
            <a:p>
              <a:endParaRPr lang="en-MY"/>
            </a:p>
          </p:txBody>
        </p:sp>
        <p:sp>
          <p:nvSpPr>
            <p:cNvPr id="29" name="Line 30"/>
            <p:cNvSpPr>
              <a:spLocks noChangeShapeType="1"/>
            </p:cNvSpPr>
            <p:nvPr/>
          </p:nvSpPr>
          <p:spPr bwMode="auto">
            <a:xfrm>
              <a:off x="1080" y="1736"/>
              <a:ext cx="384" cy="0"/>
            </a:xfrm>
            <a:prstGeom prst="line">
              <a:avLst/>
            </a:prstGeom>
            <a:noFill/>
            <a:ln w="9525">
              <a:solidFill>
                <a:schemeClr val="tx1"/>
              </a:solidFill>
              <a:prstDash val="dash"/>
              <a:round/>
              <a:headEnd type="none" w="lg" len="lg"/>
              <a:tailEnd type="stealth" w="lg" len="lg"/>
            </a:ln>
            <a:extLst>
              <a:ext uri="{909E8E84-426E-40DD-AFC4-6F175D3DCCD1}">
                <a14:hiddenFill xmlns:a14="http://schemas.microsoft.com/office/drawing/2010/main">
                  <a:noFill/>
                </a14:hiddenFill>
              </a:ext>
            </a:extLst>
          </p:spPr>
          <p:txBody>
            <a:bodyPr/>
            <a:lstStyle/>
            <a:p>
              <a:endParaRPr lang="en-MY"/>
            </a:p>
          </p:txBody>
        </p:sp>
      </p:grpSp>
      <p:sp>
        <p:nvSpPr>
          <p:cNvPr id="30" name="TextBox 29"/>
          <p:cNvSpPr txBox="1"/>
          <p:nvPr/>
        </p:nvSpPr>
        <p:spPr>
          <a:xfrm>
            <a:off x="6690331" y="3254330"/>
            <a:ext cx="2327650" cy="923330"/>
          </a:xfrm>
          <a:prstGeom prst="rect">
            <a:avLst/>
          </a:prstGeom>
          <a:noFill/>
        </p:spPr>
        <p:txBody>
          <a:bodyPr wrap="square" rtlCol="0">
            <a:spAutoFit/>
          </a:bodyPr>
          <a:lstStyle/>
          <a:p>
            <a:r>
              <a:rPr lang="en-GB">
                <a:solidFill>
                  <a:srgbClr val="C00000"/>
                </a:solidFill>
                <a:latin typeface="Times New Roman" pitchFamily="18" charset="0"/>
                <a:cs typeface="Times New Roman" pitchFamily="18" charset="0"/>
              </a:rPr>
              <a:t>E.g. Agate campaign management system</a:t>
            </a:r>
            <a:r>
              <a:rPr lang="en-GB" sz="1400">
                <a:solidFill>
                  <a:srgbClr val="C00000"/>
                </a:solidFill>
                <a:latin typeface="Times New Roman" pitchFamily="18" charset="0"/>
                <a:cs typeface="Times New Roman" pitchFamily="18" charset="0"/>
              </a:rPr>
              <a:t> </a:t>
            </a:r>
            <a:endParaRPr lang="en-US">
              <a:solidFill>
                <a:srgbClr val="C00000"/>
              </a:solidFill>
            </a:endParaRPr>
          </a:p>
          <a:p>
            <a:endParaRPr lang="en-MY">
              <a:solidFill>
                <a:srgbClr val="C00000"/>
              </a:solidFill>
            </a:endParaRPr>
          </a:p>
        </p:txBody>
      </p:sp>
      <p:sp>
        <p:nvSpPr>
          <p:cNvPr id="31" name="Rectangle 30"/>
          <p:cNvSpPr/>
          <p:nvPr/>
        </p:nvSpPr>
        <p:spPr>
          <a:xfrm>
            <a:off x="4771906" y="6053983"/>
            <a:ext cx="4372094" cy="369332"/>
          </a:xfrm>
          <a:prstGeom prst="rect">
            <a:avLst/>
          </a:prstGeom>
        </p:spPr>
        <p:txBody>
          <a:bodyPr wrap="none">
            <a:spAutoFit/>
          </a:bodyPr>
          <a:lstStyle/>
          <a:p>
            <a:r>
              <a:rPr lang="en-GB"/>
              <a:t>Source: Bennett, McRobb and Farmer (2010)</a:t>
            </a:r>
            <a:endParaRPr lang="en-MY"/>
          </a:p>
        </p:txBody>
      </p:sp>
      <p:sp>
        <p:nvSpPr>
          <p:cNvPr id="32" name="Slide Number Placeholder 31"/>
          <p:cNvSpPr>
            <a:spLocks noGrp="1"/>
          </p:cNvSpPr>
          <p:nvPr>
            <p:ph type="sldNum" sz="quarter" idx="12"/>
          </p:nvPr>
        </p:nvSpPr>
        <p:spPr/>
        <p:txBody>
          <a:bodyPr/>
          <a:lstStyle/>
          <a:p>
            <a:fld id="{0362C787-829C-4B6B-B21B-90D8981190F3}" type="slidenum">
              <a:rPr lang="en-US" smtClean="0"/>
              <a:pPr/>
              <a:t>14</a:t>
            </a:fld>
            <a:endParaRPr lang="en-US"/>
          </a:p>
        </p:txBody>
      </p:sp>
      <p:pic>
        <p:nvPicPr>
          <p:cNvPr id="34" name="Audio 33">
            <a:hlinkClick r:id="" action="ppaction://media"/>
            <a:extLst>
              <a:ext uri="{FF2B5EF4-FFF2-40B4-BE49-F238E27FC236}">
                <a16:creationId xmlns:a16="http://schemas.microsoft.com/office/drawing/2014/main" id="{967D339C-6314-45F4-9234-18B8AAE418B2}"/>
              </a:ext>
            </a:extLst>
          </p:cNvPr>
          <p:cNvPicPr>
            <a:picLocks noChangeAspect="1"/>
          </p:cNvPicPr>
          <p:nvPr>
            <a:audioFile r:link="rId2"/>
            <p:extLst>
              <p:ext uri="{DAA4B4D4-6D71-4841-9C94-3DE7FCFB9230}">
                <p14:media xmlns:p14="http://schemas.microsoft.com/office/powerpoint/2010/main" r:embed="rId1"/>
              </p:ext>
            </p:extLst>
          </p:nvPr>
        </p:nvPicPr>
        <p:blipFill>
          <a:blip r:embed="rId4"/>
          <a:stretch>
            <a:fillRect/>
          </a:stretch>
        </p:blipFill>
        <p:spPr>
          <a:xfrm>
            <a:off x="8585200" y="6299200"/>
            <a:ext cx="406400" cy="406400"/>
          </a:xfrm>
          <a:prstGeom prst="rect">
            <a:avLst/>
          </a:prstGeom>
        </p:spPr>
      </p:pic>
    </p:spTree>
    <p:extLst>
      <p:ext uri="{BB962C8B-B14F-4D97-AF65-F5344CB8AC3E}">
        <p14:creationId xmlns:p14="http://schemas.microsoft.com/office/powerpoint/2010/main" val="1566950497"/>
      </p:ext>
    </p:extLst>
  </p:cSld>
  <p:clrMapOvr>
    <a:masterClrMapping/>
  </p:clrMapOvr>
  <mc:AlternateContent xmlns:mc="http://schemas.openxmlformats.org/markup-compatibility/2006" xmlns:p14="http://schemas.microsoft.com/office/powerpoint/2010/main">
    <mc:Choice Requires="p14">
      <p:transition spd="slow" p14:dur="2000" advTm="25354"/>
    </mc:Choice>
    <mc:Fallback xmlns="">
      <p:transition spd="slow" advTm="25354"/>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34"/>
                                        </p:tgtEl>
                                      </p:cBhvr>
                                    </p:cmd>
                                  </p:childTnLst>
                                </p:cTn>
                              </p:par>
                            </p:childTnLst>
                          </p:cTn>
                        </p:par>
                      </p:childTnLst>
                    </p:cTn>
                  </p:par>
                </p:childTnLst>
              </p:cTn>
              <p:prevCondLst>
                <p:cond evt="onPrev" delay="0">
                  <p:tgtEl>
                    <p:sldTgt/>
                  </p:tgtEl>
                </p:cond>
              </p:prevCondLst>
              <p:nextCondLst>
                <p:cond evt="onNext" delay="0">
                  <p:tgtEl>
                    <p:sldTgt/>
                  </p:tgtEl>
                </p:cond>
              </p:nextCondLst>
            </p:seq>
            <p:audio isNarration="1">
              <p:cMediaNode vol="80000" showWhenStopped="0">
                <p:cTn id="7" fill="hold" display="0">
                  <p:stCondLst>
                    <p:cond delay="indefinite"/>
                  </p:stCondLst>
                  <p:endCondLst>
                    <p:cond evt="onStopAudio" delay="0">
                      <p:tgtEl>
                        <p:sldTgt/>
                      </p:tgtEl>
                    </p:cond>
                  </p:endCondLst>
                </p:cTn>
                <p:tgtEl>
                  <p:spTgt spid="34"/>
                </p:tgtEl>
              </p:cMediaNode>
            </p:audio>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Rectangle 2"/>
          <p:cNvSpPr>
            <a:spLocks noGrp="1" noChangeArrowheads="1"/>
          </p:cNvSpPr>
          <p:nvPr>
            <p:ph type="title"/>
          </p:nvPr>
        </p:nvSpPr>
        <p:spPr>
          <a:noFill/>
          <a:ln/>
        </p:spPr>
        <p:txBody>
          <a:bodyPr lIns="90487" tIns="44450" rIns="90487" bIns="44450"/>
          <a:lstStyle/>
          <a:p>
            <a:r>
              <a:rPr lang="en-GB"/>
              <a:t>Repository Architecture</a:t>
            </a:r>
            <a:endParaRPr lang="en-GB" dirty="0"/>
          </a:p>
        </p:txBody>
      </p:sp>
      <p:sp>
        <p:nvSpPr>
          <p:cNvPr id="13315" name="Rectangle 3"/>
          <p:cNvSpPr>
            <a:spLocks noGrp="1" noChangeArrowheads="1"/>
          </p:cNvSpPr>
          <p:nvPr>
            <p:ph idx="1"/>
          </p:nvPr>
        </p:nvSpPr>
        <p:spPr>
          <a:noFill/>
          <a:ln/>
        </p:spPr>
        <p:txBody>
          <a:bodyPr lIns="90487" tIns="44450" rIns="90487" bIns="44450">
            <a:normAutofit lnSpcReduction="10000"/>
          </a:bodyPr>
          <a:lstStyle/>
          <a:p>
            <a:pPr>
              <a:lnSpc>
                <a:spcPct val="90000"/>
              </a:lnSpc>
            </a:pPr>
            <a:r>
              <a:rPr lang="en-GB" dirty="0"/>
              <a:t>Sub-systems must </a:t>
            </a:r>
            <a:r>
              <a:rPr lang="en-GB" b="1" dirty="0">
                <a:solidFill>
                  <a:srgbClr val="C00000"/>
                </a:solidFill>
              </a:rPr>
              <a:t>exchange data</a:t>
            </a:r>
            <a:r>
              <a:rPr lang="en-GB" dirty="0"/>
              <a:t> that may be done in two ways:</a:t>
            </a:r>
          </a:p>
          <a:p>
            <a:pPr lvl="1">
              <a:lnSpc>
                <a:spcPct val="90000"/>
              </a:lnSpc>
            </a:pPr>
            <a:r>
              <a:rPr lang="en-GB" dirty="0"/>
              <a:t>Shared data is held in a central database or repository and may be accessed by all sub-systems</a:t>
            </a:r>
          </a:p>
          <a:p>
            <a:pPr lvl="1">
              <a:lnSpc>
                <a:spcPct val="90000"/>
              </a:lnSpc>
            </a:pPr>
            <a:r>
              <a:rPr lang="en-GB" dirty="0"/>
              <a:t>Each sub-system maintains its own database and passes data explicitly to other sub-systems</a:t>
            </a:r>
          </a:p>
          <a:p>
            <a:pPr>
              <a:lnSpc>
                <a:spcPct val="90000"/>
              </a:lnSpc>
            </a:pPr>
            <a:r>
              <a:rPr lang="en-GB" dirty="0"/>
              <a:t>When </a:t>
            </a:r>
            <a:r>
              <a:rPr lang="en-GB" b="1" dirty="0">
                <a:solidFill>
                  <a:srgbClr val="C00000"/>
                </a:solidFill>
              </a:rPr>
              <a:t>large amounts of data are to be shared</a:t>
            </a:r>
            <a:r>
              <a:rPr lang="en-GB" dirty="0"/>
              <a:t>, the repository model of sharing is most commonly used a this is an efficient data sharing mechanism</a:t>
            </a:r>
          </a:p>
        </p:txBody>
      </p:sp>
      <p:sp>
        <p:nvSpPr>
          <p:cNvPr id="5" name="Footer Placeholder 4"/>
          <p:cNvSpPr>
            <a:spLocks noGrp="1"/>
          </p:cNvSpPr>
          <p:nvPr>
            <p:ph type="ftr" sz="quarter" idx="11"/>
          </p:nvPr>
        </p:nvSpPr>
        <p:spPr/>
        <p:txBody>
          <a:bodyPr/>
          <a:lstStyle/>
          <a:p>
            <a:r>
              <a:rPr lang="en-US"/>
              <a:t>Software Engineering</a:t>
            </a:r>
          </a:p>
        </p:txBody>
      </p:sp>
      <p:sp>
        <p:nvSpPr>
          <p:cNvPr id="2" name="Date Placeholder 1"/>
          <p:cNvSpPr>
            <a:spLocks noGrp="1"/>
          </p:cNvSpPr>
          <p:nvPr>
            <p:ph type="dt" sz="half" idx="10"/>
          </p:nvPr>
        </p:nvSpPr>
        <p:spPr/>
        <p:txBody>
          <a:bodyPr/>
          <a:lstStyle/>
          <a:p>
            <a:r>
              <a:rPr lang="en-US"/>
              <a:t>2020</a:t>
            </a:r>
          </a:p>
        </p:txBody>
      </p:sp>
      <p:sp>
        <p:nvSpPr>
          <p:cNvPr id="3" name="Slide Number Placeholder 2"/>
          <p:cNvSpPr>
            <a:spLocks noGrp="1"/>
          </p:cNvSpPr>
          <p:nvPr>
            <p:ph type="sldNum" sz="quarter" idx="12"/>
          </p:nvPr>
        </p:nvSpPr>
        <p:spPr/>
        <p:txBody>
          <a:bodyPr/>
          <a:lstStyle/>
          <a:p>
            <a:fld id="{0362C787-829C-4B6B-B21B-90D8981190F3}" type="slidenum">
              <a:rPr lang="en-US" smtClean="0"/>
              <a:pPr/>
              <a:t>15</a:t>
            </a:fld>
            <a:endParaRPr lang="en-US"/>
          </a:p>
        </p:txBody>
      </p:sp>
      <p:pic>
        <p:nvPicPr>
          <p:cNvPr id="4" name="Audio 3">
            <a:hlinkClick r:id="" action="ppaction://media"/>
            <a:extLst>
              <a:ext uri="{FF2B5EF4-FFF2-40B4-BE49-F238E27FC236}">
                <a16:creationId xmlns:a16="http://schemas.microsoft.com/office/drawing/2014/main" id="{8370AEF7-6AC9-49BC-8CF6-6DB6F668E199}"/>
              </a:ext>
            </a:extLst>
          </p:cNvPr>
          <p:cNvPicPr>
            <a:picLocks noChangeAspect="1"/>
          </p:cNvPicPr>
          <p:nvPr>
            <a:audioFile r:link="rId2"/>
            <p:extLst>
              <p:ext uri="{DAA4B4D4-6D71-4841-9C94-3DE7FCFB9230}">
                <p14:media xmlns:p14="http://schemas.microsoft.com/office/powerpoint/2010/main" r:embed="rId1"/>
              </p:ext>
            </p:extLst>
          </p:nvPr>
        </p:nvPicPr>
        <p:blipFill>
          <a:blip r:embed="rId4"/>
          <a:stretch>
            <a:fillRect/>
          </a:stretch>
        </p:blipFill>
        <p:spPr>
          <a:xfrm>
            <a:off x="8585200" y="6299200"/>
            <a:ext cx="406400" cy="406400"/>
          </a:xfrm>
          <a:prstGeom prst="rect">
            <a:avLst/>
          </a:prstGeom>
        </p:spPr>
      </p:pic>
    </p:spTree>
    <p:extLst>
      <p:ext uri="{BB962C8B-B14F-4D97-AF65-F5344CB8AC3E}">
        <p14:creationId xmlns:p14="http://schemas.microsoft.com/office/powerpoint/2010/main" val="174313908"/>
      </p:ext>
    </p:extLst>
  </p:cSld>
  <p:clrMapOvr>
    <a:masterClrMapping/>
  </p:clrMapOvr>
  <p:transition advTm="58756"/>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4"/>
                                        </p:tgtEl>
                                      </p:cBhvr>
                                    </p:cmd>
                                  </p:childTnLst>
                                </p:cTn>
                              </p:par>
                            </p:childTnLst>
                          </p:cTn>
                        </p:par>
                      </p:childTnLst>
                    </p:cTn>
                  </p:par>
                </p:childTnLst>
              </p:cTn>
              <p:prevCondLst>
                <p:cond evt="onPrev" delay="0">
                  <p:tgtEl>
                    <p:sldTgt/>
                  </p:tgtEl>
                </p:cond>
              </p:prevCondLst>
              <p:nextCondLst>
                <p:cond evt="onNext" delay="0">
                  <p:tgtEl>
                    <p:sldTgt/>
                  </p:tgtEl>
                </p:cond>
              </p:nextCondLst>
            </p:seq>
            <p:audio isNarration="1">
              <p:cMediaNode vol="80000" showWhenStopped="0">
                <p:cTn id="7" fill="hold" display="0">
                  <p:stCondLst>
                    <p:cond delay="indefinite"/>
                  </p:stCondLst>
                  <p:endCondLst>
                    <p:cond evt="onStopAudio" delay="0">
                      <p:tgtEl>
                        <p:sldTgt/>
                      </p:tgtEl>
                    </p:cond>
                  </p:endCondLst>
                </p:cTn>
                <p:tgtEl>
                  <p:spTgt spid="4"/>
                </p:tgtEl>
              </p:cMediaNode>
            </p:audio>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Repository Pattern</a:t>
            </a:r>
            <a:r>
              <a:rPr lang="en-GB" dirty="0"/>
              <a:t> </a:t>
            </a:r>
            <a:endParaRPr lang="en-US" dirty="0"/>
          </a:p>
        </p:txBody>
      </p:sp>
      <p:graphicFrame>
        <p:nvGraphicFramePr>
          <p:cNvPr id="4" name="Content Placeholder 3"/>
          <p:cNvGraphicFramePr>
            <a:graphicFrameLocks noGrp="1"/>
          </p:cNvGraphicFramePr>
          <p:nvPr>
            <p:ph idx="1"/>
            <p:extLst>
              <p:ext uri="{D42A27DB-BD31-4B8C-83A1-F6EECF244321}">
                <p14:modId xmlns:p14="http://schemas.microsoft.com/office/powerpoint/2010/main" val="3238072124"/>
              </p:ext>
            </p:extLst>
          </p:nvPr>
        </p:nvGraphicFramePr>
        <p:xfrm>
          <a:off x="228600" y="1577292"/>
          <a:ext cx="8610600" cy="4759960"/>
        </p:xfrm>
        <a:graphic>
          <a:graphicData uri="http://schemas.openxmlformats.org/drawingml/2006/table">
            <a:tbl>
              <a:tblPr firstRow="1" bandRow="1">
                <a:tableStyleId>{5C22544A-7EE6-4342-B048-85BDC9FD1C3A}</a:tableStyleId>
              </a:tblPr>
              <a:tblGrid>
                <a:gridCol w="1609458">
                  <a:extLst>
                    <a:ext uri="{9D8B030D-6E8A-4147-A177-3AD203B41FA5}">
                      <a16:colId xmlns:a16="http://schemas.microsoft.com/office/drawing/2014/main" val="20000"/>
                    </a:ext>
                  </a:extLst>
                </a:gridCol>
                <a:gridCol w="7001142">
                  <a:extLst>
                    <a:ext uri="{9D8B030D-6E8A-4147-A177-3AD203B41FA5}">
                      <a16:colId xmlns:a16="http://schemas.microsoft.com/office/drawing/2014/main" val="20001"/>
                    </a:ext>
                  </a:extLst>
                </a:gridCol>
              </a:tblGrid>
              <a:tr h="370840">
                <a:tc>
                  <a:txBody>
                    <a:bodyPr/>
                    <a:lstStyle/>
                    <a:p>
                      <a:pPr algn="just">
                        <a:spcAft>
                          <a:spcPts val="0"/>
                        </a:spcAft>
                        <a:tabLst>
                          <a:tab pos="342900" algn="l"/>
                          <a:tab pos="685800" algn="l"/>
                          <a:tab pos="1028700" algn="l"/>
                        </a:tabLst>
                      </a:pPr>
                      <a:r>
                        <a:rPr lang="en-GB" sz="1600" b="1" dirty="0">
                          <a:solidFill>
                            <a:srgbClr val="000000"/>
                          </a:solidFill>
                          <a:latin typeface="Helvetica"/>
                          <a:ea typeface="Times New Roman"/>
                          <a:cs typeface="Helvetica"/>
                        </a:rPr>
                        <a:t>Name</a:t>
                      </a:r>
                    </a:p>
                  </a:txBody>
                  <a:tcPr marL="68580" marR="68580" marT="0" marB="0"/>
                </a:tc>
                <a:tc>
                  <a:txBody>
                    <a:bodyPr/>
                    <a:lstStyle/>
                    <a:p>
                      <a:pPr algn="just">
                        <a:spcAft>
                          <a:spcPts val="0"/>
                        </a:spcAft>
                        <a:tabLst>
                          <a:tab pos="342900" algn="l"/>
                          <a:tab pos="685800" algn="l"/>
                          <a:tab pos="1028700" algn="l"/>
                        </a:tabLst>
                      </a:pPr>
                      <a:r>
                        <a:rPr lang="en-GB" sz="1600" b="1" dirty="0">
                          <a:solidFill>
                            <a:srgbClr val="000000"/>
                          </a:solidFill>
                          <a:latin typeface="Helvetica"/>
                          <a:ea typeface="Times New Roman"/>
                          <a:cs typeface="Helvetica"/>
                        </a:rPr>
                        <a:t>Repository </a:t>
                      </a:r>
                    </a:p>
                  </a:txBody>
                  <a:tcPr marL="68580" marR="68580" marT="0" marB="0"/>
                </a:tc>
                <a:extLst>
                  <a:ext uri="{0D108BD9-81ED-4DB2-BD59-A6C34878D82A}">
                    <a16:rowId xmlns:a16="http://schemas.microsoft.com/office/drawing/2014/main" val="10000"/>
                  </a:ext>
                </a:extLst>
              </a:tr>
              <a:tr h="370840">
                <a:tc>
                  <a:txBody>
                    <a:bodyPr/>
                    <a:lstStyle/>
                    <a:p>
                      <a:pPr algn="just">
                        <a:spcAft>
                          <a:spcPts val="0"/>
                        </a:spcAft>
                        <a:tabLst>
                          <a:tab pos="342900" algn="l"/>
                          <a:tab pos="685800" algn="l"/>
                          <a:tab pos="1028700" algn="l"/>
                        </a:tabLst>
                      </a:pPr>
                      <a:r>
                        <a:rPr lang="en-GB" sz="1600" b="1" dirty="0">
                          <a:solidFill>
                            <a:srgbClr val="000000"/>
                          </a:solidFill>
                          <a:latin typeface="Helvetica"/>
                          <a:ea typeface="Times New Roman"/>
                          <a:cs typeface="Helvetica"/>
                        </a:rPr>
                        <a:t>Description</a:t>
                      </a:r>
                      <a:endParaRPr lang="en-GB" sz="1600" dirty="0">
                        <a:solidFill>
                          <a:srgbClr val="000000"/>
                        </a:solidFill>
                        <a:latin typeface="Helvetica"/>
                        <a:ea typeface="Times New Roman"/>
                        <a:cs typeface="Helvetica"/>
                      </a:endParaRPr>
                    </a:p>
                  </a:txBody>
                  <a:tcPr marL="68580" marR="68580" marT="0" marB="0"/>
                </a:tc>
                <a:tc>
                  <a:txBody>
                    <a:bodyPr/>
                    <a:lstStyle/>
                    <a:p>
                      <a:pPr algn="just">
                        <a:spcAft>
                          <a:spcPts val="0"/>
                        </a:spcAft>
                        <a:tabLst>
                          <a:tab pos="342900" algn="l"/>
                          <a:tab pos="685800" algn="l"/>
                          <a:tab pos="1028700" algn="l"/>
                        </a:tabLst>
                      </a:pPr>
                      <a:r>
                        <a:rPr lang="en-GB" sz="1600" dirty="0">
                          <a:solidFill>
                            <a:srgbClr val="000000"/>
                          </a:solidFill>
                          <a:latin typeface="Helvetica"/>
                          <a:ea typeface="Times New Roman"/>
                          <a:cs typeface="Helvetica"/>
                        </a:rPr>
                        <a:t>All data in a system is managed in a central repository that is accessible to all system components. Components do not interact directly, only through the repository. </a:t>
                      </a:r>
                    </a:p>
                  </a:txBody>
                  <a:tcPr marL="68580" marR="68580" marT="0" marB="0"/>
                </a:tc>
                <a:extLst>
                  <a:ext uri="{0D108BD9-81ED-4DB2-BD59-A6C34878D82A}">
                    <a16:rowId xmlns:a16="http://schemas.microsoft.com/office/drawing/2014/main" val="10001"/>
                  </a:ext>
                </a:extLst>
              </a:tr>
              <a:tr h="370840">
                <a:tc>
                  <a:txBody>
                    <a:bodyPr/>
                    <a:lstStyle/>
                    <a:p>
                      <a:pPr algn="just">
                        <a:spcAft>
                          <a:spcPts val="0"/>
                        </a:spcAft>
                        <a:tabLst>
                          <a:tab pos="342900" algn="l"/>
                          <a:tab pos="685800" algn="l"/>
                          <a:tab pos="1028700" algn="l"/>
                        </a:tabLst>
                      </a:pPr>
                      <a:r>
                        <a:rPr lang="en-GB" sz="1600" b="1" dirty="0">
                          <a:solidFill>
                            <a:srgbClr val="000000"/>
                          </a:solidFill>
                          <a:latin typeface="Helvetica"/>
                          <a:ea typeface="Times New Roman"/>
                          <a:cs typeface="Helvetica"/>
                        </a:rPr>
                        <a:t>Example</a:t>
                      </a:r>
                      <a:endParaRPr lang="en-GB" sz="1600" dirty="0">
                        <a:solidFill>
                          <a:srgbClr val="000000"/>
                        </a:solidFill>
                        <a:latin typeface="Helvetica"/>
                        <a:ea typeface="Times New Roman"/>
                        <a:cs typeface="Helvetica"/>
                      </a:endParaRPr>
                    </a:p>
                  </a:txBody>
                  <a:tcPr marL="68580" marR="68580" marT="0" marB="0"/>
                </a:tc>
                <a:tc>
                  <a:txBody>
                    <a:bodyPr/>
                    <a:lstStyle/>
                    <a:p>
                      <a:pPr algn="just">
                        <a:spcAft>
                          <a:spcPts val="0"/>
                        </a:spcAft>
                        <a:tabLst>
                          <a:tab pos="342900" algn="l"/>
                          <a:tab pos="685800" algn="l"/>
                          <a:tab pos="1028700" algn="l"/>
                        </a:tabLst>
                      </a:pPr>
                      <a:r>
                        <a:rPr lang="en-GB" sz="1600">
                          <a:solidFill>
                            <a:srgbClr val="000000"/>
                          </a:solidFill>
                          <a:latin typeface="Helvetica"/>
                          <a:ea typeface="Times New Roman"/>
                          <a:cs typeface="Helvetica"/>
                        </a:rPr>
                        <a:t>An </a:t>
                      </a:r>
                      <a:r>
                        <a:rPr lang="en-GB" sz="1600" dirty="0">
                          <a:solidFill>
                            <a:srgbClr val="000000"/>
                          </a:solidFill>
                          <a:latin typeface="Helvetica"/>
                          <a:ea typeface="Times New Roman"/>
                          <a:cs typeface="Helvetica"/>
                        </a:rPr>
                        <a:t>example of an </a:t>
                      </a:r>
                      <a:r>
                        <a:rPr lang="en-GB" sz="1600">
                          <a:solidFill>
                            <a:srgbClr val="000000"/>
                          </a:solidFill>
                          <a:latin typeface="Helvetica"/>
                          <a:ea typeface="Times New Roman"/>
                          <a:cs typeface="Helvetica"/>
                        </a:rPr>
                        <a:t>IDE (see next slide) where </a:t>
                      </a:r>
                      <a:r>
                        <a:rPr lang="en-GB" sz="1600" dirty="0">
                          <a:solidFill>
                            <a:srgbClr val="000000"/>
                          </a:solidFill>
                          <a:latin typeface="Helvetica"/>
                          <a:ea typeface="Times New Roman"/>
                          <a:cs typeface="Helvetica"/>
                        </a:rPr>
                        <a:t>the components use a repository of system design information. Each software tool generates information which is then available for use by other tools.</a:t>
                      </a:r>
                    </a:p>
                  </a:txBody>
                  <a:tcPr marL="68580" marR="68580" marT="0" marB="0"/>
                </a:tc>
                <a:extLst>
                  <a:ext uri="{0D108BD9-81ED-4DB2-BD59-A6C34878D82A}">
                    <a16:rowId xmlns:a16="http://schemas.microsoft.com/office/drawing/2014/main" val="10002"/>
                  </a:ext>
                </a:extLst>
              </a:tr>
              <a:tr h="370840">
                <a:tc>
                  <a:txBody>
                    <a:bodyPr/>
                    <a:lstStyle/>
                    <a:p>
                      <a:pPr algn="just">
                        <a:spcAft>
                          <a:spcPts val="0"/>
                        </a:spcAft>
                        <a:tabLst>
                          <a:tab pos="342900" algn="l"/>
                          <a:tab pos="685800" algn="l"/>
                          <a:tab pos="1028700" algn="l"/>
                        </a:tabLst>
                      </a:pPr>
                      <a:r>
                        <a:rPr lang="en-GB" sz="1600" b="1">
                          <a:solidFill>
                            <a:srgbClr val="000000"/>
                          </a:solidFill>
                          <a:latin typeface="Helvetica"/>
                          <a:ea typeface="Times New Roman"/>
                          <a:cs typeface="Helvetica"/>
                        </a:rPr>
                        <a:t>When used</a:t>
                      </a:r>
                      <a:endParaRPr lang="en-GB" sz="1600">
                        <a:solidFill>
                          <a:srgbClr val="000000"/>
                        </a:solidFill>
                        <a:latin typeface="Helvetica"/>
                        <a:ea typeface="Times New Roman"/>
                        <a:cs typeface="Helvetica"/>
                      </a:endParaRPr>
                    </a:p>
                  </a:txBody>
                  <a:tcPr marL="68580" marR="68580" marT="0" marB="0"/>
                </a:tc>
                <a:tc>
                  <a:txBody>
                    <a:bodyPr/>
                    <a:lstStyle/>
                    <a:p>
                      <a:pPr algn="just">
                        <a:spcAft>
                          <a:spcPts val="0"/>
                        </a:spcAft>
                        <a:tabLst>
                          <a:tab pos="342900" algn="l"/>
                          <a:tab pos="685800" algn="l"/>
                          <a:tab pos="1028700" algn="l"/>
                        </a:tabLst>
                      </a:pPr>
                      <a:r>
                        <a:rPr lang="en-GB" sz="1600">
                          <a:solidFill>
                            <a:srgbClr val="000000"/>
                          </a:solidFill>
                          <a:latin typeface="Helvetica"/>
                          <a:ea typeface="Times New Roman"/>
                          <a:cs typeface="Helvetica"/>
                        </a:rPr>
                        <a:t>Should </a:t>
                      </a:r>
                      <a:r>
                        <a:rPr lang="en-GB" sz="1600" dirty="0">
                          <a:solidFill>
                            <a:srgbClr val="000000"/>
                          </a:solidFill>
                          <a:latin typeface="Helvetica"/>
                          <a:ea typeface="Times New Roman"/>
                          <a:cs typeface="Helvetica"/>
                        </a:rPr>
                        <a:t>use this pattern </a:t>
                      </a:r>
                      <a:r>
                        <a:rPr lang="en-GB" sz="1600">
                          <a:solidFill>
                            <a:srgbClr val="000000"/>
                          </a:solidFill>
                          <a:latin typeface="Helvetica"/>
                          <a:ea typeface="Times New Roman"/>
                          <a:cs typeface="Helvetica"/>
                        </a:rPr>
                        <a:t>when we </a:t>
                      </a:r>
                      <a:r>
                        <a:rPr lang="en-GB" sz="1600" dirty="0">
                          <a:solidFill>
                            <a:srgbClr val="000000"/>
                          </a:solidFill>
                          <a:latin typeface="Helvetica"/>
                          <a:ea typeface="Times New Roman"/>
                          <a:cs typeface="Helvetica"/>
                        </a:rPr>
                        <a:t>have a system in which large volumes of information are generated that has to be stored for a long time</a:t>
                      </a:r>
                      <a:r>
                        <a:rPr lang="en-GB" sz="1600">
                          <a:solidFill>
                            <a:srgbClr val="000000"/>
                          </a:solidFill>
                          <a:latin typeface="Helvetica"/>
                          <a:ea typeface="Times New Roman"/>
                          <a:cs typeface="Helvetica"/>
                        </a:rPr>
                        <a:t>. May </a:t>
                      </a:r>
                      <a:r>
                        <a:rPr lang="en-GB" sz="1600" dirty="0">
                          <a:solidFill>
                            <a:srgbClr val="000000"/>
                          </a:solidFill>
                          <a:latin typeface="Helvetica"/>
                          <a:ea typeface="Times New Roman"/>
                          <a:cs typeface="Helvetica"/>
                        </a:rPr>
                        <a:t>also use it in data-driven systems where the inclusion of data in the repository triggers an action or tool.</a:t>
                      </a:r>
                    </a:p>
                  </a:txBody>
                  <a:tcPr marL="68580" marR="68580" marT="0" marB="0"/>
                </a:tc>
                <a:extLst>
                  <a:ext uri="{0D108BD9-81ED-4DB2-BD59-A6C34878D82A}">
                    <a16:rowId xmlns:a16="http://schemas.microsoft.com/office/drawing/2014/main" val="10003"/>
                  </a:ext>
                </a:extLst>
              </a:tr>
              <a:tr h="370840">
                <a:tc>
                  <a:txBody>
                    <a:bodyPr/>
                    <a:lstStyle/>
                    <a:p>
                      <a:pPr algn="just">
                        <a:spcAft>
                          <a:spcPts val="0"/>
                        </a:spcAft>
                        <a:tabLst>
                          <a:tab pos="342900" algn="l"/>
                          <a:tab pos="685800" algn="l"/>
                          <a:tab pos="1028700" algn="l"/>
                        </a:tabLst>
                      </a:pPr>
                      <a:r>
                        <a:rPr lang="en-GB" sz="1600" b="1">
                          <a:solidFill>
                            <a:srgbClr val="000000"/>
                          </a:solidFill>
                          <a:latin typeface="Helvetica"/>
                          <a:ea typeface="Times New Roman"/>
                          <a:cs typeface="Helvetica"/>
                        </a:rPr>
                        <a:t>Advantages</a:t>
                      </a:r>
                      <a:endParaRPr lang="en-GB" sz="1600">
                        <a:solidFill>
                          <a:srgbClr val="000000"/>
                        </a:solidFill>
                        <a:latin typeface="Helvetica"/>
                        <a:ea typeface="Times New Roman"/>
                        <a:cs typeface="Helvetica"/>
                      </a:endParaRPr>
                    </a:p>
                  </a:txBody>
                  <a:tcPr marL="68580" marR="68580" marT="0" marB="0"/>
                </a:tc>
                <a:tc>
                  <a:txBody>
                    <a:bodyPr/>
                    <a:lstStyle/>
                    <a:p>
                      <a:pPr algn="just">
                        <a:spcAft>
                          <a:spcPts val="0"/>
                        </a:spcAft>
                        <a:tabLst>
                          <a:tab pos="342900" algn="l"/>
                          <a:tab pos="685800" algn="l"/>
                          <a:tab pos="1028700" algn="l"/>
                        </a:tabLst>
                      </a:pPr>
                      <a:r>
                        <a:rPr lang="en-GB" sz="1600" dirty="0">
                          <a:solidFill>
                            <a:srgbClr val="000000"/>
                          </a:solidFill>
                          <a:latin typeface="Helvetica"/>
                          <a:ea typeface="Times New Roman"/>
                          <a:cs typeface="Helvetica"/>
                        </a:rPr>
                        <a:t>Components can be independent—they do not need to know of the existence of other components. Changes made by one component can be propagated to all components. All data can be managed consistently (e.g., backups done at the same time) as it is all in one place. </a:t>
                      </a:r>
                    </a:p>
                  </a:txBody>
                  <a:tcPr marL="68580" marR="68580" marT="0" marB="0"/>
                </a:tc>
                <a:extLst>
                  <a:ext uri="{0D108BD9-81ED-4DB2-BD59-A6C34878D82A}">
                    <a16:rowId xmlns:a16="http://schemas.microsoft.com/office/drawing/2014/main" val="10004"/>
                  </a:ext>
                </a:extLst>
              </a:tr>
              <a:tr h="370840">
                <a:tc>
                  <a:txBody>
                    <a:bodyPr/>
                    <a:lstStyle/>
                    <a:p>
                      <a:pPr algn="just">
                        <a:spcAft>
                          <a:spcPts val="0"/>
                        </a:spcAft>
                        <a:tabLst>
                          <a:tab pos="342900" algn="l"/>
                          <a:tab pos="685800" algn="l"/>
                          <a:tab pos="1028700" algn="l"/>
                        </a:tabLst>
                      </a:pPr>
                      <a:r>
                        <a:rPr lang="en-GB" sz="1600" b="1">
                          <a:solidFill>
                            <a:srgbClr val="000000"/>
                          </a:solidFill>
                          <a:latin typeface="Helvetica"/>
                          <a:ea typeface="Times New Roman"/>
                          <a:cs typeface="Helvetica"/>
                        </a:rPr>
                        <a:t>Disadvantages</a:t>
                      </a:r>
                      <a:endParaRPr lang="en-GB" sz="1600">
                        <a:solidFill>
                          <a:srgbClr val="000000"/>
                        </a:solidFill>
                        <a:latin typeface="Helvetica"/>
                        <a:ea typeface="Times New Roman"/>
                        <a:cs typeface="Helvetica"/>
                      </a:endParaRPr>
                    </a:p>
                  </a:txBody>
                  <a:tcPr marL="68580" marR="68580" marT="0" marB="0"/>
                </a:tc>
                <a:tc>
                  <a:txBody>
                    <a:bodyPr/>
                    <a:lstStyle/>
                    <a:p>
                      <a:pPr algn="just">
                        <a:spcAft>
                          <a:spcPts val="0"/>
                        </a:spcAft>
                        <a:tabLst>
                          <a:tab pos="342900" algn="l"/>
                          <a:tab pos="685800" algn="l"/>
                          <a:tab pos="1028700" algn="l"/>
                        </a:tabLst>
                      </a:pPr>
                      <a:r>
                        <a:rPr lang="en-GB" sz="1600" dirty="0">
                          <a:solidFill>
                            <a:srgbClr val="000000"/>
                          </a:solidFill>
                          <a:latin typeface="Helvetica"/>
                          <a:ea typeface="Times New Roman"/>
                          <a:cs typeface="Helvetica"/>
                        </a:rPr>
                        <a:t>The repository is a single point of failure so problems in the repository affect the whole system. May be inefficiencies in organizing all communication through the repository. Distributing the repository across several computers may be difficult.</a:t>
                      </a:r>
                    </a:p>
                  </a:txBody>
                  <a:tcPr marL="68580" marR="68580" marT="0" marB="0"/>
                </a:tc>
                <a:extLst>
                  <a:ext uri="{0D108BD9-81ED-4DB2-BD59-A6C34878D82A}">
                    <a16:rowId xmlns:a16="http://schemas.microsoft.com/office/drawing/2014/main" val="10005"/>
                  </a:ext>
                </a:extLst>
              </a:tr>
            </a:tbl>
          </a:graphicData>
        </a:graphic>
      </p:graphicFrame>
      <p:sp>
        <p:nvSpPr>
          <p:cNvPr id="6" name="Footer Placeholder 5"/>
          <p:cNvSpPr>
            <a:spLocks noGrp="1"/>
          </p:cNvSpPr>
          <p:nvPr>
            <p:ph type="ftr" sz="quarter" idx="11"/>
          </p:nvPr>
        </p:nvSpPr>
        <p:spPr/>
        <p:txBody>
          <a:bodyPr/>
          <a:lstStyle/>
          <a:p>
            <a:r>
              <a:rPr lang="en-US"/>
              <a:t>Software Engineering</a:t>
            </a:r>
          </a:p>
        </p:txBody>
      </p:sp>
      <p:sp>
        <p:nvSpPr>
          <p:cNvPr id="3" name="Date Placeholder 2"/>
          <p:cNvSpPr>
            <a:spLocks noGrp="1"/>
          </p:cNvSpPr>
          <p:nvPr>
            <p:ph type="dt" sz="half" idx="10"/>
          </p:nvPr>
        </p:nvSpPr>
        <p:spPr/>
        <p:txBody>
          <a:bodyPr/>
          <a:lstStyle/>
          <a:p>
            <a:r>
              <a:rPr lang="en-US"/>
              <a:t>2020</a:t>
            </a:r>
          </a:p>
        </p:txBody>
      </p:sp>
      <p:sp>
        <p:nvSpPr>
          <p:cNvPr id="5" name="Slide Number Placeholder 4"/>
          <p:cNvSpPr>
            <a:spLocks noGrp="1"/>
          </p:cNvSpPr>
          <p:nvPr>
            <p:ph type="sldNum" sz="quarter" idx="12"/>
          </p:nvPr>
        </p:nvSpPr>
        <p:spPr/>
        <p:txBody>
          <a:bodyPr/>
          <a:lstStyle/>
          <a:p>
            <a:fld id="{0362C787-829C-4B6B-B21B-90D8981190F3}" type="slidenum">
              <a:rPr lang="en-US" smtClean="0"/>
              <a:pPr/>
              <a:t>16</a:t>
            </a:fld>
            <a:endParaRPr lang="en-US"/>
          </a:p>
        </p:txBody>
      </p:sp>
      <p:pic>
        <p:nvPicPr>
          <p:cNvPr id="8" name="Audio 7">
            <a:hlinkClick r:id="" action="ppaction://media"/>
            <a:extLst>
              <a:ext uri="{FF2B5EF4-FFF2-40B4-BE49-F238E27FC236}">
                <a16:creationId xmlns:a16="http://schemas.microsoft.com/office/drawing/2014/main" id="{3A314776-485C-47AD-A3D5-AE520CCFEF09}"/>
              </a:ext>
            </a:extLst>
          </p:cNvPr>
          <p:cNvPicPr>
            <a:picLocks noChangeAspect="1"/>
          </p:cNvPicPr>
          <p:nvPr>
            <a:audioFile r:link="rId2"/>
            <p:extLst>
              <p:ext uri="{DAA4B4D4-6D71-4841-9C94-3DE7FCFB9230}">
                <p14:media xmlns:p14="http://schemas.microsoft.com/office/powerpoint/2010/main" r:embed="rId1"/>
              </p:ext>
            </p:extLst>
          </p:nvPr>
        </p:nvPicPr>
        <p:blipFill>
          <a:blip r:embed="rId4"/>
          <a:stretch>
            <a:fillRect/>
          </a:stretch>
        </p:blipFill>
        <p:spPr>
          <a:xfrm>
            <a:off x="8585200" y="6299200"/>
            <a:ext cx="406400" cy="406400"/>
          </a:xfrm>
          <a:prstGeom prst="rect">
            <a:avLst/>
          </a:prstGeom>
        </p:spPr>
      </p:pic>
    </p:spTree>
    <p:extLst>
      <p:ext uri="{BB962C8B-B14F-4D97-AF65-F5344CB8AC3E}">
        <p14:creationId xmlns:p14="http://schemas.microsoft.com/office/powerpoint/2010/main" val="988495679"/>
      </p:ext>
    </p:extLst>
  </p:cSld>
  <p:clrMapOvr>
    <a:masterClrMapping/>
  </p:clrMapOvr>
  <mc:AlternateContent xmlns:mc="http://schemas.openxmlformats.org/markup-compatibility/2006" xmlns:p14="http://schemas.microsoft.com/office/powerpoint/2010/main">
    <mc:Choice Requires="p14">
      <p:transition spd="slow" p14:dur="2000" advTm="50615"/>
    </mc:Choice>
    <mc:Fallback xmlns="">
      <p:transition spd="slow" advTm="50615"/>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8"/>
                                        </p:tgtEl>
                                      </p:cBhvr>
                                    </p:cmd>
                                  </p:childTnLst>
                                </p:cTn>
                              </p:par>
                            </p:childTnLst>
                          </p:cTn>
                        </p:par>
                      </p:childTnLst>
                    </p:cTn>
                  </p:par>
                </p:childTnLst>
              </p:cTn>
              <p:prevCondLst>
                <p:cond evt="onPrev" delay="0">
                  <p:tgtEl>
                    <p:sldTgt/>
                  </p:tgtEl>
                </p:cond>
              </p:prevCondLst>
              <p:nextCondLst>
                <p:cond evt="onNext" delay="0">
                  <p:tgtEl>
                    <p:sldTgt/>
                  </p:tgtEl>
                </p:cond>
              </p:nextCondLst>
            </p:seq>
            <p:audio isNarration="1">
              <p:cMediaNode vol="80000" showWhenStopped="0">
                <p:cTn id="7" fill="hold" display="0">
                  <p:stCondLst>
                    <p:cond delay="indefinite"/>
                  </p:stCondLst>
                  <p:endCondLst>
                    <p:cond evt="onStopAudio" delay="0">
                      <p:tgtEl>
                        <p:sldTgt/>
                      </p:tgtEl>
                    </p:cond>
                  </p:endCondLst>
                </p:cTn>
                <p:tgtEl>
                  <p:spTgt spid="8"/>
                </p:tgtEl>
              </p:cMediaNode>
            </p:audio>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a:t>Example: Repository Architecture </a:t>
            </a:r>
            <a:r>
              <a:rPr lang="en-US" dirty="0"/>
              <a:t>for an IDE</a:t>
            </a:r>
            <a:r>
              <a:rPr lang="en-GB" dirty="0"/>
              <a:t> </a:t>
            </a:r>
            <a:endParaRPr lang="en-US" dirty="0"/>
          </a:p>
        </p:txBody>
      </p:sp>
      <p:pic>
        <p:nvPicPr>
          <p:cNvPr id="4" name="Content Placeholder 3" descr="6.9 RepositoryIDE.eps"/>
          <p:cNvPicPr>
            <a:picLocks noGrp="1" noChangeAspect="1"/>
          </p:cNvPicPr>
          <p:nvPr>
            <p:ph idx="1"/>
          </p:nvPr>
        </p:nvPicPr>
        <p:blipFill>
          <a:blip r:embed="rId4"/>
          <a:srcRect t="-12287" b="-12287"/>
          <a:stretch>
            <a:fillRect/>
          </a:stretch>
        </p:blipFill>
        <p:spPr>
          <a:xfrm>
            <a:off x="949783" y="1752600"/>
            <a:ext cx="7244433" cy="3984159"/>
          </a:xfrm>
        </p:spPr>
      </p:pic>
      <p:sp>
        <p:nvSpPr>
          <p:cNvPr id="6" name="Footer Placeholder 5"/>
          <p:cNvSpPr>
            <a:spLocks noGrp="1"/>
          </p:cNvSpPr>
          <p:nvPr>
            <p:ph type="ftr" sz="quarter" idx="11"/>
          </p:nvPr>
        </p:nvSpPr>
        <p:spPr/>
        <p:txBody>
          <a:bodyPr/>
          <a:lstStyle/>
          <a:p>
            <a:r>
              <a:rPr lang="en-US"/>
              <a:t>Software Engineering</a:t>
            </a:r>
          </a:p>
        </p:txBody>
      </p:sp>
      <p:sp>
        <p:nvSpPr>
          <p:cNvPr id="3" name="Date Placeholder 2"/>
          <p:cNvSpPr>
            <a:spLocks noGrp="1"/>
          </p:cNvSpPr>
          <p:nvPr>
            <p:ph type="dt" sz="half" idx="10"/>
          </p:nvPr>
        </p:nvSpPr>
        <p:spPr/>
        <p:txBody>
          <a:bodyPr/>
          <a:lstStyle/>
          <a:p>
            <a:r>
              <a:rPr lang="en-US"/>
              <a:t>2020</a:t>
            </a:r>
          </a:p>
        </p:txBody>
      </p:sp>
      <p:sp>
        <p:nvSpPr>
          <p:cNvPr id="5" name="Slide Number Placeholder 4"/>
          <p:cNvSpPr>
            <a:spLocks noGrp="1"/>
          </p:cNvSpPr>
          <p:nvPr>
            <p:ph type="sldNum" sz="quarter" idx="12"/>
          </p:nvPr>
        </p:nvSpPr>
        <p:spPr/>
        <p:txBody>
          <a:bodyPr/>
          <a:lstStyle/>
          <a:p>
            <a:fld id="{0362C787-829C-4B6B-B21B-90D8981190F3}" type="slidenum">
              <a:rPr lang="en-US" smtClean="0"/>
              <a:pPr/>
              <a:t>17</a:t>
            </a:fld>
            <a:endParaRPr lang="en-US"/>
          </a:p>
        </p:txBody>
      </p:sp>
      <p:pic>
        <p:nvPicPr>
          <p:cNvPr id="8" name="Audio 7">
            <a:hlinkClick r:id="" action="ppaction://media"/>
            <a:extLst>
              <a:ext uri="{FF2B5EF4-FFF2-40B4-BE49-F238E27FC236}">
                <a16:creationId xmlns:a16="http://schemas.microsoft.com/office/drawing/2014/main" id="{F0ED3BFC-54B6-4ABF-B8A3-7A1E226A1726}"/>
              </a:ext>
            </a:extLst>
          </p:cNvPr>
          <p:cNvPicPr>
            <a:picLocks noChangeAspect="1"/>
          </p:cNvPicPr>
          <p:nvPr>
            <a:audioFile r:link="rId2"/>
            <p:extLst>
              <p:ext uri="{DAA4B4D4-6D71-4841-9C94-3DE7FCFB9230}">
                <p14:media xmlns:p14="http://schemas.microsoft.com/office/powerpoint/2010/main" r:embed="rId1"/>
              </p:ext>
            </p:extLst>
          </p:nvPr>
        </p:nvPicPr>
        <p:blipFill>
          <a:blip r:embed="rId5"/>
          <a:stretch>
            <a:fillRect/>
          </a:stretch>
        </p:blipFill>
        <p:spPr>
          <a:xfrm>
            <a:off x="8585200" y="6299200"/>
            <a:ext cx="406400" cy="406400"/>
          </a:xfrm>
          <a:prstGeom prst="rect">
            <a:avLst/>
          </a:prstGeom>
        </p:spPr>
      </p:pic>
    </p:spTree>
    <p:extLst>
      <p:ext uri="{BB962C8B-B14F-4D97-AF65-F5344CB8AC3E}">
        <p14:creationId xmlns:p14="http://schemas.microsoft.com/office/powerpoint/2010/main" val="1293458452"/>
      </p:ext>
    </p:extLst>
  </p:cSld>
  <p:clrMapOvr>
    <a:masterClrMapping/>
  </p:clrMapOvr>
  <mc:AlternateContent xmlns:mc="http://schemas.openxmlformats.org/markup-compatibility/2006" xmlns:p14="http://schemas.microsoft.com/office/powerpoint/2010/main">
    <mc:Choice Requires="p14">
      <p:transition spd="slow" p14:dur="2000" advTm="44194"/>
    </mc:Choice>
    <mc:Fallback xmlns="">
      <p:transition spd="slow" advTm="44194"/>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8"/>
                                        </p:tgtEl>
                                      </p:cBhvr>
                                    </p:cmd>
                                  </p:childTnLst>
                                </p:cTn>
                              </p:par>
                            </p:childTnLst>
                          </p:cTn>
                        </p:par>
                      </p:childTnLst>
                    </p:cTn>
                  </p:par>
                </p:childTnLst>
              </p:cTn>
              <p:prevCondLst>
                <p:cond evt="onPrev" delay="0">
                  <p:tgtEl>
                    <p:sldTgt/>
                  </p:tgtEl>
                </p:cond>
              </p:prevCondLst>
              <p:nextCondLst>
                <p:cond evt="onNext" delay="0">
                  <p:tgtEl>
                    <p:sldTgt/>
                  </p:tgtEl>
                </p:cond>
              </p:nextCondLst>
            </p:seq>
            <p:audio isNarration="1">
              <p:cMediaNode vol="80000" showWhenStopped="0">
                <p:cTn id="7" fill="hold" display="0">
                  <p:stCondLst>
                    <p:cond delay="indefinite"/>
                  </p:stCondLst>
                  <p:endCondLst>
                    <p:cond evt="onStopAudio" delay="0">
                      <p:tgtEl>
                        <p:sldTgt/>
                      </p:tgtEl>
                    </p:cond>
                  </p:endCondLst>
                </p:cTn>
                <p:tgtEl>
                  <p:spTgt spid="8"/>
                </p:tgtEl>
              </p:cMediaNode>
            </p:audio>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MY"/>
              <a:t>Example: Repository Architecture for Language Processing System</a:t>
            </a:r>
          </a:p>
        </p:txBody>
      </p:sp>
      <p:sp>
        <p:nvSpPr>
          <p:cNvPr id="4" name="Date Placeholder 3"/>
          <p:cNvSpPr>
            <a:spLocks noGrp="1"/>
          </p:cNvSpPr>
          <p:nvPr>
            <p:ph type="dt" sz="half" idx="10"/>
          </p:nvPr>
        </p:nvSpPr>
        <p:spPr/>
        <p:txBody>
          <a:bodyPr/>
          <a:lstStyle/>
          <a:p>
            <a:r>
              <a:rPr lang="en-US"/>
              <a:t>2020</a:t>
            </a:r>
          </a:p>
        </p:txBody>
      </p:sp>
      <p:sp>
        <p:nvSpPr>
          <p:cNvPr id="5" name="Footer Placeholder 4"/>
          <p:cNvSpPr>
            <a:spLocks noGrp="1"/>
          </p:cNvSpPr>
          <p:nvPr>
            <p:ph type="ftr" sz="quarter" idx="11"/>
          </p:nvPr>
        </p:nvSpPr>
        <p:spPr/>
        <p:txBody>
          <a:bodyPr/>
          <a:lstStyle/>
          <a:p>
            <a:r>
              <a:rPr lang="en-US"/>
              <a:t>Software Engineering</a:t>
            </a:r>
          </a:p>
        </p:txBody>
      </p:sp>
      <p:pic>
        <p:nvPicPr>
          <p:cNvPr id="7" name="Content Placeholder 3" descr="6.20 RepositoryLPS.eps"/>
          <p:cNvPicPr>
            <a:picLocks noGrp="1" noChangeAspect="1"/>
          </p:cNvPicPr>
          <p:nvPr>
            <p:ph idx="1"/>
          </p:nvPr>
        </p:nvPicPr>
        <p:blipFill>
          <a:blip r:embed="rId4"/>
          <a:srcRect t="-1471" b="-1471"/>
          <a:stretch>
            <a:fillRect/>
          </a:stretch>
        </p:blipFill>
        <p:spPr>
          <a:xfrm>
            <a:off x="1295400" y="1828800"/>
            <a:ext cx="6662005" cy="3657600"/>
          </a:xfrm>
        </p:spPr>
      </p:pic>
      <p:sp>
        <p:nvSpPr>
          <p:cNvPr id="3" name="Slide Number Placeholder 2"/>
          <p:cNvSpPr>
            <a:spLocks noGrp="1"/>
          </p:cNvSpPr>
          <p:nvPr>
            <p:ph type="sldNum" sz="quarter" idx="12"/>
          </p:nvPr>
        </p:nvSpPr>
        <p:spPr/>
        <p:txBody>
          <a:bodyPr/>
          <a:lstStyle/>
          <a:p>
            <a:fld id="{0362C787-829C-4B6B-B21B-90D8981190F3}" type="slidenum">
              <a:rPr lang="en-US" smtClean="0"/>
              <a:pPr/>
              <a:t>18</a:t>
            </a:fld>
            <a:endParaRPr lang="en-US"/>
          </a:p>
        </p:txBody>
      </p:sp>
      <p:pic>
        <p:nvPicPr>
          <p:cNvPr id="6" name="Audio 5">
            <a:hlinkClick r:id="" action="ppaction://media"/>
            <a:extLst>
              <a:ext uri="{FF2B5EF4-FFF2-40B4-BE49-F238E27FC236}">
                <a16:creationId xmlns:a16="http://schemas.microsoft.com/office/drawing/2014/main" id="{C5E8268C-7744-4CE4-96C0-872B2F300ED6}"/>
              </a:ext>
            </a:extLst>
          </p:cNvPr>
          <p:cNvPicPr>
            <a:picLocks noChangeAspect="1"/>
          </p:cNvPicPr>
          <p:nvPr>
            <a:audioFile r:link="rId2"/>
            <p:extLst>
              <p:ext uri="{DAA4B4D4-6D71-4841-9C94-3DE7FCFB9230}">
                <p14:media xmlns:p14="http://schemas.microsoft.com/office/powerpoint/2010/main" r:embed="rId1"/>
              </p:ext>
            </p:extLst>
          </p:nvPr>
        </p:nvPicPr>
        <p:blipFill>
          <a:blip r:embed="rId5"/>
          <a:stretch>
            <a:fillRect/>
          </a:stretch>
        </p:blipFill>
        <p:spPr>
          <a:xfrm>
            <a:off x="8585200" y="6299200"/>
            <a:ext cx="406400" cy="406400"/>
          </a:xfrm>
          <a:prstGeom prst="rect">
            <a:avLst/>
          </a:prstGeom>
        </p:spPr>
      </p:pic>
    </p:spTree>
    <p:extLst>
      <p:ext uri="{BB962C8B-B14F-4D97-AF65-F5344CB8AC3E}">
        <p14:creationId xmlns:p14="http://schemas.microsoft.com/office/powerpoint/2010/main" val="317670012"/>
      </p:ext>
    </p:extLst>
  </p:cSld>
  <p:clrMapOvr>
    <a:masterClrMapping/>
  </p:clrMapOvr>
  <mc:AlternateContent xmlns:mc="http://schemas.openxmlformats.org/markup-compatibility/2006" xmlns:p14="http://schemas.microsoft.com/office/powerpoint/2010/main">
    <mc:Choice Requires="p14">
      <p:transition spd="slow" p14:dur="2000" advTm="34633"/>
    </mc:Choice>
    <mc:Fallback xmlns="">
      <p:transition spd="slow" advTm="34633"/>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6"/>
                                        </p:tgtEl>
                                      </p:cBhvr>
                                    </p:cmd>
                                  </p:childTnLst>
                                </p:cTn>
                              </p:par>
                            </p:childTnLst>
                          </p:cTn>
                        </p:par>
                      </p:childTnLst>
                    </p:cTn>
                  </p:par>
                </p:childTnLst>
              </p:cTn>
              <p:prevCondLst>
                <p:cond evt="onPrev" delay="0">
                  <p:tgtEl>
                    <p:sldTgt/>
                  </p:tgtEl>
                </p:cond>
              </p:prevCondLst>
              <p:nextCondLst>
                <p:cond evt="onNext" delay="0">
                  <p:tgtEl>
                    <p:sldTgt/>
                  </p:tgtEl>
                </p:cond>
              </p:nextCondLst>
            </p:seq>
            <p:audio isNarration="1">
              <p:cMediaNode vol="80000" showWhenStopped="0">
                <p:cTn id="7" fill="hold" display="0">
                  <p:stCondLst>
                    <p:cond delay="indefinite"/>
                  </p:stCondLst>
                  <p:endCondLst>
                    <p:cond evt="onStopAudio" delay="0">
                      <p:tgtEl>
                        <p:sldTgt/>
                      </p:tgtEl>
                    </p:cond>
                  </p:endCondLst>
                </p:cTn>
                <p:tgtEl>
                  <p:spTgt spid="6"/>
                </p:tgtEl>
              </p:cMediaNode>
            </p:audio>
          </p:childTnLst>
        </p:cTn>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Rectangle 2"/>
          <p:cNvSpPr>
            <a:spLocks noGrp="1" noChangeArrowheads="1"/>
          </p:cNvSpPr>
          <p:nvPr>
            <p:ph type="title"/>
          </p:nvPr>
        </p:nvSpPr>
        <p:spPr>
          <a:noFill/>
          <a:ln/>
        </p:spPr>
        <p:txBody>
          <a:bodyPr lIns="90487" tIns="44450" rIns="90487" bIns="44450"/>
          <a:lstStyle/>
          <a:p>
            <a:r>
              <a:rPr lang="en-GB"/>
              <a:t>Client-Server Architecture</a:t>
            </a:r>
            <a:endParaRPr lang="en-GB" dirty="0"/>
          </a:p>
        </p:txBody>
      </p:sp>
      <p:sp>
        <p:nvSpPr>
          <p:cNvPr id="16387" name="Rectangle 3"/>
          <p:cNvSpPr>
            <a:spLocks noGrp="1" noChangeArrowheads="1"/>
          </p:cNvSpPr>
          <p:nvPr>
            <p:ph idx="1"/>
          </p:nvPr>
        </p:nvSpPr>
        <p:spPr>
          <a:noFill/>
          <a:ln/>
        </p:spPr>
        <p:txBody>
          <a:bodyPr lIns="90487" tIns="44450" rIns="90487" bIns="44450">
            <a:normAutofit/>
          </a:bodyPr>
          <a:lstStyle/>
          <a:p>
            <a:pPr>
              <a:lnSpc>
                <a:spcPct val="90000"/>
              </a:lnSpc>
            </a:pPr>
            <a:r>
              <a:rPr lang="en-GB" dirty="0"/>
              <a:t>Distributed system model which shows how data and processing is </a:t>
            </a:r>
            <a:r>
              <a:rPr lang="en-GB" b="1" dirty="0">
                <a:solidFill>
                  <a:srgbClr val="C00000"/>
                </a:solidFill>
              </a:rPr>
              <a:t>distributed</a:t>
            </a:r>
            <a:r>
              <a:rPr lang="en-GB" dirty="0"/>
              <a:t> across a range of components</a:t>
            </a:r>
          </a:p>
          <a:p>
            <a:pPr lvl="1">
              <a:lnSpc>
                <a:spcPct val="90000"/>
              </a:lnSpc>
            </a:pPr>
            <a:r>
              <a:rPr lang="en-GB" dirty="0"/>
              <a:t>Can be implemented on a single computer</a:t>
            </a:r>
          </a:p>
          <a:p>
            <a:pPr>
              <a:lnSpc>
                <a:spcPct val="90000"/>
              </a:lnSpc>
            </a:pPr>
            <a:r>
              <a:rPr lang="en-GB" dirty="0"/>
              <a:t>Set of stand-alone </a:t>
            </a:r>
            <a:r>
              <a:rPr lang="en-GB" b="1" dirty="0">
                <a:solidFill>
                  <a:srgbClr val="C00000"/>
                </a:solidFill>
              </a:rPr>
              <a:t>servers</a:t>
            </a:r>
            <a:r>
              <a:rPr lang="en-GB" dirty="0"/>
              <a:t> which provide specific services such as printing, data management, etc.</a:t>
            </a:r>
          </a:p>
          <a:p>
            <a:pPr>
              <a:lnSpc>
                <a:spcPct val="90000"/>
              </a:lnSpc>
            </a:pPr>
            <a:r>
              <a:rPr lang="en-GB" dirty="0"/>
              <a:t>Set of </a:t>
            </a:r>
            <a:r>
              <a:rPr lang="en-GB" b="1" dirty="0">
                <a:solidFill>
                  <a:srgbClr val="C00000"/>
                </a:solidFill>
              </a:rPr>
              <a:t>clients</a:t>
            </a:r>
            <a:r>
              <a:rPr lang="en-GB" dirty="0"/>
              <a:t> which call on these services</a:t>
            </a:r>
          </a:p>
          <a:p>
            <a:pPr>
              <a:lnSpc>
                <a:spcPct val="90000"/>
              </a:lnSpc>
            </a:pPr>
            <a:r>
              <a:rPr lang="en-GB" dirty="0"/>
              <a:t>Network which allows clients to access servers</a:t>
            </a:r>
          </a:p>
        </p:txBody>
      </p:sp>
      <p:sp>
        <p:nvSpPr>
          <p:cNvPr id="5" name="Footer Placeholder 4"/>
          <p:cNvSpPr>
            <a:spLocks noGrp="1"/>
          </p:cNvSpPr>
          <p:nvPr>
            <p:ph type="ftr" sz="quarter" idx="11"/>
          </p:nvPr>
        </p:nvSpPr>
        <p:spPr/>
        <p:txBody>
          <a:bodyPr/>
          <a:lstStyle/>
          <a:p>
            <a:r>
              <a:rPr lang="en-US"/>
              <a:t>Software Engineering</a:t>
            </a:r>
          </a:p>
        </p:txBody>
      </p:sp>
      <p:sp>
        <p:nvSpPr>
          <p:cNvPr id="2" name="Date Placeholder 1"/>
          <p:cNvSpPr>
            <a:spLocks noGrp="1"/>
          </p:cNvSpPr>
          <p:nvPr>
            <p:ph type="dt" sz="half" idx="10"/>
          </p:nvPr>
        </p:nvSpPr>
        <p:spPr/>
        <p:txBody>
          <a:bodyPr/>
          <a:lstStyle/>
          <a:p>
            <a:r>
              <a:rPr lang="en-US"/>
              <a:t>2020</a:t>
            </a:r>
          </a:p>
        </p:txBody>
      </p:sp>
      <p:sp>
        <p:nvSpPr>
          <p:cNvPr id="3" name="Slide Number Placeholder 2"/>
          <p:cNvSpPr>
            <a:spLocks noGrp="1"/>
          </p:cNvSpPr>
          <p:nvPr>
            <p:ph type="sldNum" sz="quarter" idx="12"/>
          </p:nvPr>
        </p:nvSpPr>
        <p:spPr/>
        <p:txBody>
          <a:bodyPr/>
          <a:lstStyle/>
          <a:p>
            <a:fld id="{0362C787-829C-4B6B-B21B-90D8981190F3}" type="slidenum">
              <a:rPr lang="en-US" smtClean="0"/>
              <a:pPr/>
              <a:t>19</a:t>
            </a:fld>
            <a:endParaRPr lang="en-US"/>
          </a:p>
        </p:txBody>
      </p:sp>
      <p:pic>
        <p:nvPicPr>
          <p:cNvPr id="7" name="Audio 6">
            <a:hlinkClick r:id="" action="ppaction://media"/>
            <a:extLst>
              <a:ext uri="{FF2B5EF4-FFF2-40B4-BE49-F238E27FC236}">
                <a16:creationId xmlns:a16="http://schemas.microsoft.com/office/drawing/2014/main" id="{1AA6BD31-72B8-43DF-825F-A1126F3CD9EB}"/>
              </a:ext>
            </a:extLst>
          </p:cNvPr>
          <p:cNvPicPr>
            <a:picLocks noChangeAspect="1"/>
          </p:cNvPicPr>
          <p:nvPr>
            <a:audioFile r:link="rId2"/>
            <p:extLst>
              <p:ext uri="{DAA4B4D4-6D71-4841-9C94-3DE7FCFB9230}">
                <p14:media xmlns:p14="http://schemas.microsoft.com/office/powerpoint/2010/main" r:embed="rId1"/>
              </p:ext>
            </p:extLst>
          </p:nvPr>
        </p:nvPicPr>
        <p:blipFill>
          <a:blip r:embed="rId4"/>
          <a:stretch>
            <a:fillRect/>
          </a:stretch>
        </p:blipFill>
        <p:spPr>
          <a:xfrm>
            <a:off x="8585200" y="6299200"/>
            <a:ext cx="406400" cy="406400"/>
          </a:xfrm>
          <a:prstGeom prst="rect">
            <a:avLst/>
          </a:prstGeom>
        </p:spPr>
      </p:pic>
    </p:spTree>
    <p:extLst>
      <p:ext uri="{BB962C8B-B14F-4D97-AF65-F5344CB8AC3E}">
        <p14:creationId xmlns:p14="http://schemas.microsoft.com/office/powerpoint/2010/main" val="3093222993"/>
      </p:ext>
    </p:extLst>
  </p:cSld>
  <p:clrMapOvr>
    <a:masterClrMapping/>
  </p:clrMapOvr>
  <p:transition advTm="31250"/>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7"/>
                                        </p:tgtEl>
                                      </p:cBhvr>
                                    </p:cmd>
                                  </p:childTnLst>
                                </p:cTn>
                              </p:par>
                            </p:childTnLst>
                          </p:cTn>
                        </p:par>
                      </p:childTnLst>
                    </p:cTn>
                  </p:par>
                </p:childTnLst>
              </p:cTn>
              <p:prevCondLst>
                <p:cond evt="onPrev" delay="0">
                  <p:tgtEl>
                    <p:sldTgt/>
                  </p:tgtEl>
                </p:cond>
              </p:prevCondLst>
              <p:nextCondLst>
                <p:cond evt="onNext" delay="0">
                  <p:tgtEl>
                    <p:sldTgt/>
                  </p:tgtEl>
                </p:cond>
              </p:nextCondLst>
            </p:seq>
            <p:audio isNarration="1">
              <p:cMediaNode vol="80000" showWhenStopped="0">
                <p:cTn id="7" fill="hold" display="0">
                  <p:stCondLst>
                    <p:cond delay="indefinite"/>
                  </p:stCondLst>
                  <p:endCondLst>
                    <p:cond evt="onStopAudio" delay="0">
                      <p:tgtEl>
                        <p:sldTgt/>
                      </p:tgtEl>
                    </p:cond>
                  </p:endCondLst>
                </p:cTn>
                <p:tgtEl>
                  <p:spTgt spid="7"/>
                </p:tgtEl>
              </p:cMediaNode>
            </p:audio>
          </p:childTnLst>
        </p:cTn>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Client-Server Pattern</a:t>
            </a:r>
            <a:r>
              <a:rPr lang="en-GB"/>
              <a:t> </a:t>
            </a:r>
            <a:endParaRPr lang="en-US" dirty="0"/>
          </a:p>
        </p:txBody>
      </p:sp>
      <p:graphicFrame>
        <p:nvGraphicFramePr>
          <p:cNvPr id="4" name="Content Placeholder 3"/>
          <p:cNvGraphicFramePr>
            <a:graphicFrameLocks noGrp="1"/>
          </p:cNvGraphicFramePr>
          <p:nvPr>
            <p:ph idx="1"/>
            <p:extLst>
              <p:ext uri="{D42A27DB-BD31-4B8C-83A1-F6EECF244321}">
                <p14:modId xmlns:p14="http://schemas.microsoft.com/office/powerpoint/2010/main" val="73744040"/>
              </p:ext>
            </p:extLst>
          </p:nvPr>
        </p:nvGraphicFramePr>
        <p:xfrm>
          <a:off x="362856" y="1600200"/>
          <a:ext cx="8381999" cy="4516120"/>
        </p:xfrm>
        <a:graphic>
          <a:graphicData uri="http://schemas.openxmlformats.org/drawingml/2006/table">
            <a:tbl>
              <a:tblPr firstRow="1" bandRow="1">
                <a:tableStyleId>{5C22544A-7EE6-4342-B048-85BDC9FD1C3A}</a:tableStyleId>
              </a:tblPr>
              <a:tblGrid>
                <a:gridCol w="1862667">
                  <a:extLst>
                    <a:ext uri="{9D8B030D-6E8A-4147-A177-3AD203B41FA5}">
                      <a16:colId xmlns:a16="http://schemas.microsoft.com/office/drawing/2014/main" val="20000"/>
                    </a:ext>
                  </a:extLst>
                </a:gridCol>
                <a:gridCol w="6519332">
                  <a:extLst>
                    <a:ext uri="{9D8B030D-6E8A-4147-A177-3AD203B41FA5}">
                      <a16:colId xmlns:a16="http://schemas.microsoft.com/office/drawing/2014/main" val="20001"/>
                    </a:ext>
                  </a:extLst>
                </a:gridCol>
              </a:tblGrid>
              <a:tr h="370840">
                <a:tc>
                  <a:txBody>
                    <a:bodyPr/>
                    <a:lstStyle/>
                    <a:p>
                      <a:pPr algn="just">
                        <a:spcAft>
                          <a:spcPts val="0"/>
                        </a:spcAft>
                        <a:tabLst>
                          <a:tab pos="342900" algn="l"/>
                          <a:tab pos="685800" algn="l"/>
                          <a:tab pos="1028700" algn="l"/>
                        </a:tabLst>
                      </a:pPr>
                      <a:r>
                        <a:rPr lang="en-GB" sz="1600" b="1" dirty="0">
                          <a:solidFill>
                            <a:srgbClr val="000000"/>
                          </a:solidFill>
                          <a:latin typeface="Helvetica"/>
                          <a:ea typeface="Times New Roman"/>
                          <a:cs typeface="Helvetica"/>
                        </a:rPr>
                        <a:t>Name</a:t>
                      </a:r>
                    </a:p>
                  </a:txBody>
                  <a:tcPr marL="68580" marR="68580" marT="0" marB="0"/>
                </a:tc>
                <a:tc>
                  <a:txBody>
                    <a:bodyPr/>
                    <a:lstStyle/>
                    <a:p>
                      <a:pPr algn="just">
                        <a:spcAft>
                          <a:spcPts val="0"/>
                        </a:spcAft>
                        <a:tabLst>
                          <a:tab pos="342900" algn="l"/>
                          <a:tab pos="685800" algn="l"/>
                          <a:tab pos="1028700" algn="l"/>
                        </a:tabLst>
                      </a:pPr>
                      <a:r>
                        <a:rPr lang="en-GB" sz="1600" b="1" dirty="0">
                          <a:solidFill>
                            <a:srgbClr val="000000"/>
                          </a:solidFill>
                          <a:latin typeface="Helvetica"/>
                          <a:ea typeface="Times New Roman"/>
                          <a:cs typeface="Helvetica"/>
                        </a:rPr>
                        <a:t>Client-server</a:t>
                      </a:r>
                    </a:p>
                  </a:txBody>
                  <a:tcPr marL="68580" marR="68580" marT="0" marB="0"/>
                </a:tc>
                <a:extLst>
                  <a:ext uri="{0D108BD9-81ED-4DB2-BD59-A6C34878D82A}">
                    <a16:rowId xmlns:a16="http://schemas.microsoft.com/office/drawing/2014/main" val="10000"/>
                  </a:ext>
                </a:extLst>
              </a:tr>
              <a:tr h="339165">
                <a:tc>
                  <a:txBody>
                    <a:bodyPr/>
                    <a:lstStyle/>
                    <a:p>
                      <a:pPr algn="just">
                        <a:spcAft>
                          <a:spcPts val="0"/>
                        </a:spcAft>
                        <a:tabLst>
                          <a:tab pos="342900" algn="l"/>
                          <a:tab pos="685800" algn="l"/>
                          <a:tab pos="1028700" algn="l"/>
                        </a:tabLst>
                      </a:pPr>
                      <a:r>
                        <a:rPr lang="en-GB" sz="1600" b="1" dirty="0">
                          <a:solidFill>
                            <a:srgbClr val="000000"/>
                          </a:solidFill>
                          <a:latin typeface="Helvetica"/>
                          <a:ea typeface="Times New Roman"/>
                          <a:cs typeface="Helvetica"/>
                        </a:rPr>
                        <a:t>Description</a:t>
                      </a:r>
                      <a:endParaRPr lang="en-GB" sz="1600" dirty="0">
                        <a:solidFill>
                          <a:srgbClr val="000000"/>
                        </a:solidFill>
                        <a:latin typeface="Helvetica"/>
                        <a:ea typeface="Times New Roman"/>
                        <a:cs typeface="Helvetica"/>
                      </a:endParaRPr>
                    </a:p>
                  </a:txBody>
                  <a:tcPr marL="68580" marR="68580" marT="0" marB="0"/>
                </a:tc>
                <a:tc>
                  <a:txBody>
                    <a:bodyPr/>
                    <a:lstStyle/>
                    <a:p>
                      <a:pPr algn="just">
                        <a:spcAft>
                          <a:spcPts val="0"/>
                        </a:spcAft>
                        <a:tabLst>
                          <a:tab pos="342900" algn="l"/>
                          <a:tab pos="685800" algn="l"/>
                          <a:tab pos="1028700" algn="l"/>
                        </a:tabLst>
                      </a:pPr>
                      <a:r>
                        <a:rPr lang="en-GB" sz="1600">
                          <a:solidFill>
                            <a:srgbClr val="000000"/>
                          </a:solidFill>
                          <a:latin typeface="Helvetica"/>
                          <a:ea typeface="Times New Roman"/>
                          <a:cs typeface="Helvetica"/>
                        </a:rPr>
                        <a:t>In a client–server architecture, the functionality of the system is organized into services, with each service delivered from a separate server. Clients are users of these services and access servers to make use of them.</a:t>
                      </a:r>
                    </a:p>
                  </a:txBody>
                  <a:tcPr marL="68580" marR="68580" marT="0" marB="0"/>
                </a:tc>
                <a:extLst>
                  <a:ext uri="{0D108BD9-81ED-4DB2-BD59-A6C34878D82A}">
                    <a16:rowId xmlns:a16="http://schemas.microsoft.com/office/drawing/2014/main" val="10001"/>
                  </a:ext>
                </a:extLst>
              </a:tr>
              <a:tr h="370840">
                <a:tc>
                  <a:txBody>
                    <a:bodyPr/>
                    <a:lstStyle/>
                    <a:p>
                      <a:pPr algn="just">
                        <a:spcAft>
                          <a:spcPts val="0"/>
                        </a:spcAft>
                        <a:tabLst>
                          <a:tab pos="342900" algn="l"/>
                          <a:tab pos="685800" algn="l"/>
                          <a:tab pos="1028700" algn="l"/>
                        </a:tabLst>
                      </a:pPr>
                      <a:r>
                        <a:rPr lang="en-GB" sz="1600" b="1">
                          <a:solidFill>
                            <a:srgbClr val="000000"/>
                          </a:solidFill>
                          <a:latin typeface="Helvetica"/>
                          <a:ea typeface="Times New Roman"/>
                          <a:cs typeface="Helvetica"/>
                        </a:rPr>
                        <a:t>Example</a:t>
                      </a:r>
                      <a:endParaRPr lang="en-GB" sz="1600">
                        <a:solidFill>
                          <a:srgbClr val="000000"/>
                        </a:solidFill>
                        <a:latin typeface="Helvetica"/>
                        <a:ea typeface="Times New Roman"/>
                        <a:cs typeface="Helvetica"/>
                      </a:endParaRPr>
                    </a:p>
                  </a:txBody>
                  <a:tcPr marL="68580" marR="68580" marT="0" marB="0"/>
                </a:tc>
                <a:tc>
                  <a:txBody>
                    <a:bodyPr/>
                    <a:lstStyle/>
                    <a:p>
                      <a:pPr algn="just">
                        <a:spcAft>
                          <a:spcPts val="0"/>
                        </a:spcAft>
                        <a:tabLst>
                          <a:tab pos="342900" algn="l"/>
                          <a:tab pos="685800" algn="l"/>
                          <a:tab pos="1028700" algn="l"/>
                        </a:tabLst>
                      </a:pPr>
                      <a:r>
                        <a:rPr lang="en-GB" sz="1600">
                          <a:solidFill>
                            <a:srgbClr val="000000"/>
                          </a:solidFill>
                          <a:latin typeface="Helvetica"/>
                          <a:ea typeface="Times New Roman"/>
                          <a:cs typeface="Helvetica"/>
                        </a:rPr>
                        <a:t>Example </a:t>
                      </a:r>
                      <a:r>
                        <a:rPr lang="en-GB" sz="1600" dirty="0">
                          <a:solidFill>
                            <a:srgbClr val="000000"/>
                          </a:solidFill>
                          <a:latin typeface="Helvetica"/>
                          <a:ea typeface="Times New Roman"/>
                          <a:cs typeface="Helvetica"/>
                        </a:rPr>
                        <a:t>of a film and video/DVD library organized as a </a:t>
                      </a:r>
                      <a:r>
                        <a:rPr lang="en-GB" sz="1600">
                          <a:solidFill>
                            <a:srgbClr val="000000"/>
                          </a:solidFill>
                          <a:latin typeface="Helvetica"/>
                          <a:ea typeface="Times New Roman"/>
                          <a:cs typeface="Helvetica"/>
                        </a:rPr>
                        <a:t>client–server system (see next slide).</a:t>
                      </a:r>
                      <a:endParaRPr lang="en-GB" sz="1600" dirty="0">
                        <a:solidFill>
                          <a:srgbClr val="000000"/>
                        </a:solidFill>
                        <a:latin typeface="Helvetica"/>
                        <a:ea typeface="Times New Roman"/>
                        <a:cs typeface="Helvetica"/>
                      </a:endParaRPr>
                    </a:p>
                  </a:txBody>
                  <a:tcPr marL="68580" marR="68580" marT="0" marB="0"/>
                </a:tc>
                <a:extLst>
                  <a:ext uri="{0D108BD9-81ED-4DB2-BD59-A6C34878D82A}">
                    <a16:rowId xmlns:a16="http://schemas.microsoft.com/office/drawing/2014/main" val="10002"/>
                  </a:ext>
                </a:extLst>
              </a:tr>
              <a:tr h="370840">
                <a:tc>
                  <a:txBody>
                    <a:bodyPr/>
                    <a:lstStyle/>
                    <a:p>
                      <a:pPr algn="just">
                        <a:spcAft>
                          <a:spcPts val="0"/>
                        </a:spcAft>
                        <a:tabLst>
                          <a:tab pos="342900" algn="l"/>
                          <a:tab pos="685800" algn="l"/>
                          <a:tab pos="1028700" algn="l"/>
                        </a:tabLst>
                      </a:pPr>
                      <a:r>
                        <a:rPr lang="en-GB" sz="1600" b="1">
                          <a:solidFill>
                            <a:srgbClr val="000000"/>
                          </a:solidFill>
                          <a:latin typeface="Helvetica"/>
                          <a:ea typeface="Times New Roman"/>
                          <a:cs typeface="Helvetica"/>
                        </a:rPr>
                        <a:t>When used</a:t>
                      </a:r>
                      <a:endParaRPr lang="en-GB" sz="1600">
                        <a:solidFill>
                          <a:srgbClr val="000000"/>
                        </a:solidFill>
                        <a:latin typeface="Helvetica"/>
                        <a:ea typeface="Times New Roman"/>
                        <a:cs typeface="Helvetica"/>
                      </a:endParaRPr>
                    </a:p>
                  </a:txBody>
                  <a:tcPr marL="68580" marR="68580" marT="0" marB="0"/>
                </a:tc>
                <a:tc>
                  <a:txBody>
                    <a:bodyPr/>
                    <a:lstStyle/>
                    <a:p>
                      <a:pPr algn="just">
                        <a:spcAft>
                          <a:spcPts val="0"/>
                        </a:spcAft>
                        <a:tabLst>
                          <a:tab pos="342900" algn="l"/>
                          <a:tab pos="685800" algn="l"/>
                          <a:tab pos="1028700" algn="l"/>
                        </a:tabLst>
                      </a:pPr>
                      <a:r>
                        <a:rPr lang="en-GB" sz="1600" dirty="0">
                          <a:solidFill>
                            <a:srgbClr val="000000"/>
                          </a:solidFill>
                          <a:latin typeface="Helvetica"/>
                          <a:ea typeface="Times New Roman"/>
                          <a:cs typeface="Helvetica"/>
                        </a:rPr>
                        <a:t>Used when data in a shared database has to be accessed from a range of locations. Because servers can be replicated, may also be used when the load on a system is variable.</a:t>
                      </a:r>
                    </a:p>
                  </a:txBody>
                  <a:tcPr marL="68580" marR="68580" marT="0" marB="0"/>
                </a:tc>
                <a:extLst>
                  <a:ext uri="{0D108BD9-81ED-4DB2-BD59-A6C34878D82A}">
                    <a16:rowId xmlns:a16="http://schemas.microsoft.com/office/drawing/2014/main" val="10003"/>
                  </a:ext>
                </a:extLst>
              </a:tr>
              <a:tr h="370840">
                <a:tc>
                  <a:txBody>
                    <a:bodyPr/>
                    <a:lstStyle/>
                    <a:p>
                      <a:pPr algn="just">
                        <a:spcAft>
                          <a:spcPts val="0"/>
                        </a:spcAft>
                        <a:tabLst>
                          <a:tab pos="342900" algn="l"/>
                          <a:tab pos="685800" algn="l"/>
                          <a:tab pos="1028700" algn="l"/>
                        </a:tabLst>
                      </a:pPr>
                      <a:r>
                        <a:rPr lang="en-GB" sz="1600" b="1">
                          <a:solidFill>
                            <a:srgbClr val="000000"/>
                          </a:solidFill>
                          <a:latin typeface="Helvetica"/>
                          <a:ea typeface="Times New Roman"/>
                          <a:cs typeface="Helvetica"/>
                        </a:rPr>
                        <a:t>Advantages</a:t>
                      </a:r>
                      <a:endParaRPr lang="en-GB" sz="1600">
                        <a:solidFill>
                          <a:srgbClr val="000000"/>
                        </a:solidFill>
                        <a:latin typeface="Helvetica"/>
                        <a:ea typeface="Times New Roman"/>
                        <a:cs typeface="Helvetica"/>
                      </a:endParaRPr>
                    </a:p>
                  </a:txBody>
                  <a:tcPr marL="68580" marR="68580" marT="0" marB="0"/>
                </a:tc>
                <a:tc>
                  <a:txBody>
                    <a:bodyPr/>
                    <a:lstStyle/>
                    <a:p>
                      <a:pPr algn="just">
                        <a:spcAft>
                          <a:spcPts val="0"/>
                        </a:spcAft>
                        <a:tabLst>
                          <a:tab pos="342900" algn="l"/>
                          <a:tab pos="685800" algn="l"/>
                          <a:tab pos="1028700" algn="l"/>
                        </a:tabLst>
                      </a:pPr>
                      <a:r>
                        <a:rPr lang="en-GB" sz="1600" dirty="0">
                          <a:solidFill>
                            <a:srgbClr val="000000"/>
                          </a:solidFill>
                          <a:latin typeface="Helvetica"/>
                          <a:ea typeface="Times New Roman"/>
                          <a:cs typeface="Helvetica"/>
                        </a:rPr>
                        <a:t>The principal advantage of this model is that servers can be distributed across a network. General functionality (</a:t>
                      </a:r>
                      <a:r>
                        <a:rPr lang="en-GB" sz="1600">
                          <a:solidFill>
                            <a:srgbClr val="000000"/>
                          </a:solidFill>
                          <a:latin typeface="Helvetica"/>
                          <a:ea typeface="Times New Roman"/>
                          <a:cs typeface="Helvetica"/>
                        </a:rPr>
                        <a:t>e.g. </a:t>
                      </a:r>
                      <a:r>
                        <a:rPr lang="en-GB" sz="1600" dirty="0">
                          <a:solidFill>
                            <a:srgbClr val="000000"/>
                          </a:solidFill>
                          <a:latin typeface="Helvetica"/>
                          <a:ea typeface="Times New Roman"/>
                          <a:cs typeface="Helvetica"/>
                        </a:rPr>
                        <a:t>a printing service) can be available to all clients and does not need to be implemented by all services. </a:t>
                      </a:r>
                    </a:p>
                  </a:txBody>
                  <a:tcPr marL="68580" marR="68580" marT="0" marB="0"/>
                </a:tc>
                <a:extLst>
                  <a:ext uri="{0D108BD9-81ED-4DB2-BD59-A6C34878D82A}">
                    <a16:rowId xmlns:a16="http://schemas.microsoft.com/office/drawing/2014/main" val="10004"/>
                  </a:ext>
                </a:extLst>
              </a:tr>
              <a:tr h="370840">
                <a:tc>
                  <a:txBody>
                    <a:bodyPr/>
                    <a:lstStyle/>
                    <a:p>
                      <a:pPr algn="just">
                        <a:spcAft>
                          <a:spcPts val="0"/>
                        </a:spcAft>
                        <a:tabLst>
                          <a:tab pos="342900" algn="l"/>
                          <a:tab pos="685800" algn="l"/>
                          <a:tab pos="1028700" algn="l"/>
                        </a:tabLst>
                      </a:pPr>
                      <a:r>
                        <a:rPr lang="en-GB" sz="1600" b="1">
                          <a:solidFill>
                            <a:srgbClr val="000000"/>
                          </a:solidFill>
                          <a:latin typeface="Helvetica"/>
                          <a:ea typeface="Times New Roman"/>
                          <a:cs typeface="Helvetica"/>
                        </a:rPr>
                        <a:t>Disadvantages</a:t>
                      </a:r>
                      <a:endParaRPr lang="en-GB" sz="1600">
                        <a:solidFill>
                          <a:srgbClr val="000000"/>
                        </a:solidFill>
                        <a:latin typeface="Helvetica"/>
                        <a:ea typeface="Times New Roman"/>
                        <a:cs typeface="Helvetica"/>
                      </a:endParaRPr>
                    </a:p>
                  </a:txBody>
                  <a:tcPr marL="68580" marR="68580" marT="0" marB="0"/>
                </a:tc>
                <a:tc>
                  <a:txBody>
                    <a:bodyPr/>
                    <a:lstStyle/>
                    <a:p>
                      <a:pPr algn="just">
                        <a:spcAft>
                          <a:spcPts val="0"/>
                        </a:spcAft>
                        <a:tabLst>
                          <a:tab pos="342900" algn="l"/>
                          <a:tab pos="685800" algn="l"/>
                          <a:tab pos="1028700" algn="l"/>
                        </a:tabLst>
                      </a:pPr>
                      <a:r>
                        <a:rPr lang="en-GB" sz="1600" dirty="0">
                          <a:solidFill>
                            <a:srgbClr val="000000"/>
                          </a:solidFill>
                          <a:latin typeface="Helvetica"/>
                          <a:ea typeface="Times New Roman"/>
                          <a:cs typeface="Helvetica"/>
                        </a:rPr>
                        <a:t>Each service is a single point of failure so susceptible to denial of service attacks or server failure. Performance may be unpredictable because it depends on the network as well as the system. May be management problems if servers are owned by different organizations.</a:t>
                      </a:r>
                    </a:p>
                  </a:txBody>
                  <a:tcPr marL="68580" marR="68580" marT="0" marB="0"/>
                </a:tc>
                <a:extLst>
                  <a:ext uri="{0D108BD9-81ED-4DB2-BD59-A6C34878D82A}">
                    <a16:rowId xmlns:a16="http://schemas.microsoft.com/office/drawing/2014/main" val="10005"/>
                  </a:ext>
                </a:extLst>
              </a:tr>
            </a:tbl>
          </a:graphicData>
        </a:graphic>
      </p:graphicFrame>
      <p:sp>
        <p:nvSpPr>
          <p:cNvPr id="6" name="Footer Placeholder 5"/>
          <p:cNvSpPr>
            <a:spLocks noGrp="1"/>
          </p:cNvSpPr>
          <p:nvPr>
            <p:ph type="ftr" sz="quarter" idx="11"/>
          </p:nvPr>
        </p:nvSpPr>
        <p:spPr/>
        <p:txBody>
          <a:bodyPr/>
          <a:lstStyle/>
          <a:p>
            <a:r>
              <a:rPr lang="en-US"/>
              <a:t>Software Engineering</a:t>
            </a:r>
          </a:p>
        </p:txBody>
      </p:sp>
      <p:sp>
        <p:nvSpPr>
          <p:cNvPr id="3" name="Date Placeholder 2"/>
          <p:cNvSpPr>
            <a:spLocks noGrp="1"/>
          </p:cNvSpPr>
          <p:nvPr>
            <p:ph type="dt" sz="half" idx="10"/>
          </p:nvPr>
        </p:nvSpPr>
        <p:spPr/>
        <p:txBody>
          <a:bodyPr/>
          <a:lstStyle/>
          <a:p>
            <a:r>
              <a:rPr lang="en-US"/>
              <a:t>2020</a:t>
            </a:r>
          </a:p>
        </p:txBody>
      </p:sp>
      <p:sp>
        <p:nvSpPr>
          <p:cNvPr id="5" name="Slide Number Placeholder 4"/>
          <p:cNvSpPr>
            <a:spLocks noGrp="1"/>
          </p:cNvSpPr>
          <p:nvPr>
            <p:ph type="sldNum" sz="quarter" idx="12"/>
          </p:nvPr>
        </p:nvSpPr>
        <p:spPr/>
        <p:txBody>
          <a:bodyPr/>
          <a:lstStyle/>
          <a:p>
            <a:fld id="{0362C787-829C-4B6B-B21B-90D8981190F3}" type="slidenum">
              <a:rPr lang="en-US" smtClean="0"/>
              <a:pPr/>
              <a:t>20</a:t>
            </a:fld>
            <a:endParaRPr lang="en-US"/>
          </a:p>
        </p:txBody>
      </p:sp>
      <p:pic>
        <p:nvPicPr>
          <p:cNvPr id="7" name="Audio 6">
            <a:hlinkClick r:id="" action="ppaction://media"/>
            <a:extLst>
              <a:ext uri="{FF2B5EF4-FFF2-40B4-BE49-F238E27FC236}">
                <a16:creationId xmlns:a16="http://schemas.microsoft.com/office/drawing/2014/main" id="{4E7DB6B6-6E05-4C12-A7D3-EF8DA5CB24E8}"/>
              </a:ext>
            </a:extLst>
          </p:cNvPr>
          <p:cNvPicPr>
            <a:picLocks noChangeAspect="1"/>
          </p:cNvPicPr>
          <p:nvPr>
            <a:audioFile r:link="rId2"/>
            <p:extLst>
              <p:ext uri="{DAA4B4D4-6D71-4841-9C94-3DE7FCFB9230}">
                <p14:media xmlns:p14="http://schemas.microsoft.com/office/powerpoint/2010/main" r:embed="rId1"/>
              </p:ext>
            </p:extLst>
          </p:nvPr>
        </p:nvPicPr>
        <p:blipFill>
          <a:blip r:embed="rId4"/>
          <a:stretch>
            <a:fillRect/>
          </a:stretch>
        </p:blipFill>
        <p:spPr>
          <a:xfrm>
            <a:off x="8585200" y="6299200"/>
            <a:ext cx="406400" cy="406400"/>
          </a:xfrm>
          <a:prstGeom prst="rect">
            <a:avLst/>
          </a:prstGeom>
        </p:spPr>
      </p:pic>
    </p:spTree>
    <p:extLst>
      <p:ext uri="{BB962C8B-B14F-4D97-AF65-F5344CB8AC3E}">
        <p14:creationId xmlns:p14="http://schemas.microsoft.com/office/powerpoint/2010/main" val="2453282734"/>
      </p:ext>
    </p:extLst>
  </p:cSld>
  <p:clrMapOvr>
    <a:masterClrMapping/>
  </p:clrMapOvr>
  <mc:AlternateContent xmlns:mc="http://schemas.openxmlformats.org/markup-compatibility/2006" xmlns:p14="http://schemas.microsoft.com/office/powerpoint/2010/main">
    <mc:Choice Requires="p14">
      <p:transition spd="slow" p14:dur="2000" advTm="29405"/>
    </mc:Choice>
    <mc:Fallback xmlns="">
      <p:transition spd="slow" advTm="29405"/>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7"/>
                                        </p:tgtEl>
                                      </p:cBhvr>
                                    </p:cmd>
                                  </p:childTnLst>
                                </p:cTn>
                              </p:par>
                            </p:childTnLst>
                          </p:cTn>
                        </p:par>
                      </p:childTnLst>
                    </p:cTn>
                  </p:par>
                </p:childTnLst>
              </p:cTn>
              <p:prevCondLst>
                <p:cond evt="onPrev" delay="0">
                  <p:tgtEl>
                    <p:sldTgt/>
                  </p:tgtEl>
                </p:cond>
              </p:prevCondLst>
              <p:nextCondLst>
                <p:cond evt="onNext" delay="0">
                  <p:tgtEl>
                    <p:sldTgt/>
                  </p:tgtEl>
                </p:cond>
              </p:nextCondLst>
            </p:seq>
            <p:audio isNarration="1">
              <p:cMediaNode vol="80000" showWhenStopped="0">
                <p:cTn id="7" fill="hold" display="0">
                  <p:stCondLst>
                    <p:cond delay="indefinite"/>
                  </p:stCondLst>
                  <p:endCondLst>
                    <p:cond evt="onStopAudio" delay="0">
                      <p:tgtEl>
                        <p:sldTgt/>
                      </p:tgtEl>
                    </p:cond>
                  </p:endCondLst>
                </p:cTn>
                <p:tgtEl>
                  <p:spTgt spid="7"/>
                </p:tgtEl>
              </p:cMediaNode>
            </p:audio>
          </p:childTnLst>
        </p:cTn>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a:t>Example: Client-Server Architecture for Film </a:t>
            </a:r>
            <a:r>
              <a:rPr lang="en-US" dirty="0"/>
              <a:t>L</a:t>
            </a:r>
            <a:r>
              <a:rPr lang="en-US"/>
              <a:t>ibrary</a:t>
            </a:r>
            <a:r>
              <a:rPr lang="en-GB"/>
              <a:t> </a:t>
            </a:r>
            <a:endParaRPr lang="en-US" dirty="0"/>
          </a:p>
        </p:txBody>
      </p:sp>
      <p:pic>
        <p:nvPicPr>
          <p:cNvPr id="4" name="Content Placeholder 3" descr="6.11 ClientServerFilmPhoto.eps"/>
          <p:cNvPicPr>
            <a:picLocks noGrp="1" noChangeAspect="1"/>
          </p:cNvPicPr>
          <p:nvPr>
            <p:ph idx="1"/>
          </p:nvPr>
        </p:nvPicPr>
        <p:blipFill>
          <a:blip r:embed="rId4"/>
          <a:srcRect l="-1062" r="-1062"/>
          <a:stretch>
            <a:fillRect/>
          </a:stretch>
        </p:blipFill>
        <p:spPr>
          <a:xfrm>
            <a:off x="822014" y="1775831"/>
            <a:ext cx="7203898" cy="3961866"/>
          </a:xfrm>
        </p:spPr>
      </p:pic>
      <p:sp>
        <p:nvSpPr>
          <p:cNvPr id="6" name="Footer Placeholder 5"/>
          <p:cNvSpPr>
            <a:spLocks noGrp="1"/>
          </p:cNvSpPr>
          <p:nvPr>
            <p:ph type="ftr" sz="quarter" idx="11"/>
          </p:nvPr>
        </p:nvSpPr>
        <p:spPr/>
        <p:txBody>
          <a:bodyPr/>
          <a:lstStyle/>
          <a:p>
            <a:r>
              <a:rPr lang="en-US"/>
              <a:t>Software Engineering</a:t>
            </a:r>
          </a:p>
        </p:txBody>
      </p:sp>
      <p:sp>
        <p:nvSpPr>
          <p:cNvPr id="3" name="Date Placeholder 2"/>
          <p:cNvSpPr>
            <a:spLocks noGrp="1"/>
          </p:cNvSpPr>
          <p:nvPr>
            <p:ph type="dt" sz="half" idx="10"/>
          </p:nvPr>
        </p:nvSpPr>
        <p:spPr/>
        <p:txBody>
          <a:bodyPr/>
          <a:lstStyle/>
          <a:p>
            <a:r>
              <a:rPr lang="en-US"/>
              <a:t>2020</a:t>
            </a:r>
          </a:p>
        </p:txBody>
      </p:sp>
      <p:sp>
        <p:nvSpPr>
          <p:cNvPr id="5" name="Slide Number Placeholder 4"/>
          <p:cNvSpPr>
            <a:spLocks noGrp="1"/>
          </p:cNvSpPr>
          <p:nvPr>
            <p:ph type="sldNum" sz="quarter" idx="12"/>
          </p:nvPr>
        </p:nvSpPr>
        <p:spPr/>
        <p:txBody>
          <a:bodyPr/>
          <a:lstStyle/>
          <a:p>
            <a:fld id="{0362C787-829C-4B6B-B21B-90D8981190F3}" type="slidenum">
              <a:rPr lang="en-US" smtClean="0"/>
              <a:pPr/>
              <a:t>21</a:t>
            </a:fld>
            <a:endParaRPr lang="en-US"/>
          </a:p>
        </p:txBody>
      </p:sp>
      <p:pic>
        <p:nvPicPr>
          <p:cNvPr id="7" name="Audio 6">
            <a:hlinkClick r:id="" action="ppaction://media"/>
            <a:extLst>
              <a:ext uri="{FF2B5EF4-FFF2-40B4-BE49-F238E27FC236}">
                <a16:creationId xmlns:a16="http://schemas.microsoft.com/office/drawing/2014/main" id="{4517056B-33A0-4408-AF5A-994B7DE31CE1}"/>
              </a:ext>
            </a:extLst>
          </p:cNvPr>
          <p:cNvPicPr>
            <a:picLocks noChangeAspect="1"/>
          </p:cNvPicPr>
          <p:nvPr>
            <a:audioFile r:link="rId2"/>
            <p:extLst>
              <p:ext uri="{DAA4B4D4-6D71-4841-9C94-3DE7FCFB9230}">
                <p14:media xmlns:p14="http://schemas.microsoft.com/office/powerpoint/2010/main" r:embed="rId1"/>
              </p:ext>
            </p:extLst>
          </p:nvPr>
        </p:nvPicPr>
        <p:blipFill>
          <a:blip r:embed="rId5"/>
          <a:stretch>
            <a:fillRect/>
          </a:stretch>
        </p:blipFill>
        <p:spPr>
          <a:xfrm>
            <a:off x="8585200" y="6299200"/>
            <a:ext cx="406400" cy="406400"/>
          </a:xfrm>
          <a:prstGeom prst="rect">
            <a:avLst/>
          </a:prstGeom>
        </p:spPr>
      </p:pic>
    </p:spTree>
    <p:extLst>
      <p:ext uri="{BB962C8B-B14F-4D97-AF65-F5344CB8AC3E}">
        <p14:creationId xmlns:p14="http://schemas.microsoft.com/office/powerpoint/2010/main" val="2522411391"/>
      </p:ext>
    </p:extLst>
  </p:cSld>
  <p:clrMapOvr>
    <a:masterClrMapping/>
  </p:clrMapOvr>
  <mc:AlternateContent xmlns:mc="http://schemas.openxmlformats.org/markup-compatibility/2006" xmlns:p14="http://schemas.microsoft.com/office/powerpoint/2010/main">
    <mc:Choice Requires="p14">
      <p:transition spd="slow" p14:dur="2000" advTm="27116"/>
    </mc:Choice>
    <mc:Fallback xmlns="">
      <p:transition spd="slow" advTm="27116"/>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7"/>
                                        </p:tgtEl>
                                      </p:cBhvr>
                                    </p:cmd>
                                  </p:childTnLst>
                                </p:cTn>
                              </p:par>
                            </p:childTnLst>
                          </p:cTn>
                        </p:par>
                      </p:childTnLst>
                    </p:cTn>
                  </p:par>
                </p:childTnLst>
              </p:cTn>
              <p:prevCondLst>
                <p:cond evt="onPrev" delay="0">
                  <p:tgtEl>
                    <p:sldTgt/>
                  </p:tgtEl>
                </p:cond>
              </p:prevCondLst>
              <p:nextCondLst>
                <p:cond evt="onNext" delay="0">
                  <p:tgtEl>
                    <p:sldTgt/>
                  </p:tgtEl>
                </p:cond>
              </p:nextCondLst>
            </p:seq>
            <p:audio isNarration="1">
              <p:cMediaNode vol="80000" showWhenStopped="0">
                <p:cTn id="7" fill="hold" display="0">
                  <p:stCondLst>
                    <p:cond delay="indefinite"/>
                  </p:stCondLst>
                  <p:endCondLst>
                    <p:cond evt="onStopAudio" delay="0">
                      <p:tgtEl>
                        <p:sldTgt/>
                      </p:tgtEl>
                    </p:cond>
                  </p:endCondLst>
                </p:cTn>
                <p:tgtEl>
                  <p:spTgt spid="7"/>
                </p:tgtEl>
              </p:cMediaNode>
            </p:audio>
          </p:childTnLst>
        </p:cTn>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Rectangle 2"/>
          <p:cNvSpPr>
            <a:spLocks noGrp="1" noChangeArrowheads="1"/>
          </p:cNvSpPr>
          <p:nvPr>
            <p:ph type="title"/>
          </p:nvPr>
        </p:nvSpPr>
        <p:spPr>
          <a:noFill/>
          <a:ln/>
        </p:spPr>
        <p:txBody>
          <a:bodyPr lIns="90487" tIns="44450" rIns="90487" bIns="44450"/>
          <a:lstStyle/>
          <a:p>
            <a:r>
              <a:rPr lang="en-GB" dirty="0"/>
              <a:t>Pipe </a:t>
            </a:r>
            <a:r>
              <a:rPr lang="en-GB"/>
              <a:t>and Filter Architecture</a:t>
            </a:r>
            <a:endParaRPr lang="en-GB" dirty="0"/>
          </a:p>
        </p:txBody>
      </p:sp>
      <p:sp>
        <p:nvSpPr>
          <p:cNvPr id="33795" name="Rectangle 3"/>
          <p:cNvSpPr>
            <a:spLocks noGrp="1" noChangeArrowheads="1"/>
          </p:cNvSpPr>
          <p:nvPr>
            <p:ph idx="1"/>
          </p:nvPr>
        </p:nvSpPr>
        <p:spPr>
          <a:noFill/>
          <a:ln/>
        </p:spPr>
        <p:txBody>
          <a:bodyPr lIns="90487" tIns="44450" rIns="90487" bIns="44450"/>
          <a:lstStyle/>
          <a:p>
            <a:pPr>
              <a:lnSpc>
                <a:spcPct val="90000"/>
              </a:lnSpc>
            </a:pPr>
            <a:r>
              <a:rPr lang="en-GB" dirty="0"/>
              <a:t>Functional transformations </a:t>
            </a:r>
            <a:r>
              <a:rPr lang="en-GB" b="1" dirty="0">
                <a:solidFill>
                  <a:srgbClr val="C00000"/>
                </a:solidFill>
              </a:rPr>
              <a:t>process their inputs to produce outputs</a:t>
            </a:r>
            <a:endParaRPr lang="en-GB" dirty="0"/>
          </a:p>
          <a:p>
            <a:pPr>
              <a:lnSpc>
                <a:spcPct val="90000"/>
              </a:lnSpc>
            </a:pPr>
            <a:r>
              <a:rPr lang="en-GB" dirty="0"/>
              <a:t>May be referred to as a pipe and filter model (as in UNIX shell)</a:t>
            </a:r>
          </a:p>
          <a:p>
            <a:pPr>
              <a:lnSpc>
                <a:spcPct val="90000"/>
              </a:lnSpc>
            </a:pPr>
            <a:r>
              <a:rPr lang="en-GB" dirty="0"/>
              <a:t>Variants of this approach are very common</a:t>
            </a:r>
          </a:p>
          <a:p>
            <a:pPr>
              <a:lnSpc>
                <a:spcPct val="90000"/>
              </a:lnSpc>
            </a:pPr>
            <a:r>
              <a:rPr lang="en-GB" dirty="0"/>
              <a:t>When transformations are sequential, this is a </a:t>
            </a:r>
            <a:r>
              <a:rPr lang="en-GB" b="1" dirty="0">
                <a:solidFill>
                  <a:srgbClr val="C00000"/>
                </a:solidFill>
              </a:rPr>
              <a:t>batch sequential model</a:t>
            </a:r>
            <a:r>
              <a:rPr lang="en-GB" dirty="0"/>
              <a:t> which is extensively used in data processing systems</a:t>
            </a:r>
          </a:p>
          <a:p>
            <a:pPr>
              <a:lnSpc>
                <a:spcPct val="90000"/>
              </a:lnSpc>
            </a:pPr>
            <a:r>
              <a:rPr lang="en-GB" dirty="0"/>
              <a:t>Not really suitable for interactive systems</a:t>
            </a:r>
          </a:p>
        </p:txBody>
      </p:sp>
      <p:sp>
        <p:nvSpPr>
          <p:cNvPr id="5" name="Footer Placeholder 4"/>
          <p:cNvSpPr>
            <a:spLocks noGrp="1"/>
          </p:cNvSpPr>
          <p:nvPr>
            <p:ph type="ftr" sz="quarter" idx="11"/>
          </p:nvPr>
        </p:nvSpPr>
        <p:spPr/>
        <p:txBody>
          <a:bodyPr/>
          <a:lstStyle/>
          <a:p>
            <a:r>
              <a:rPr lang="en-US"/>
              <a:t>Software Engineering</a:t>
            </a:r>
          </a:p>
        </p:txBody>
      </p:sp>
      <p:sp>
        <p:nvSpPr>
          <p:cNvPr id="2" name="Date Placeholder 1"/>
          <p:cNvSpPr>
            <a:spLocks noGrp="1"/>
          </p:cNvSpPr>
          <p:nvPr>
            <p:ph type="dt" sz="half" idx="10"/>
          </p:nvPr>
        </p:nvSpPr>
        <p:spPr/>
        <p:txBody>
          <a:bodyPr/>
          <a:lstStyle/>
          <a:p>
            <a:r>
              <a:rPr lang="en-US"/>
              <a:t>2020</a:t>
            </a:r>
          </a:p>
        </p:txBody>
      </p:sp>
      <p:sp>
        <p:nvSpPr>
          <p:cNvPr id="3" name="Slide Number Placeholder 2"/>
          <p:cNvSpPr>
            <a:spLocks noGrp="1"/>
          </p:cNvSpPr>
          <p:nvPr>
            <p:ph type="sldNum" sz="quarter" idx="12"/>
          </p:nvPr>
        </p:nvSpPr>
        <p:spPr/>
        <p:txBody>
          <a:bodyPr/>
          <a:lstStyle/>
          <a:p>
            <a:fld id="{0362C787-829C-4B6B-B21B-90D8981190F3}" type="slidenum">
              <a:rPr lang="en-US" smtClean="0"/>
              <a:pPr/>
              <a:t>22</a:t>
            </a:fld>
            <a:endParaRPr lang="en-US"/>
          </a:p>
        </p:txBody>
      </p:sp>
      <mc:AlternateContent xmlns:mc="http://schemas.openxmlformats.org/markup-compatibility/2006" xmlns:p14="http://schemas.microsoft.com/office/powerpoint/2010/main" xmlns:iact="http://schemas.microsoft.com/office/powerpoint/2014/inkAction">
        <mc:Choice Requires="p14 iact">
          <p:contentPart p14:bwMode="auto" r:id="rId4">
            <p14:nvContentPartPr>
              <p14:cNvPr id="7" name="Ink 6">
                <a:extLst>
                  <a:ext uri="{FF2B5EF4-FFF2-40B4-BE49-F238E27FC236}">
                    <a16:creationId xmlns:a16="http://schemas.microsoft.com/office/drawing/2014/main" id="{9F821F23-D12E-4FCD-9AC7-3C99B50951B9}"/>
                  </a:ext>
                </a:extLst>
              </p14:cNvPr>
              <p14:cNvContentPartPr/>
              <p14:nvPr>
                <p:extLst>
                  <p:ext uri="{42D2F446-02D8-4167-A562-619A0277C38B}">
                    <p15:isNarration xmlns:p15="http://schemas.microsoft.com/office/powerpoint/2012/main" val="1"/>
                  </p:ext>
                </p:extLst>
              </p14:nvPr>
            </p14:nvContentPartPr>
            <p14:xfrm>
              <a:off x="5006160" y="6009120"/>
              <a:ext cx="1242720" cy="82440"/>
            </p14:xfrm>
          </p:contentPart>
        </mc:Choice>
        <mc:Fallback xmlns="">
          <p:pic>
            <p:nvPicPr>
              <p:cNvPr id="7" name="Ink 6">
                <a:extLst>
                  <a:ext uri="{FF2B5EF4-FFF2-40B4-BE49-F238E27FC236}">
                    <a16:creationId xmlns:a16="http://schemas.microsoft.com/office/drawing/2014/main" id="{9F821F23-D12E-4FCD-9AC7-3C99B50951B9}"/>
                  </a:ext>
                </a:extLst>
              </p:cNvPr>
              <p:cNvPicPr>
                <a:picLocks noGrp="1" noRot="1" noChangeAspect="1" noMove="1" noResize="1" noEditPoints="1" noAdjustHandles="1" noChangeArrowheads="1" noChangeShapeType="1"/>
              </p:cNvPicPr>
              <p:nvPr/>
            </p:nvPicPr>
            <p:blipFill>
              <a:blip r:embed="rId5"/>
              <a:stretch>
                <a:fillRect/>
              </a:stretch>
            </p:blipFill>
            <p:spPr>
              <a:xfrm>
                <a:off x="4996800" y="5999760"/>
                <a:ext cx="1261440" cy="101160"/>
              </a:xfrm>
              <a:prstGeom prst="rect">
                <a:avLst/>
              </a:prstGeom>
            </p:spPr>
          </p:pic>
        </mc:Fallback>
      </mc:AlternateContent>
      <p:pic>
        <p:nvPicPr>
          <p:cNvPr id="8" name="Audio 7">
            <a:hlinkClick r:id="" action="ppaction://media"/>
            <a:extLst>
              <a:ext uri="{FF2B5EF4-FFF2-40B4-BE49-F238E27FC236}">
                <a16:creationId xmlns:a16="http://schemas.microsoft.com/office/drawing/2014/main" id="{3D5AB922-5916-413D-9F96-2A237AD7248D}"/>
              </a:ext>
            </a:extLst>
          </p:cNvPr>
          <p:cNvPicPr>
            <a:picLocks noChangeAspect="1"/>
          </p:cNvPicPr>
          <p:nvPr>
            <a:audioFile r:link="rId2"/>
            <p:extLst>
              <p:ext uri="{DAA4B4D4-6D71-4841-9C94-3DE7FCFB9230}">
                <p14:media xmlns:p14="http://schemas.microsoft.com/office/powerpoint/2010/main" r:embed="rId1"/>
              </p:ext>
            </p:extLst>
          </p:nvPr>
        </p:nvPicPr>
        <p:blipFill>
          <a:blip r:embed="rId6"/>
          <a:stretch>
            <a:fillRect/>
          </a:stretch>
        </p:blipFill>
        <p:spPr>
          <a:xfrm>
            <a:off x="8585200" y="6299200"/>
            <a:ext cx="406400" cy="406400"/>
          </a:xfrm>
          <a:prstGeom prst="rect">
            <a:avLst/>
          </a:prstGeom>
        </p:spPr>
      </p:pic>
    </p:spTree>
    <p:extLst>
      <p:ext uri="{BB962C8B-B14F-4D97-AF65-F5344CB8AC3E}">
        <p14:creationId xmlns:p14="http://schemas.microsoft.com/office/powerpoint/2010/main" val="1550448051"/>
      </p:ext>
    </p:extLst>
  </p:cSld>
  <p:clrMapOvr>
    <a:masterClrMapping/>
  </p:clrMapOvr>
  <p:transition advTm="33714"/>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8"/>
                                        </p:tgtEl>
                                      </p:cBhvr>
                                    </p:cmd>
                                  </p:childTnLst>
                                </p:cTn>
                              </p:par>
                              <p:par>
                                <p:cTn id="7" presetID="59" presetClass="entr" presetSubtype="0" fill="hold" nodeType="withEffect">
                                  <p:stCondLst>
                                    <p:cond delay="0"/>
                                  </p:stCondLst>
                                  <p:childTnLst>
                                    <p:set>
                                      <p:cBhvr>
                                        <p:cTn id="8" dur="1" fill="hold">
                                          <p:stCondLst>
                                            <p:cond delay="0"/>
                                          </p:stCondLst>
                                        </p:cTn>
                                        <p:tgtEl>
                                          <p:spTgt spid="7"/>
                                        </p:tgtEl>
                                        <p:attrNameLst>
                                          <p:attrName>style.visibility</p:attrName>
                                        </p:attrNameLst>
                                      </p:cBhvr>
                                      <p:to>
                                        <p:strVal val="visible"/>
                                      </p:to>
                                    </p:set>
                                    <p:cmd type="call" cmd="playFrom(0.0)">
                                      <p:cBhvr>
                                        <p:cTn id="9" dur="1" fill="hold"/>
                                        <p:tgtEl>
                                          <p:spTgt spid="7"/>
                                        </p:tgtEl>
                                      </p:cBhvr>
                                    </p:cmd>
                                  </p:childTnLst>
                                </p:cTn>
                              </p:par>
                            </p:childTnLst>
                          </p:cTn>
                        </p:par>
                      </p:childTnLst>
                    </p:cTn>
                  </p:par>
                </p:childTnLst>
              </p:cTn>
              <p:prevCondLst>
                <p:cond evt="onPrev" delay="0">
                  <p:tgtEl>
                    <p:sldTgt/>
                  </p:tgtEl>
                </p:cond>
              </p:prevCondLst>
              <p:nextCondLst>
                <p:cond evt="onNext" delay="0">
                  <p:tgtEl>
                    <p:sldTgt/>
                  </p:tgtEl>
                </p:cond>
              </p:nextCondLst>
            </p:seq>
            <p:audio isNarration="1">
              <p:cMediaNode vol="80000" showWhenStopped="0">
                <p:cTn id="10" fill="hold" display="0">
                  <p:stCondLst>
                    <p:cond delay="indefinite"/>
                  </p:stCondLst>
                  <p:endCondLst>
                    <p:cond evt="onStopAudio" delay="0">
                      <p:tgtEl>
                        <p:sldTgt/>
                      </p:tgtEl>
                    </p:cond>
                  </p:endCondLst>
                </p:cTn>
                <p:tgtEl>
                  <p:spTgt spid="8"/>
                </p:tgtEl>
              </p:cMediaNode>
            </p:audio>
          </p:childTnLst>
        </p:cTn>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Pipe and Filter Pattern</a:t>
            </a:r>
            <a:r>
              <a:rPr lang="en-GB"/>
              <a:t> </a:t>
            </a:r>
            <a:endParaRPr lang="en-US" dirty="0"/>
          </a:p>
        </p:txBody>
      </p:sp>
      <p:graphicFrame>
        <p:nvGraphicFramePr>
          <p:cNvPr id="4" name="Content Placeholder 3"/>
          <p:cNvGraphicFramePr>
            <a:graphicFrameLocks noGrp="1"/>
          </p:cNvGraphicFramePr>
          <p:nvPr>
            <p:ph idx="1"/>
            <p:extLst>
              <p:ext uri="{D42A27DB-BD31-4B8C-83A1-F6EECF244321}">
                <p14:modId xmlns:p14="http://schemas.microsoft.com/office/powerpoint/2010/main" val="4283115927"/>
              </p:ext>
            </p:extLst>
          </p:nvPr>
        </p:nvGraphicFramePr>
        <p:xfrm>
          <a:off x="457200" y="1600200"/>
          <a:ext cx="8229600" cy="4759960"/>
        </p:xfrm>
        <a:graphic>
          <a:graphicData uri="http://schemas.openxmlformats.org/drawingml/2006/table">
            <a:tbl>
              <a:tblPr firstRow="1" bandRow="1">
                <a:tableStyleId>{5C22544A-7EE6-4342-B048-85BDC9FD1C3A}</a:tableStyleId>
              </a:tblPr>
              <a:tblGrid>
                <a:gridCol w="1691151">
                  <a:extLst>
                    <a:ext uri="{9D8B030D-6E8A-4147-A177-3AD203B41FA5}">
                      <a16:colId xmlns:a16="http://schemas.microsoft.com/office/drawing/2014/main" val="20000"/>
                    </a:ext>
                  </a:extLst>
                </a:gridCol>
                <a:gridCol w="6538449">
                  <a:extLst>
                    <a:ext uri="{9D8B030D-6E8A-4147-A177-3AD203B41FA5}">
                      <a16:colId xmlns:a16="http://schemas.microsoft.com/office/drawing/2014/main" val="20001"/>
                    </a:ext>
                  </a:extLst>
                </a:gridCol>
              </a:tblGrid>
              <a:tr h="370840">
                <a:tc>
                  <a:txBody>
                    <a:bodyPr/>
                    <a:lstStyle/>
                    <a:p>
                      <a:pPr algn="just">
                        <a:spcAft>
                          <a:spcPts val="0"/>
                        </a:spcAft>
                        <a:tabLst>
                          <a:tab pos="342900" algn="l"/>
                          <a:tab pos="685800" algn="l"/>
                          <a:tab pos="1028700" algn="l"/>
                        </a:tabLst>
                      </a:pPr>
                      <a:r>
                        <a:rPr lang="en-GB" sz="1600" b="1" dirty="0">
                          <a:solidFill>
                            <a:srgbClr val="000000"/>
                          </a:solidFill>
                          <a:latin typeface="Helvetica"/>
                          <a:ea typeface="Times New Roman"/>
                          <a:cs typeface="Helvetica"/>
                        </a:rPr>
                        <a:t>Name</a:t>
                      </a:r>
                    </a:p>
                  </a:txBody>
                  <a:tcPr marL="68580" marR="68580" marT="0" marB="0"/>
                </a:tc>
                <a:tc>
                  <a:txBody>
                    <a:bodyPr/>
                    <a:lstStyle/>
                    <a:p>
                      <a:pPr algn="just">
                        <a:spcAft>
                          <a:spcPts val="0"/>
                        </a:spcAft>
                        <a:tabLst>
                          <a:tab pos="342900" algn="l"/>
                          <a:tab pos="685800" algn="l"/>
                          <a:tab pos="1028700" algn="l"/>
                        </a:tabLst>
                      </a:pPr>
                      <a:r>
                        <a:rPr lang="en-GB" sz="1600" b="1" dirty="0">
                          <a:solidFill>
                            <a:srgbClr val="000000"/>
                          </a:solidFill>
                          <a:latin typeface="Helvetica"/>
                          <a:ea typeface="Times New Roman"/>
                          <a:cs typeface="Helvetica"/>
                        </a:rPr>
                        <a:t>Pipe and filter</a:t>
                      </a:r>
                    </a:p>
                  </a:txBody>
                  <a:tcPr marL="68580" marR="68580" marT="0" marB="0"/>
                </a:tc>
                <a:extLst>
                  <a:ext uri="{0D108BD9-81ED-4DB2-BD59-A6C34878D82A}">
                    <a16:rowId xmlns:a16="http://schemas.microsoft.com/office/drawing/2014/main" val="10000"/>
                  </a:ext>
                </a:extLst>
              </a:tr>
              <a:tr h="370840">
                <a:tc>
                  <a:txBody>
                    <a:bodyPr/>
                    <a:lstStyle/>
                    <a:p>
                      <a:pPr algn="just">
                        <a:spcAft>
                          <a:spcPts val="0"/>
                        </a:spcAft>
                        <a:tabLst>
                          <a:tab pos="342900" algn="l"/>
                          <a:tab pos="685800" algn="l"/>
                          <a:tab pos="1028700" algn="l"/>
                        </a:tabLst>
                      </a:pPr>
                      <a:r>
                        <a:rPr lang="en-GB" sz="1600" b="1" dirty="0">
                          <a:solidFill>
                            <a:srgbClr val="000000"/>
                          </a:solidFill>
                          <a:latin typeface="Helvetica"/>
                          <a:ea typeface="Times New Roman"/>
                          <a:cs typeface="Helvetica"/>
                        </a:rPr>
                        <a:t>Description</a:t>
                      </a:r>
                      <a:endParaRPr lang="en-GB" sz="1600" dirty="0">
                        <a:solidFill>
                          <a:srgbClr val="000000"/>
                        </a:solidFill>
                        <a:latin typeface="Helvetica"/>
                        <a:ea typeface="Times New Roman"/>
                        <a:cs typeface="Helvetica"/>
                      </a:endParaRPr>
                    </a:p>
                  </a:txBody>
                  <a:tcPr marL="68580" marR="68580" marT="0" marB="0"/>
                </a:tc>
                <a:tc>
                  <a:txBody>
                    <a:bodyPr/>
                    <a:lstStyle/>
                    <a:p>
                      <a:pPr algn="just">
                        <a:spcAft>
                          <a:spcPts val="0"/>
                        </a:spcAft>
                        <a:tabLst>
                          <a:tab pos="342900" algn="l"/>
                          <a:tab pos="685800" algn="l"/>
                          <a:tab pos="1028700" algn="l"/>
                        </a:tabLst>
                      </a:pPr>
                      <a:r>
                        <a:rPr lang="en-GB" sz="1600">
                          <a:solidFill>
                            <a:srgbClr val="000000"/>
                          </a:solidFill>
                          <a:latin typeface="Helvetica"/>
                          <a:ea typeface="Times New Roman"/>
                          <a:cs typeface="Helvetica"/>
                        </a:rPr>
                        <a:t>The processing of the data in a system is organized so that each processing component (filter) is discrete and carries out one type of data transformation. The data flows (as in a pipe) from one component to another for processing. </a:t>
                      </a:r>
                    </a:p>
                  </a:txBody>
                  <a:tcPr marL="68580" marR="68580" marT="0" marB="0"/>
                </a:tc>
                <a:extLst>
                  <a:ext uri="{0D108BD9-81ED-4DB2-BD59-A6C34878D82A}">
                    <a16:rowId xmlns:a16="http://schemas.microsoft.com/office/drawing/2014/main" val="10001"/>
                  </a:ext>
                </a:extLst>
              </a:tr>
              <a:tr h="370840">
                <a:tc>
                  <a:txBody>
                    <a:bodyPr/>
                    <a:lstStyle/>
                    <a:p>
                      <a:pPr algn="just">
                        <a:spcAft>
                          <a:spcPts val="0"/>
                        </a:spcAft>
                        <a:tabLst>
                          <a:tab pos="342900" algn="l"/>
                          <a:tab pos="685800" algn="l"/>
                          <a:tab pos="1028700" algn="l"/>
                        </a:tabLst>
                      </a:pPr>
                      <a:r>
                        <a:rPr lang="en-GB" sz="1600" b="1">
                          <a:solidFill>
                            <a:srgbClr val="000000"/>
                          </a:solidFill>
                          <a:latin typeface="Helvetica"/>
                          <a:ea typeface="Times New Roman"/>
                          <a:cs typeface="Helvetica"/>
                        </a:rPr>
                        <a:t>Example</a:t>
                      </a:r>
                      <a:endParaRPr lang="en-GB" sz="1600">
                        <a:solidFill>
                          <a:srgbClr val="000000"/>
                        </a:solidFill>
                        <a:latin typeface="Helvetica"/>
                        <a:ea typeface="Times New Roman"/>
                        <a:cs typeface="Helvetica"/>
                      </a:endParaRPr>
                    </a:p>
                  </a:txBody>
                  <a:tcPr marL="68580" marR="68580" marT="0" marB="0"/>
                </a:tc>
                <a:tc>
                  <a:txBody>
                    <a:bodyPr/>
                    <a:lstStyle/>
                    <a:p>
                      <a:pPr algn="just">
                        <a:spcAft>
                          <a:spcPts val="0"/>
                        </a:spcAft>
                        <a:tabLst>
                          <a:tab pos="342900" algn="l"/>
                          <a:tab pos="685800" algn="l"/>
                          <a:tab pos="1028700" algn="l"/>
                        </a:tabLst>
                      </a:pPr>
                      <a:r>
                        <a:rPr lang="en-GB" sz="1600">
                          <a:solidFill>
                            <a:srgbClr val="000000"/>
                          </a:solidFill>
                          <a:latin typeface="Helvetica"/>
                          <a:ea typeface="Times New Roman"/>
                          <a:cs typeface="Helvetica"/>
                        </a:rPr>
                        <a:t>Example of a pipe and filter system used for processing invoices (see next slide).</a:t>
                      </a:r>
                    </a:p>
                  </a:txBody>
                  <a:tcPr marL="68580" marR="68580" marT="0" marB="0"/>
                </a:tc>
                <a:extLst>
                  <a:ext uri="{0D108BD9-81ED-4DB2-BD59-A6C34878D82A}">
                    <a16:rowId xmlns:a16="http://schemas.microsoft.com/office/drawing/2014/main" val="10002"/>
                  </a:ext>
                </a:extLst>
              </a:tr>
              <a:tr h="370840">
                <a:tc>
                  <a:txBody>
                    <a:bodyPr/>
                    <a:lstStyle/>
                    <a:p>
                      <a:pPr algn="just">
                        <a:spcAft>
                          <a:spcPts val="0"/>
                        </a:spcAft>
                        <a:tabLst>
                          <a:tab pos="342900" algn="l"/>
                          <a:tab pos="685800" algn="l"/>
                          <a:tab pos="1028700" algn="l"/>
                        </a:tabLst>
                      </a:pPr>
                      <a:r>
                        <a:rPr lang="en-GB" sz="1600" b="1">
                          <a:solidFill>
                            <a:srgbClr val="000000"/>
                          </a:solidFill>
                          <a:latin typeface="Helvetica"/>
                          <a:ea typeface="Times New Roman"/>
                          <a:cs typeface="Helvetica"/>
                        </a:rPr>
                        <a:t>When used</a:t>
                      </a:r>
                      <a:endParaRPr lang="en-GB" sz="1600">
                        <a:solidFill>
                          <a:srgbClr val="000000"/>
                        </a:solidFill>
                        <a:latin typeface="Helvetica"/>
                        <a:ea typeface="Times New Roman"/>
                        <a:cs typeface="Helvetica"/>
                      </a:endParaRPr>
                    </a:p>
                  </a:txBody>
                  <a:tcPr marL="68580" marR="68580" marT="0" marB="0"/>
                </a:tc>
                <a:tc>
                  <a:txBody>
                    <a:bodyPr/>
                    <a:lstStyle/>
                    <a:p>
                      <a:pPr algn="just">
                        <a:spcAft>
                          <a:spcPts val="0"/>
                        </a:spcAft>
                        <a:tabLst>
                          <a:tab pos="342900" algn="l"/>
                          <a:tab pos="685800" algn="l"/>
                          <a:tab pos="1028700" algn="l"/>
                        </a:tabLst>
                      </a:pPr>
                      <a:r>
                        <a:rPr lang="en-GB" sz="1600">
                          <a:solidFill>
                            <a:srgbClr val="000000"/>
                          </a:solidFill>
                          <a:latin typeface="Helvetica"/>
                          <a:ea typeface="Times New Roman"/>
                          <a:cs typeface="Helvetica"/>
                        </a:rPr>
                        <a:t>Commonly used in data processing applications (both batch- and transaction-based) where inputs are processed in separate stages to generate related outputs.</a:t>
                      </a:r>
                    </a:p>
                  </a:txBody>
                  <a:tcPr marL="68580" marR="68580" marT="0" marB="0"/>
                </a:tc>
                <a:extLst>
                  <a:ext uri="{0D108BD9-81ED-4DB2-BD59-A6C34878D82A}">
                    <a16:rowId xmlns:a16="http://schemas.microsoft.com/office/drawing/2014/main" val="10003"/>
                  </a:ext>
                </a:extLst>
              </a:tr>
              <a:tr h="370840">
                <a:tc>
                  <a:txBody>
                    <a:bodyPr/>
                    <a:lstStyle/>
                    <a:p>
                      <a:pPr algn="just">
                        <a:spcAft>
                          <a:spcPts val="0"/>
                        </a:spcAft>
                        <a:tabLst>
                          <a:tab pos="342900" algn="l"/>
                          <a:tab pos="685800" algn="l"/>
                          <a:tab pos="1028700" algn="l"/>
                        </a:tabLst>
                      </a:pPr>
                      <a:r>
                        <a:rPr lang="en-GB" sz="1600" b="1">
                          <a:solidFill>
                            <a:srgbClr val="000000"/>
                          </a:solidFill>
                          <a:latin typeface="Helvetica"/>
                          <a:ea typeface="Times New Roman"/>
                          <a:cs typeface="Helvetica"/>
                        </a:rPr>
                        <a:t>Advantages</a:t>
                      </a:r>
                      <a:endParaRPr lang="en-GB" sz="1600">
                        <a:solidFill>
                          <a:srgbClr val="000000"/>
                        </a:solidFill>
                        <a:latin typeface="Helvetica"/>
                        <a:ea typeface="Times New Roman"/>
                        <a:cs typeface="Helvetica"/>
                      </a:endParaRPr>
                    </a:p>
                  </a:txBody>
                  <a:tcPr marL="68580" marR="68580" marT="0" marB="0"/>
                </a:tc>
                <a:tc>
                  <a:txBody>
                    <a:bodyPr/>
                    <a:lstStyle/>
                    <a:p>
                      <a:pPr algn="just">
                        <a:spcAft>
                          <a:spcPts val="0"/>
                        </a:spcAft>
                        <a:tabLst>
                          <a:tab pos="342900" algn="l"/>
                          <a:tab pos="685800" algn="l"/>
                          <a:tab pos="1028700" algn="l"/>
                        </a:tabLst>
                      </a:pPr>
                      <a:r>
                        <a:rPr lang="en-GB" sz="1600">
                          <a:solidFill>
                            <a:srgbClr val="000000"/>
                          </a:solidFill>
                          <a:latin typeface="Helvetica"/>
                          <a:ea typeface="Times New Roman"/>
                          <a:cs typeface="Helvetica"/>
                        </a:rPr>
                        <a:t>Easy to understand and supports transformation reuse. Workflow style matches the structure of many business processes. Evolution by adding transformations is straightforward. Can be implemented as either a sequential or concurrent system.</a:t>
                      </a:r>
                    </a:p>
                  </a:txBody>
                  <a:tcPr marL="68580" marR="68580" marT="0" marB="0"/>
                </a:tc>
                <a:extLst>
                  <a:ext uri="{0D108BD9-81ED-4DB2-BD59-A6C34878D82A}">
                    <a16:rowId xmlns:a16="http://schemas.microsoft.com/office/drawing/2014/main" val="10004"/>
                  </a:ext>
                </a:extLst>
              </a:tr>
              <a:tr h="370840">
                <a:tc>
                  <a:txBody>
                    <a:bodyPr/>
                    <a:lstStyle/>
                    <a:p>
                      <a:pPr algn="just">
                        <a:spcAft>
                          <a:spcPts val="0"/>
                        </a:spcAft>
                        <a:tabLst>
                          <a:tab pos="342900" algn="l"/>
                          <a:tab pos="685800" algn="l"/>
                          <a:tab pos="1028700" algn="l"/>
                        </a:tabLst>
                      </a:pPr>
                      <a:r>
                        <a:rPr lang="en-GB" sz="1600" b="1">
                          <a:solidFill>
                            <a:srgbClr val="000000"/>
                          </a:solidFill>
                          <a:latin typeface="Helvetica"/>
                          <a:ea typeface="Times New Roman"/>
                          <a:cs typeface="Helvetica"/>
                        </a:rPr>
                        <a:t>Disadvantages</a:t>
                      </a:r>
                      <a:endParaRPr lang="en-GB" sz="1600">
                        <a:solidFill>
                          <a:srgbClr val="000000"/>
                        </a:solidFill>
                        <a:latin typeface="Helvetica"/>
                        <a:ea typeface="Times New Roman"/>
                        <a:cs typeface="Helvetica"/>
                      </a:endParaRPr>
                    </a:p>
                  </a:txBody>
                  <a:tcPr marL="68580" marR="68580" marT="0" marB="0"/>
                </a:tc>
                <a:tc>
                  <a:txBody>
                    <a:bodyPr/>
                    <a:lstStyle/>
                    <a:p>
                      <a:pPr algn="just">
                        <a:spcAft>
                          <a:spcPts val="0"/>
                        </a:spcAft>
                        <a:tabLst>
                          <a:tab pos="342900" algn="l"/>
                          <a:tab pos="685800" algn="l"/>
                          <a:tab pos="1028700" algn="l"/>
                        </a:tabLst>
                      </a:pPr>
                      <a:r>
                        <a:rPr lang="en-GB" sz="1600" dirty="0">
                          <a:solidFill>
                            <a:srgbClr val="000000"/>
                          </a:solidFill>
                          <a:latin typeface="Helvetica"/>
                          <a:ea typeface="Times New Roman"/>
                          <a:cs typeface="Helvetica"/>
                        </a:rPr>
                        <a:t>The format for data transfer has to be agreed upon between communicating transformations. Each transformation must parse its input and </a:t>
                      </a:r>
                      <a:r>
                        <a:rPr lang="en-GB" sz="1600" dirty="0" err="1">
                          <a:solidFill>
                            <a:srgbClr val="000000"/>
                          </a:solidFill>
                          <a:latin typeface="Helvetica"/>
                          <a:ea typeface="Times New Roman"/>
                          <a:cs typeface="Helvetica"/>
                        </a:rPr>
                        <a:t>unparse</a:t>
                      </a:r>
                      <a:r>
                        <a:rPr lang="en-GB" sz="1600" dirty="0">
                          <a:solidFill>
                            <a:srgbClr val="000000"/>
                          </a:solidFill>
                          <a:latin typeface="Helvetica"/>
                          <a:ea typeface="Times New Roman"/>
                          <a:cs typeface="Helvetica"/>
                        </a:rPr>
                        <a:t> its output to the agreed form. This increases system overhead and may mean that it is impossible to reuse functional transformations that use incompatible data structures.</a:t>
                      </a:r>
                    </a:p>
                  </a:txBody>
                  <a:tcPr marL="68580" marR="68580" marT="0" marB="0"/>
                </a:tc>
                <a:extLst>
                  <a:ext uri="{0D108BD9-81ED-4DB2-BD59-A6C34878D82A}">
                    <a16:rowId xmlns:a16="http://schemas.microsoft.com/office/drawing/2014/main" val="10005"/>
                  </a:ext>
                </a:extLst>
              </a:tr>
            </a:tbl>
          </a:graphicData>
        </a:graphic>
      </p:graphicFrame>
      <p:sp>
        <p:nvSpPr>
          <p:cNvPr id="6" name="Footer Placeholder 5"/>
          <p:cNvSpPr>
            <a:spLocks noGrp="1"/>
          </p:cNvSpPr>
          <p:nvPr>
            <p:ph type="ftr" sz="quarter" idx="11"/>
          </p:nvPr>
        </p:nvSpPr>
        <p:spPr/>
        <p:txBody>
          <a:bodyPr/>
          <a:lstStyle/>
          <a:p>
            <a:r>
              <a:rPr lang="en-US"/>
              <a:t>Software Engineering</a:t>
            </a:r>
          </a:p>
        </p:txBody>
      </p:sp>
      <p:sp>
        <p:nvSpPr>
          <p:cNvPr id="3" name="Date Placeholder 2"/>
          <p:cNvSpPr>
            <a:spLocks noGrp="1"/>
          </p:cNvSpPr>
          <p:nvPr>
            <p:ph type="dt" sz="half" idx="10"/>
          </p:nvPr>
        </p:nvSpPr>
        <p:spPr/>
        <p:txBody>
          <a:bodyPr/>
          <a:lstStyle/>
          <a:p>
            <a:r>
              <a:rPr lang="en-US"/>
              <a:t>2020</a:t>
            </a:r>
          </a:p>
        </p:txBody>
      </p:sp>
      <p:sp>
        <p:nvSpPr>
          <p:cNvPr id="5" name="Slide Number Placeholder 4"/>
          <p:cNvSpPr>
            <a:spLocks noGrp="1"/>
          </p:cNvSpPr>
          <p:nvPr>
            <p:ph type="sldNum" sz="quarter" idx="12"/>
          </p:nvPr>
        </p:nvSpPr>
        <p:spPr/>
        <p:txBody>
          <a:bodyPr/>
          <a:lstStyle/>
          <a:p>
            <a:fld id="{0362C787-829C-4B6B-B21B-90D8981190F3}" type="slidenum">
              <a:rPr lang="en-US" smtClean="0"/>
              <a:pPr/>
              <a:t>23</a:t>
            </a:fld>
            <a:endParaRPr lang="en-US"/>
          </a:p>
        </p:txBody>
      </p:sp>
      <p:pic>
        <p:nvPicPr>
          <p:cNvPr id="7" name="Audio 6">
            <a:hlinkClick r:id="" action="ppaction://media"/>
            <a:extLst>
              <a:ext uri="{FF2B5EF4-FFF2-40B4-BE49-F238E27FC236}">
                <a16:creationId xmlns:a16="http://schemas.microsoft.com/office/drawing/2014/main" id="{08B57079-E5D1-4A83-AD7B-30E66F7D88CE}"/>
              </a:ext>
            </a:extLst>
          </p:cNvPr>
          <p:cNvPicPr>
            <a:picLocks noChangeAspect="1"/>
          </p:cNvPicPr>
          <p:nvPr>
            <a:audioFile r:link="rId2"/>
            <p:extLst>
              <p:ext uri="{DAA4B4D4-6D71-4841-9C94-3DE7FCFB9230}">
                <p14:media xmlns:p14="http://schemas.microsoft.com/office/powerpoint/2010/main" r:embed="rId1"/>
              </p:ext>
            </p:extLst>
          </p:nvPr>
        </p:nvPicPr>
        <p:blipFill>
          <a:blip r:embed="rId4"/>
          <a:stretch>
            <a:fillRect/>
          </a:stretch>
        </p:blipFill>
        <p:spPr>
          <a:xfrm>
            <a:off x="8585200" y="6299200"/>
            <a:ext cx="406400" cy="406400"/>
          </a:xfrm>
          <a:prstGeom prst="rect">
            <a:avLst/>
          </a:prstGeom>
        </p:spPr>
      </p:pic>
    </p:spTree>
    <p:extLst>
      <p:ext uri="{BB962C8B-B14F-4D97-AF65-F5344CB8AC3E}">
        <p14:creationId xmlns:p14="http://schemas.microsoft.com/office/powerpoint/2010/main" val="3591920762"/>
      </p:ext>
    </p:extLst>
  </p:cSld>
  <p:clrMapOvr>
    <a:masterClrMapping/>
  </p:clrMapOvr>
  <mc:AlternateContent xmlns:mc="http://schemas.openxmlformats.org/markup-compatibility/2006" xmlns:p14="http://schemas.microsoft.com/office/powerpoint/2010/main">
    <mc:Choice Requires="p14">
      <p:transition spd="slow" p14:dur="2000" advTm="30353"/>
    </mc:Choice>
    <mc:Fallback xmlns="">
      <p:transition spd="slow" advTm="30353"/>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7"/>
                                        </p:tgtEl>
                                      </p:cBhvr>
                                    </p:cmd>
                                  </p:childTnLst>
                                </p:cTn>
                              </p:par>
                            </p:childTnLst>
                          </p:cTn>
                        </p:par>
                      </p:childTnLst>
                    </p:cTn>
                  </p:par>
                </p:childTnLst>
              </p:cTn>
              <p:prevCondLst>
                <p:cond evt="onPrev" delay="0">
                  <p:tgtEl>
                    <p:sldTgt/>
                  </p:tgtEl>
                </p:cond>
              </p:prevCondLst>
              <p:nextCondLst>
                <p:cond evt="onNext" delay="0">
                  <p:tgtEl>
                    <p:sldTgt/>
                  </p:tgtEl>
                </p:cond>
              </p:nextCondLst>
            </p:seq>
            <p:audio isNarration="1">
              <p:cMediaNode vol="80000" showWhenStopped="0">
                <p:cTn id="7" fill="hold" display="0">
                  <p:stCondLst>
                    <p:cond delay="indefinite"/>
                  </p:stCondLst>
                  <p:endCondLst>
                    <p:cond evt="onStopAudio" delay="0">
                      <p:tgtEl>
                        <p:sldTgt/>
                      </p:tgtEl>
                    </p:cond>
                  </p:endCondLst>
                </p:cTn>
                <p:tgtEl>
                  <p:spTgt spid="7"/>
                </p:tgtEl>
              </p:cMediaNode>
            </p:audio>
          </p:childTnLst>
        </p:cTn>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a:t>Example: Pipe and Filter Architecture Used in Payments System</a:t>
            </a:r>
            <a:r>
              <a:rPr lang="en-GB"/>
              <a:t> </a:t>
            </a:r>
            <a:endParaRPr lang="en-US" dirty="0"/>
          </a:p>
        </p:txBody>
      </p:sp>
      <p:sp>
        <p:nvSpPr>
          <p:cNvPr id="6" name="Footer Placeholder 5"/>
          <p:cNvSpPr>
            <a:spLocks noGrp="1"/>
          </p:cNvSpPr>
          <p:nvPr>
            <p:ph type="ftr" sz="quarter" idx="11"/>
          </p:nvPr>
        </p:nvSpPr>
        <p:spPr/>
        <p:txBody>
          <a:bodyPr/>
          <a:lstStyle/>
          <a:p>
            <a:r>
              <a:rPr lang="en-US"/>
              <a:t>Software Engineering</a:t>
            </a:r>
          </a:p>
        </p:txBody>
      </p:sp>
      <p:sp>
        <p:nvSpPr>
          <p:cNvPr id="3" name="Date Placeholder 2"/>
          <p:cNvSpPr>
            <a:spLocks noGrp="1"/>
          </p:cNvSpPr>
          <p:nvPr>
            <p:ph type="dt" sz="half" idx="10"/>
          </p:nvPr>
        </p:nvSpPr>
        <p:spPr/>
        <p:txBody>
          <a:bodyPr/>
          <a:lstStyle/>
          <a:p>
            <a:r>
              <a:rPr lang="en-US"/>
              <a:t>2020</a:t>
            </a:r>
          </a:p>
        </p:txBody>
      </p:sp>
      <p:pic>
        <p:nvPicPr>
          <p:cNvPr id="8" name="Content Placeholder 7"/>
          <p:cNvPicPr>
            <a:picLocks noGrp="1" noChangeAspect="1"/>
          </p:cNvPicPr>
          <p:nvPr>
            <p:ph idx="1"/>
          </p:nvPr>
        </p:nvPicPr>
        <p:blipFill>
          <a:blip r:embed="rId5"/>
          <a:stretch>
            <a:fillRect/>
          </a:stretch>
        </p:blipFill>
        <p:spPr>
          <a:xfrm>
            <a:off x="326574" y="2286000"/>
            <a:ext cx="8568329" cy="2887800"/>
          </a:xfrm>
          <a:prstGeom prst="rect">
            <a:avLst/>
          </a:prstGeom>
        </p:spPr>
      </p:pic>
      <p:sp>
        <p:nvSpPr>
          <p:cNvPr id="4" name="Slide Number Placeholder 3"/>
          <p:cNvSpPr>
            <a:spLocks noGrp="1"/>
          </p:cNvSpPr>
          <p:nvPr>
            <p:ph type="sldNum" sz="quarter" idx="12"/>
          </p:nvPr>
        </p:nvSpPr>
        <p:spPr/>
        <p:txBody>
          <a:bodyPr/>
          <a:lstStyle/>
          <a:p>
            <a:fld id="{0362C787-829C-4B6B-B21B-90D8981190F3}" type="slidenum">
              <a:rPr lang="en-US" smtClean="0"/>
              <a:pPr/>
              <a:t>24</a:t>
            </a:fld>
            <a:endParaRPr lang="en-US"/>
          </a:p>
        </p:txBody>
      </p:sp>
      <p:pic>
        <p:nvPicPr>
          <p:cNvPr id="5" name="Audio 4">
            <a:hlinkClick r:id="" action="ppaction://media"/>
            <a:extLst>
              <a:ext uri="{FF2B5EF4-FFF2-40B4-BE49-F238E27FC236}">
                <a16:creationId xmlns:a16="http://schemas.microsoft.com/office/drawing/2014/main" id="{FFD06B83-DCD5-4903-9A1E-71E7A9EC7D6D}"/>
              </a:ext>
            </a:extLst>
          </p:cNvPr>
          <p:cNvPicPr>
            <a:picLocks noChangeAspect="1"/>
          </p:cNvPicPr>
          <p:nvPr>
            <a:audioFile r:link="rId2"/>
            <p:extLst>
              <p:ext uri="{DAA4B4D4-6D71-4841-9C94-3DE7FCFB9230}">
                <p14:media xmlns:p14="http://schemas.microsoft.com/office/powerpoint/2010/main" r:embed="rId1"/>
              </p:ext>
            </p:extLst>
          </p:nvPr>
        </p:nvPicPr>
        <p:blipFill>
          <a:blip r:embed="rId6"/>
          <a:stretch>
            <a:fillRect/>
          </a:stretch>
        </p:blipFill>
        <p:spPr>
          <a:xfrm>
            <a:off x="8585200" y="6299200"/>
            <a:ext cx="406400" cy="406400"/>
          </a:xfrm>
          <a:prstGeom prst="rect">
            <a:avLst/>
          </a:prstGeom>
        </p:spPr>
      </p:pic>
    </p:spTree>
    <p:extLst>
      <p:ext uri="{BB962C8B-B14F-4D97-AF65-F5344CB8AC3E}">
        <p14:creationId xmlns:p14="http://schemas.microsoft.com/office/powerpoint/2010/main" val="4177310062"/>
      </p:ext>
    </p:extLst>
  </p:cSld>
  <p:clrMapOvr>
    <a:masterClrMapping/>
  </p:clrMapOvr>
  <mc:AlternateContent xmlns:mc="http://schemas.openxmlformats.org/markup-compatibility/2006" xmlns:p14="http://schemas.microsoft.com/office/powerpoint/2010/main">
    <mc:Choice Requires="p14">
      <p:transition spd="slow" p14:dur="2000" advTm="29490"/>
    </mc:Choice>
    <mc:Fallback xmlns="">
      <p:transition spd="slow" advTm="2949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5"/>
                                        </p:tgtEl>
                                      </p:cBhvr>
                                    </p:cmd>
                                  </p:childTnLst>
                                </p:cTn>
                              </p:par>
                            </p:childTnLst>
                          </p:cTn>
                        </p:par>
                      </p:childTnLst>
                    </p:cTn>
                  </p:par>
                </p:childTnLst>
              </p:cTn>
              <p:prevCondLst>
                <p:cond evt="onPrev" delay="0">
                  <p:tgtEl>
                    <p:sldTgt/>
                  </p:tgtEl>
                </p:cond>
              </p:prevCondLst>
              <p:nextCondLst>
                <p:cond evt="onNext" delay="0">
                  <p:tgtEl>
                    <p:sldTgt/>
                  </p:tgtEl>
                </p:cond>
              </p:nextCondLst>
            </p:seq>
            <p:audio isNarration="1">
              <p:cMediaNode vol="80000" showWhenStopped="0">
                <p:cTn id="7" fill="hold" display="0">
                  <p:stCondLst>
                    <p:cond delay="indefinite"/>
                  </p:stCondLst>
                  <p:endCondLst>
                    <p:cond evt="onStopAudio" delay="0">
                      <p:tgtEl>
                        <p:sldTgt/>
                      </p:tgtEl>
                    </p:cond>
                  </p:endCondLst>
                </p:cTn>
                <p:tgtEl>
                  <p:spTgt spid="5"/>
                </p:tgtEl>
              </p:cMediaNode>
            </p:audio>
          </p:childTnLst>
        </p:cTn>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MY"/>
              <a:t>Example: P</a:t>
            </a:r>
            <a:r>
              <a:rPr lang="en-US"/>
              <a:t>ipe and Filter Used for Compiler Architecture</a:t>
            </a:r>
            <a:endParaRPr lang="en-MY"/>
          </a:p>
        </p:txBody>
      </p:sp>
      <p:sp>
        <p:nvSpPr>
          <p:cNvPr id="4" name="Date Placeholder 3"/>
          <p:cNvSpPr>
            <a:spLocks noGrp="1"/>
          </p:cNvSpPr>
          <p:nvPr>
            <p:ph type="dt" sz="half" idx="10"/>
          </p:nvPr>
        </p:nvSpPr>
        <p:spPr/>
        <p:txBody>
          <a:bodyPr/>
          <a:lstStyle/>
          <a:p>
            <a:r>
              <a:rPr lang="en-US"/>
              <a:t>2020</a:t>
            </a:r>
          </a:p>
        </p:txBody>
      </p:sp>
      <p:sp>
        <p:nvSpPr>
          <p:cNvPr id="5" name="Footer Placeholder 4"/>
          <p:cNvSpPr>
            <a:spLocks noGrp="1"/>
          </p:cNvSpPr>
          <p:nvPr>
            <p:ph type="ftr" sz="quarter" idx="11"/>
          </p:nvPr>
        </p:nvSpPr>
        <p:spPr/>
        <p:txBody>
          <a:bodyPr/>
          <a:lstStyle/>
          <a:p>
            <a:r>
              <a:rPr lang="en-US"/>
              <a:t>Software Engineering</a:t>
            </a:r>
          </a:p>
        </p:txBody>
      </p:sp>
      <p:pic>
        <p:nvPicPr>
          <p:cNvPr id="7" name="Content Placeholder 3" descr="6.19 PipeFilterCompModel.eps"/>
          <p:cNvPicPr>
            <a:picLocks noGrp="1" noChangeAspect="1"/>
          </p:cNvPicPr>
          <p:nvPr>
            <p:ph idx="1"/>
          </p:nvPr>
        </p:nvPicPr>
        <p:blipFill>
          <a:blip r:embed="rId4"/>
          <a:srcRect t="-42181" b="-42181"/>
          <a:stretch>
            <a:fillRect/>
          </a:stretch>
        </p:blipFill>
        <p:spPr>
          <a:xfrm>
            <a:off x="1246874" y="1905000"/>
            <a:ext cx="6789582" cy="3733800"/>
          </a:xfrm>
        </p:spPr>
      </p:pic>
      <p:sp>
        <p:nvSpPr>
          <p:cNvPr id="3" name="Slide Number Placeholder 2"/>
          <p:cNvSpPr>
            <a:spLocks noGrp="1"/>
          </p:cNvSpPr>
          <p:nvPr>
            <p:ph type="sldNum" sz="quarter" idx="12"/>
          </p:nvPr>
        </p:nvSpPr>
        <p:spPr/>
        <p:txBody>
          <a:bodyPr/>
          <a:lstStyle/>
          <a:p>
            <a:fld id="{0362C787-829C-4B6B-B21B-90D8981190F3}" type="slidenum">
              <a:rPr lang="en-US" smtClean="0"/>
              <a:pPr/>
              <a:t>25</a:t>
            </a:fld>
            <a:endParaRPr lang="en-US"/>
          </a:p>
        </p:txBody>
      </p:sp>
      <p:pic>
        <p:nvPicPr>
          <p:cNvPr id="6" name="Audio 5">
            <a:hlinkClick r:id="" action="ppaction://media"/>
            <a:extLst>
              <a:ext uri="{FF2B5EF4-FFF2-40B4-BE49-F238E27FC236}">
                <a16:creationId xmlns:a16="http://schemas.microsoft.com/office/drawing/2014/main" id="{09DD6523-08C3-4D18-B93C-C8259382AB0F}"/>
              </a:ext>
            </a:extLst>
          </p:cNvPr>
          <p:cNvPicPr>
            <a:picLocks noChangeAspect="1"/>
          </p:cNvPicPr>
          <p:nvPr>
            <a:audioFile r:link="rId2"/>
            <p:extLst>
              <p:ext uri="{DAA4B4D4-6D71-4841-9C94-3DE7FCFB9230}">
                <p14:media xmlns:p14="http://schemas.microsoft.com/office/powerpoint/2010/main" r:embed="rId1"/>
              </p:ext>
            </p:extLst>
          </p:nvPr>
        </p:nvPicPr>
        <p:blipFill>
          <a:blip r:embed="rId5"/>
          <a:stretch>
            <a:fillRect/>
          </a:stretch>
        </p:blipFill>
        <p:spPr>
          <a:xfrm>
            <a:off x="8585200" y="6299200"/>
            <a:ext cx="406400" cy="406400"/>
          </a:xfrm>
          <a:prstGeom prst="rect">
            <a:avLst/>
          </a:prstGeom>
        </p:spPr>
      </p:pic>
    </p:spTree>
    <p:extLst>
      <p:ext uri="{BB962C8B-B14F-4D97-AF65-F5344CB8AC3E}">
        <p14:creationId xmlns:p14="http://schemas.microsoft.com/office/powerpoint/2010/main" val="2834697314"/>
      </p:ext>
    </p:extLst>
  </p:cSld>
  <p:clrMapOvr>
    <a:masterClrMapping/>
  </p:clrMapOvr>
  <mc:AlternateContent xmlns:mc="http://schemas.openxmlformats.org/markup-compatibility/2006" xmlns:p14="http://schemas.microsoft.com/office/powerpoint/2010/main">
    <mc:Choice Requires="p14">
      <p:transition spd="slow" p14:dur="2000" advTm="11715"/>
    </mc:Choice>
    <mc:Fallback xmlns="">
      <p:transition spd="slow" advTm="11715"/>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6"/>
                                        </p:tgtEl>
                                      </p:cBhvr>
                                    </p:cmd>
                                  </p:childTnLst>
                                </p:cTn>
                              </p:par>
                            </p:childTnLst>
                          </p:cTn>
                        </p:par>
                      </p:childTnLst>
                    </p:cTn>
                  </p:par>
                </p:childTnLst>
              </p:cTn>
              <p:prevCondLst>
                <p:cond evt="onPrev" delay="0">
                  <p:tgtEl>
                    <p:sldTgt/>
                  </p:tgtEl>
                </p:cond>
              </p:prevCondLst>
              <p:nextCondLst>
                <p:cond evt="onNext" delay="0">
                  <p:tgtEl>
                    <p:sldTgt/>
                  </p:tgtEl>
                </p:cond>
              </p:nextCondLst>
            </p:seq>
            <p:audio isNarration="1">
              <p:cMediaNode vol="80000" showWhenStopped="0">
                <p:cTn id="7" fill="hold" display="0">
                  <p:stCondLst>
                    <p:cond delay="indefinite"/>
                  </p:stCondLst>
                  <p:endCondLst>
                    <p:cond evt="onStopAudio" delay="0">
                      <p:tgtEl>
                        <p:sldTgt/>
                      </p:tgtEl>
                    </p:cond>
                  </p:endCondLst>
                </p:cTn>
                <p:tgtEl>
                  <p:spTgt spid="6"/>
                </p:tgtEl>
              </p:cMediaNode>
            </p:audio>
          </p:childTnLst>
        </p:cTn>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zh-TW"/>
              <a:t>Key Points</a:t>
            </a:r>
            <a:endParaRPr lang="en-MY" dirty="0"/>
          </a:p>
        </p:txBody>
      </p:sp>
      <p:sp>
        <p:nvSpPr>
          <p:cNvPr id="3" name="Content Placeholder 2"/>
          <p:cNvSpPr>
            <a:spLocks noGrp="1"/>
          </p:cNvSpPr>
          <p:nvPr>
            <p:ph idx="1"/>
          </p:nvPr>
        </p:nvSpPr>
        <p:spPr>
          <a:xfrm>
            <a:off x="457200" y="1524000"/>
            <a:ext cx="8229600" cy="4602163"/>
          </a:xfrm>
        </p:spPr>
        <p:txBody>
          <a:bodyPr>
            <a:noAutofit/>
          </a:bodyPr>
          <a:lstStyle/>
          <a:p>
            <a:pPr>
              <a:spcBef>
                <a:spcPts val="0"/>
              </a:spcBef>
            </a:pPr>
            <a:r>
              <a:rPr lang="en-US" sz="2600" dirty="0"/>
              <a:t>A software architecture is a description of how a software system is organized. </a:t>
            </a:r>
            <a:endParaRPr lang="en-GB" sz="2600" dirty="0"/>
          </a:p>
          <a:p>
            <a:pPr>
              <a:spcBef>
                <a:spcPts val="0"/>
              </a:spcBef>
            </a:pPr>
            <a:r>
              <a:rPr lang="en-US" sz="2600" dirty="0"/>
              <a:t>Architectural design decisions include decisions on the type of application, the distribution of the system, the architectural styles to be used.</a:t>
            </a:r>
            <a:endParaRPr lang="en-GB" sz="2600" dirty="0"/>
          </a:p>
          <a:p>
            <a:pPr>
              <a:spcBef>
                <a:spcPts val="0"/>
              </a:spcBef>
            </a:pPr>
            <a:r>
              <a:rPr lang="en-US" sz="2600" dirty="0"/>
              <a:t>Architectures may be documented from several different perspectives or views such as a conceptual view, a logical view, a process view, and a development view.</a:t>
            </a:r>
            <a:endParaRPr lang="en-GB" sz="2600" dirty="0"/>
          </a:p>
          <a:p>
            <a:pPr>
              <a:spcBef>
                <a:spcPts val="0"/>
              </a:spcBef>
            </a:pPr>
            <a:r>
              <a:rPr lang="en-US" sz="2600" dirty="0"/>
              <a:t>Architectural patterns are a means of reusing knowledge about generic system architectures. They describe the architecture, explain when it may be used and describe its advantages and disadvantages.</a:t>
            </a:r>
            <a:endParaRPr lang="en-US" sz="2600" dirty="0">
              <a:ea typeface="ＭＳ Ｐゴシック" panose="020B0600070205080204" pitchFamily="34" charset="-128"/>
            </a:endParaRPr>
          </a:p>
        </p:txBody>
      </p:sp>
      <p:sp>
        <p:nvSpPr>
          <p:cNvPr id="5" name="Date Placeholder 4"/>
          <p:cNvSpPr>
            <a:spLocks noGrp="1"/>
          </p:cNvSpPr>
          <p:nvPr>
            <p:ph type="dt" sz="half" idx="10"/>
          </p:nvPr>
        </p:nvSpPr>
        <p:spPr/>
        <p:txBody>
          <a:bodyPr/>
          <a:lstStyle/>
          <a:p>
            <a:r>
              <a:rPr lang="en-US"/>
              <a:t>2020</a:t>
            </a:r>
          </a:p>
        </p:txBody>
      </p:sp>
      <p:sp>
        <p:nvSpPr>
          <p:cNvPr id="6" name="Footer Placeholder 5"/>
          <p:cNvSpPr>
            <a:spLocks noGrp="1"/>
          </p:cNvSpPr>
          <p:nvPr>
            <p:ph type="ftr" sz="quarter" idx="11"/>
          </p:nvPr>
        </p:nvSpPr>
        <p:spPr/>
        <p:txBody>
          <a:bodyPr/>
          <a:lstStyle/>
          <a:p>
            <a:r>
              <a:rPr lang="en-US"/>
              <a:t>Software Engineering</a:t>
            </a:r>
          </a:p>
        </p:txBody>
      </p:sp>
      <p:sp>
        <p:nvSpPr>
          <p:cNvPr id="4" name="Slide Number Placeholder 3"/>
          <p:cNvSpPr>
            <a:spLocks noGrp="1"/>
          </p:cNvSpPr>
          <p:nvPr>
            <p:ph type="sldNum" sz="quarter" idx="12"/>
          </p:nvPr>
        </p:nvSpPr>
        <p:spPr/>
        <p:txBody>
          <a:bodyPr/>
          <a:lstStyle/>
          <a:p>
            <a:fld id="{0362C787-829C-4B6B-B21B-90D8981190F3}" type="slidenum">
              <a:rPr lang="en-US" smtClean="0"/>
              <a:pPr/>
              <a:t>26</a:t>
            </a:fld>
            <a:endParaRPr lang="en-US"/>
          </a:p>
        </p:txBody>
      </p:sp>
      <p:pic>
        <p:nvPicPr>
          <p:cNvPr id="7" name="Audio 6">
            <a:hlinkClick r:id="" action="ppaction://media"/>
            <a:extLst>
              <a:ext uri="{FF2B5EF4-FFF2-40B4-BE49-F238E27FC236}">
                <a16:creationId xmlns:a16="http://schemas.microsoft.com/office/drawing/2014/main" id="{DF0707A6-C5B0-4B34-A768-C280F6F7FB3A}"/>
              </a:ext>
            </a:extLst>
          </p:cNvPr>
          <p:cNvPicPr>
            <a:picLocks noChangeAspect="1"/>
          </p:cNvPicPr>
          <p:nvPr>
            <a:audioFile r:link="rId2"/>
            <p:extLst>
              <p:ext uri="{DAA4B4D4-6D71-4841-9C94-3DE7FCFB9230}">
                <p14:media xmlns:p14="http://schemas.microsoft.com/office/powerpoint/2010/main" r:embed="rId1"/>
              </p:ext>
            </p:extLst>
          </p:nvPr>
        </p:nvPicPr>
        <p:blipFill>
          <a:blip r:embed="rId4"/>
          <a:stretch>
            <a:fillRect/>
          </a:stretch>
        </p:blipFill>
        <p:spPr>
          <a:xfrm>
            <a:off x="8585200" y="6299200"/>
            <a:ext cx="406400" cy="406400"/>
          </a:xfrm>
          <a:prstGeom prst="rect">
            <a:avLst/>
          </a:prstGeom>
        </p:spPr>
      </p:pic>
    </p:spTree>
    <p:extLst>
      <p:ext uri="{BB962C8B-B14F-4D97-AF65-F5344CB8AC3E}">
        <p14:creationId xmlns:p14="http://schemas.microsoft.com/office/powerpoint/2010/main" val="1201933994"/>
      </p:ext>
    </p:extLst>
  </p:cSld>
  <p:clrMapOvr>
    <a:masterClrMapping/>
  </p:clrMapOvr>
  <mc:AlternateContent xmlns:mc="http://schemas.openxmlformats.org/markup-compatibility/2006" xmlns:p14="http://schemas.microsoft.com/office/powerpoint/2010/main">
    <mc:Choice Requires="p14">
      <p:transition spd="slow" p14:dur="2000" advTm="76444"/>
    </mc:Choice>
    <mc:Fallback xmlns="">
      <p:transition spd="slow" advTm="76444"/>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7"/>
                                        </p:tgtEl>
                                      </p:cBhvr>
                                    </p:cmd>
                                  </p:childTnLst>
                                </p:cTn>
                              </p:par>
                            </p:childTnLst>
                          </p:cTn>
                        </p:par>
                      </p:childTnLst>
                    </p:cTn>
                  </p:par>
                </p:childTnLst>
              </p:cTn>
              <p:prevCondLst>
                <p:cond evt="onPrev" delay="0">
                  <p:tgtEl>
                    <p:sldTgt/>
                  </p:tgtEl>
                </p:cond>
              </p:prevCondLst>
              <p:nextCondLst>
                <p:cond evt="onNext" delay="0">
                  <p:tgtEl>
                    <p:sldTgt/>
                  </p:tgtEl>
                </p:cond>
              </p:nextCondLst>
            </p:seq>
            <p:audio isNarration="1">
              <p:cMediaNode vol="80000" showWhenStopped="0">
                <p:cTn id="7" fill="hold" display="0">
                  <p:stCondLst>
                    <p:cond delay="indefinite"/>
                  </p:stCondLst>
                  <p:endCondLst>
                    <p:cond evt="onStopAudio" delay="0">
                      <p:tgtEl>
                        <p:sldTgt/>
                      </p:tgtEl>
                    </p:cond>
                  </p:endCondLst>
                </p:cTn>
                <p:tgtEl>
                  <p:spTgt spid="7"/>
                </p:tgtEl>
              </p:cMediaNode>
            </p:audio>
          </p:childTnLst>
        </p:cTn>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Custom Design">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1_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5.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4135</TotalTime>
  <Words>1743</Words>
  <Application>Microsoft Office PowerPoint</Application>
  <PresentationFormat>On-screen Show (4:3)</PresentationFormat>
  <Paragraphs>229</Paragraphs>
  <Slides>26</Slides>
  <Notes>4</Notes>
  <HiddenSlides>0</HiddenSlides>
  <MMClips>26</MMClips>
  <ScaleCrop>false</ScaleCrop>
  <HeadingPairs>
    <vt:vector size="6" baseType="variant">
      <vt:variant>
        <vt:lpstr>Fonts Used</vt:lpstr>
      </vt:variant>
      <vt:variant>
        <vt:i4>5</vt:i4>
      </vt:variant>
      <vt:variant>
        <vt:lpstr>Theme</vt:lpstr>
      </vt:variant>
      <vt:variant>
        <vt:i4>3</vt:i4>
      </vt:variant>
      <vt:variant>
        <vt:lpstr>Slide Titles</vt:lpstr>
      </vt:variant>
      <vt:variant>
        <vt:i4>26</vt:i4>
      </vt:variant>
    </vt:vector>
  </HeadingPairs>
  <TitlesOfParts>
    <vt:vector size="34" baseType="lpstr">
      <vt:lpstr>Arial</vt:lpstr>
      <vt:lpstr>Baskerville Old Face</vt:lpstr>
      <vt:lpstr>Calibri</vt:lpstr>
      <vt:lpstr>Helvetica</vt:lpstr>
      <vt:lpstr>Times New Roman</vt:lpstr>
      <vt:lpstr>Office Theme</vt:lpstr>
      <vt:lpstr>Custom Design</vt:lpstr>
      <vt:lpstr>1_Office Theme</vt:lpstr>
      <vt:lpstr>Module 6: Architectural Design Part IV</vt:lpstr>
      <vt:lpstr>Architectural pattern</vt:lpstr>
      <vt:lpstr>Architectural Patterns</vt:lpstr>
      <vt:lpstr>Common Architectural Patterns</vt:lpstr>
      <vt:lpstr>Model-View-Controller (MVC) Pattern </vt:lpstr>
      <vt:lpstr>Organization of MVC </vt:lpstr>
      <vt:lpstr>Web Application Architecture Using MVC</vt:lpstr>
      <vt:lpstr>Layered Architecture</vt:lpstr>
      <vt:lpstr>Layered Architecture Pattern </vt:lpstr>
      <vt:lpstr>Generic Layered Architecture </vt:lpstr>
      <vt:lpstr>Example: Architecture of iLearn System </vt:lpstr>
      <vt:lpstr>Example: Architecture of Mentcare System</vt:lpstr>
      <vt:lpstr>Three and Four Layer Architectures</vt:lpstr>
      <vt:lpstr>Example: Partitioned Subsystems in Four Layer Architecture</vt:lpstr>
      <vt:lpstr>Repository Architecture</vt:lpstr>
      <vt:lpstr>Repository Pattern </vt:lpstr>
      <vt:lpstr>Example: Repository Architecture for an IDE </vt:lpstr>
      <vt:lpstr>Example: Repository Architecture for Language Processing System</vt:lpstr>
      <vt:lpstr>Client-Server Architecture</vt:lpstr>
      <vt:lpstr>Client-Server Pattern </vt:lpstr>
      <vt:lpstr>Example: Client-Server Architecture for Film Library </vt:lpstr>
      <vt:lpstr>Pipe and Filter Architecture</vt:lpstr>
      <vt:lpstr>Pipe and Filter Pattern </vt:lpstr>
      <vt:lpstr>Example: Pipe and Filter Architecture Used in Payments System </vt:lpstr>
      <vt:lpstr>Example: Pipe and Filter Used for Compiler Architecture</vt:lpstr>
      <vt:lpstr>Key Points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Referee</dc:creator>
  <cp:lastModifiedBy>Norsham Idris</cp:lastModifiedBy>
  <cp:revision>365</cp:revision>
  <cp:lastPrinted>2017-04-11T09:29:08Z</cp:lastPrinted>
  <dcterms:created xsi:type="dcterms:W3CDTF">2012-07-30T02:22:03Z</dcterms:created>
  <dcterms:modified xsi:type="dcterms:W3CDTF">2020-04-13T06:15:47Z</dcterms:modified>
</cp:coreProperties>
</file>