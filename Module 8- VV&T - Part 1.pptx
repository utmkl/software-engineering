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Action1.xml" ContentType="application/vnd.ms-office.inkAction+xml"/>
  <Override PartName="/ppt/notesSlides/notesSlide2.xml" ContentType="application/vnd.openxmlformats-officedocument.presentationml.notesSlide+xml"/>
  <Override PartName="/ppt/ink/inkAction2.xml" ContentType="application/vnd.ms-office.inkAction+xml"/>
  <Override PartName="/ppt/ink/inkAction3.xml" ContentType="application/vnd.ms-office.inkAction+xml"/>
  <Override PartName="/ppt/ink/inkAction4.xml" ContentType="application/vnd.ms-office.inkAction+xml"/>
  <Override PartName="/ppt/ink/inkAction5.xml" ContentType="application/vnd.ms-office.inkAction+xml"/>
  <Override PartName="/ppt/ink/inkAction6.xml" ContentType="application/vnd.ms-office.inkAction+xml"/>
  <Override PartName="/ppt/ink/inkAction7.xml" ContentType="application/vnd.ms-office.inkAction+xml"/>
  <Override PartName="/ppt/ink/inkAction8.xml" ContentType="application/vnd.ms-office.inkAction+xml"/>
  <Override PartName="/ppt/ink/inkAction9.xml" ContentType="application/vnd.ms-office.inkAction+xml"/>
  <Override PartName="/ppt/ink/inkAction10.xml" ContentType="application/vnd.ms-office.inkAction+xml"/>
  <Override PartName="/ppt/ink/inkAction11.xml" ContentType="application/vnd.ms-office.inkAction+xml"/>
  <Override PartName="/ppt/ink/inkAction12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DE4D7A-B4A6-49C0-9AEA-8F42216E3B77}" type="doc">
      <dgm:prSet loTypeId="urn:microsoft.com/office/officeart/2005/8/layout/process2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652B0587-B910-4DD7-B91F-AFF722393B31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Domain Analysis </a:t>
          </a:r>
          <a:br>
            <a:rPr lang="en-US" sz="1800" dirty="0">
              <a:latin typeface="Times New Roman" pitchFamily="18" charset="0"/>
              <a:cs typeface="Times New Roman" pitchFamily="18" charset="0"/>
            </a:rPr>
          </a:br>
          <a:r>
            <a:rPr lang="en-US" sz="1800" dirty="0">
              <a:latin typeface="Times New Roman" pitchFamily="18" charset="0"/>
              <a:cs typeface="Times New Roman" pitchFamily="18" charset="0"/>
            </a:rPr>
            <a:t>@ Business Process</a:t>
          </a:r>
        </a:p>
      </dgm:t>
    </dgm:pt>
    <dgm:pt modelId="{3CBFDB2F-005D-4AC8-9848-A2E853E40457}" type="parTrans" cxnId="{D170A967-2D73-48D2-9579-3969C046A2EF}">
      <dgm:prSet/>
      <dgm:spPr/>
      <dgm:t>
        <a:bodyPr/>
        <a:lstStyle/>
        <a:p>
          <a:pPr algn="ctr"/>
          <a:endParaRPr lang="en-US" sz="1200"/>
        </a:p>
      </dgm:t>
    </dgm:pt>
    <dgm:pt modelId="{E53AFCC1-6655-4B60-A350-946D2175540A}" type="sibTrans" cxnId="{D170A967-2D73-48D2-9579-3969C046A2EF}">
      <dgm:prSet custT="1"/>
      <dgm:spPr/>
      <dgm:t>
        <a:bodyPr/>
        <a:lstStyle/>
        <a:p>
          <a:pPr algn="ctr"/>
          <a:endParaRPr lang="en-US" sz="1200"/>
        </a:p>
      </dgm:t>
    </dgm:pt>
    <dgm:pt modelId="{23BF0A2D-4DF3-4DC1-AEA8-734BE5086AA6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Requirement</a:t>
          </a:r>
        </a:p>
      </dgm:t>
    </dgm:pt>
    <dgm:pt modelId="{26EDDD48-707A-4F90-A13E-9108626DCD88}" type="parTrans" cxnId="{FDD0877D-FEC3-44C2-96B4-64503D05A2A3}">
      <dgm:prSet/>
      <dgm:spPr/>
      <dgm:t>
        <a:bodyPr/>
        <a:lstStyle/>
        <a:p>
          <a:pPr algn="ctr"/>
          <a:endParaRPr lang="en-US" sz="1200"/>
        </a:p>
      </dgm:t>
    </dgm:pt>
    <dgm:pt modelId="{F95D14EF-9AF1-4658-98E1-E6136C0D21C1}" type="sibTrans" cxnId="{FDD0877D-FEC3-44C2-96B4-64503D05A2A3}">
      <dgm:prSet custT="1"/>
      <dgm:spPr/>
      <dgm:t>
        <a:bodyPr/>
        <a:lstStyle/>
        <a:p>
          <a:pPr algn="ctr"/>
          <a:endParaRPr lang="en-US" sz="1200"/>
        </a:p>
      </dgm:t>
    </dgm:pt>
    <dgm:pt modelId="{83D0A6AE-9A8C-42B2-9A5D-5B07DA530D60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Analysis</a:t>
          </a:r>
        </a:p>
      </dgm:t>
    </dgm:pt>
    <dgm:pt modelId="{FFFF07B5-E630-4BD4-9602-462939A105EB}" type="parTrans" cxnId="{63C4AC33-3D79-4F3D-8C33-E32B194895CA}">
      <dgm:prSet/>
      <dgm:spPr/>
      <dgm:t>
        <a:bodyPr/>
        <a:lstStyle/>
        <a:p>
          <a:pPr algn="ctr"/>
          <a:endParaRPr lang="en-US" sz="1200"/>
        </a:p>
      </dgm:t>
    </dgm:pt>
    <dgm:pt modelId="{18C86F5D-4694-4785-A0ED-AD37B06DBDAA}" type="sibTrans" cxnId="{63C4AC33-3D79-4F3D-8C33-E32B194895CA}">
      <dgm:prSet custT="1"/>
      <dgm:spPr/>
      <dgm:t>
        <a:bodyPr/>
        <a:lstStyle/>
        <a:p>
          <a:pPr algn="ctr"/>
          <a:endParaRPr lang="en-US" sz="1200"/>
        </a:p>
      </dgm:t>
    </dgm:pt>
    <dgm:pt modelId="{1950F87C-4A2E-428B-996C-76F6530BE09C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Design</a:t>
          </a:r>
        </a:p>
      </dgm:t>
    </dgm:pt>
    <dgm:pt modelId="{CDD6A392-EB11-4D4B-9BE7-08D33ECF64A3}" type="parTrans" cxnId="{C00FE75C-8F6D-4E6D-878F-DAAEC6C82808}">
      <dgm:prSet/>
      <dgm:spPr/>
      <dgm:t>
        <a:bodyPr/>
        <a:lstStyle/>
        <a:p>
          <a:pPr algn="ctr"/>
          <a:endParaRPr lang="en-US" sz="1200"/>
        </a:p>
      </dgm:t>
    </dgm:pt>
    <dgm:pt modelId="{05C8EF1F-C3F5-44EB-A137-D4BC4FDBBA63}" type="sibTrans" cxnId="{C00FE75C-8F6D-4E6D-878F-DAAEC6C82808}">
      <dgm:prSet custT="1"/>
      <dgm:spPr/>
      <dgm:t>
        <a:bodyPr/>
        <a:lstStyle/>
        <a:p>
          <a:pPr algn="ctr"/>
          <a:endParaRPr lang="en-US" sz="1200"/>
        </a:p>
      </dgm:t>
    </dgm:pt>
    <dgm:pt modelId="{22DFAFE0-F5FF-4A05-A289-9EB5FE97EF2A}">
      <dgm:prSet phldrT="[Text]" custT="1"/>
      <dgm:spPr/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Implementation</a:t>
          </a:r>
        </a:p>
      </dgm:t>
    </dgm:pt>
    <dgm:pt modelId="{6A52DA25-2C04-4813-BD33-FFD1B84C1FF0}" type="parTrans" cxnId="{B44EEC9F-DA02-40AD-A1A5-6F18409D379A}">
      <dgm:prSet/>
      <dgm:spPr/>
      <dgm:t>
        <a:bodyPr/>
        <a:lstStyle/>
        <a:p>
          <a:pPr algn="ctr"/>
          <a:endParaRPr lang="en-US" sz="1200"/>
        </a:p>
      </dgm:t>
    </dgm:pt>
    <dgm:pt modelId="{C6B0CB83-8C80-4F26-B4DD-81630DA03583}" type="sibTrans" cxnId="{B44EEC9F-DA02-40AD-A1A5-6F18409D379A}">
      <dgm:prSet/>
      <dgm:spPr/>
      <dgm:t>
        <a:bodyPr/>
        <a:lstStyle/>
        <a:p>
          <a:pPr algn="ctr"/>
          <a:endParaRPr lang="en-US" sz="1200"/>
        </a:p>
      </dgm:t>
    </dgm:pt>
    <dgm:pt modelId="{D0E6B954-BD46-442F-8630-1D5A90F007B3}">
      <dgm:prSet phldrT="[Text]" custT="1"/>
      <dgm:spPr>
        <a:solidFill>
          <a:srgbClr val="FFFF00"/>
        </a:solidFill>
      </dgm:spPr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Testing &amp; Deployment</a:t>
          </a:r>
        </a:p>
      </dgm:t>
    </dgm:pt>
    <dgm:pt modelId="{CD5FD56E-3DA6-4869-A492-4A8DB8E8A3BB}" type="parTrans" cxnId="{D642A9F8-85DD-4DDA-BAB4-9B39E9086505}">
      <dgm:prSet/>
      <dgm:spPr/>
      <dgm:t>
        <a:bodyPr/>
        <a:lstStyle/>
        <a:p>
          <a:pPr algn="ctr"/>
          <a:endParaRPr lang="en-US" sz="1200"/>
        </a:p>
      </dgm:t>
    </dgm:pt>
    <dgm:pt modelId="{708061E6-DB4E-41E4-A21A-5BFB254544C0}" type="sibTrans" cxnId="{D642A9F8-85DD-4DDA-BAB4-9B39E9086505}">
      <dgm:prSet/>
      <dgm:spPr/>
      <dgm:t>
        <a:bodyPr/>
        <a:lstStyle/>
        <a:p>
          <a:pPr algn="ctr"/>
          <a:endParaRPr lang="en-US" sz="1200"/>
        </a:p>
      </dgm:t>
    </dgm:pt>
    <dgm:pt modelId="{394ED2CD-6BC9-4189-8CBA-823A3B9C32CB}">
      <dgm:prSet phldrT="[Text]" custT="1"/>
      <dgm:spPr/>
      <dgm:t>
        <a:bodyPr/>
        <a:lstStyle/>
        <a:p>
          <a:pPr algn="ctr"/>
          <a:r>
            <a:rPr lang="en-US" sz="1800" dirty="0">
              <a:latin typeface="Times New Roman" pitchFamily="18" charset="0"/>
              <a:cs typeface="Times New Roman" pitchFamily="18" charset="0"/>
            </a:rPr>
            <a:t>Maintenance &amp; Evolution</a:t>
          </a:r>
        </a:p>
      </dgm:t>
    </dgm:pt>
    <dgm:pt modelId="{AC63950B-8CF2-467B-AB64-D79A2197810F}" type="parTrans" cxnId="{53C1E6DC-E02A-42E0-8C41-9E0F0C586820}">
      <dgm:prSet/>
      <dgm:spPr/>
      <dgm:t>
        <a:bodyPr/>
        <a:lstStyle/>
        <a:p>
          <a:pPr algn="ctr"/>
          <a:endParaRPr lang="en-US" sz="1200"/>
        </a:p>
      </dgm:t>
    </dgm:pt>
    <dgm:pt modelId="{31F4B460-B832-44EC-9173-C0D660FC5E92}" type="sibTrans" cxnId="{53C1E6DC-E02A-42E0-8C41-9E0F0C586820}">
      <dgm:prSet/>
      <dgm:spPr/>
      <dgm:t>
        <a:bodyPr/>
        <a:lstStyle/>
        <a:p>
          <a:pPr algn="ctr"/>
          <a:endParaRPr lang="en-US" sz="1200"/>
        </a:p>
      </dgm:t>
    </dgm:pt>
    <dgm:pt modelId="{DA276F40-4EAF-4C99-8998-188E9400D2FB}" type="pres">
      <dgm:prSet presAssocID="{81DE4D7A-B4A6-49C0-9AEA-8F42216E3B77}" presName="linearFlow" presStyleCnt="0">
        <dgm:presLayoutVars>
          <dgm:resizeHandles val="exact"/>
        </dgm:presLayoutVars>
      </dgm:prSet>
      <dgm:spPr/>
    </dgm:pt>
    <dgm:pt modelId="{782B0039-389F-4D00-BD29-F8F8003228A5}" type="pres">
      <dgm:prSet presAssocID="{652B0587-B910-4DD7-B91F-AFF722393B31}" presName="node" presStyleLbl="node1" presStyleIdx="0" presStyleCnt="7" custScaleX="133280">
        <dgm:presLayoutVars>
          <dgm:bulletEnabled val="1"/>
        </dgm:presLayoutVars>
      </dgm:prSet>
      <dgm:spPr/>
    </dgm:pt>
    <dgm:pt modelId="{2EA9B9FE-2C96-4D7A-9AB2-7D7B2C82BDC8}" type="pres">
      <dgm:prSet presAssocID="{E53AFCC1-6655-4B60-A350-946D2175540A}" presName="sibTrans" presStyleLbl="sibTrans2D1" presStyleIdx="0" presStyleCnt="6"/>
      <dgm:spPr/>
    </dgm:pt>
    <dgm:pt modelId="{EB90DC6D-6D71-4AA5-A671-A15C99480E80}" type="pres">
      <dgm:prSet presAssocID="{E53AFCC1-6655-4B60-A350-946D2175540A}" presName="connectorText" presStyleLbl="sibTrans2D1" presStyleIdx="0" presStyleCnt="6"/>
      <dgm:spPr/>
    </dgm:pt>
    <dgm:pt modelId="{C6789FA5-F49F-4375-AD53-611AD18A49E6}" type="pres">
      <dgm:prSet presAssocID="{23BF0A2D-4DF3-4DC1-AEA8-734BE5086AA6}" presName="node" presStyleLbl="node1" presStyleIdx="1" presStyleCnt="7" custScaleX="133280">
        <dgm:presLayoutVars>
          <dgm:bulletEnabled val="1"/>
        </dgm:presLayoutVars>
      </dgm:prSet>
      <dgm:spPr/>
    </dgm:pt>
    <dgm:pt modelId="{37CE3B63-DC8E-4B42-A51B-9680F4445EBB}" type="pres">
      <dgm:prSet presAssocID="{F95D14EF-9AF1-4658-98E1-E6136C0D21C1}" presName="sibTrans" presStyleLbl="sibTrans2D1" presStyleIdx="1" presStyleCnt="6"/>
      <dgm:spPr/>
    </dgm:pt>
    <dgm:pt modelId="{A7AEEB8B-EF5D-43F1-97D8-3EEB149F0D0A}" type="pres">
      <dgm:prSet presAssocID="{F95D14EF-9AF1-4658-98E1-E6136C0D21C1}" presName="connectorText" presStyleLbl="sibTrans2D1" presStyleIdx="1" presStyleCnt="6"/>
      <dgm:spPr/>
    </dgm:pt>
    <dgm:pt modelId="{8112693A-0FCD-4DE5-A465-7E2266D93873}" type="pres">
      <dgm:prSet presAssocID="{83D0A6AE-9A8C-42B2-9A5D-5B07DA530D60}" presName="node" presStyleLbl="node1" presStyleIdx="2" presStyleCnt="7" custScaleX="133280">
        <dgm:presLayoutVars>
          <dgm:bulletEnabled val="1"/>
        </dgm:presLayoutVars>
      </dgm:prSet>
      <dgm:spPr/>
    </dgm:pt>
    <dgm:pt modelId="{5AD046E0-4175-435D-B1C9-6CF807BE2F88}" type="pres">
      <dgm:prSet presAssocID="{18C86F5D-4694-4785-A0ED-AD37B06DBDAA}" presName="sibTrans" presStyleLbl="sibTrans2D1" presStyleIdx="2" presStyleCnt="6"/>
      <dgm:spPr/>
    </dgm:pt>
    <dgm:pt modelId="{1F7CEEDD-B5F2-491B-BEC3-13C347DCE37C}" type="pres">
      <dgm:prSet presAssocID="{18C86F5D-4694-4785-A0ED-AD37B06DBDAA}" presName="connectorText" presStyleLbl="sibTrans2D1" presStyleIdx="2" presStyleCnt="6"/>
      <dgm:spPr/>
    </dgm:pt>
    <dgm:pt modelId="{F9FE5A4A-6361-405B-804E-B53551555D56}" type="pres">
      <dgm:prSet presAssocID="{1950F87C-4A2E-428B-996C-76F6530BE09C}" presName="node" presStyleLbl="node1" presStyleIdx="3" presStyleCnt="7" custScaleX="133280">
        <dgm:presLayoutVars>
          <dgm:bulletEnabled val="1"/>
        </dgm:presLayoutVars>
      </dgm:prSet>
      <dgm:spPr/>
    </dgm:pt>
    <dgm:pt modelId="{A36CF26C-D0E5-4550-BD50-4B3DC67959D2}" type="pres">
      <dgm:prSet presAssocID="{05C8EF1F-C3F5-44EB-A137-D4BC4FDBBA63}" presName="sibTrans" presStyleLbl="sibTrans2D1" presStyleIdx="3" presStyleCnt="6"/>
      <dgm:spPr/>
    </dgm:pt>
    <dgm:pt modelId="{D5132A65-0ADE-44AA-9EFD-26A6DDDD5908}" type="pres">
      <dgm:prSet presAssocID="{05C8EF1F-C3F5-44EB-A137-D4BC4FDBBA63}" presName="connectorText" presStyleLbl="sibTrans2D1" presStyleIdx="3" presStyleCnt="6"/>
      <dgm:spPr/>
    </dgm:pt>
    <dgm:pt modelId="{971ED23A-6B15-4629-8345-17336B96A003}" type="pres">
      <dgm:prSet presAssocID="{22DFAFE0-F5FF-4A05-A289-9EB5FE97EF2A}" presName="node" presStyleLbl="node1" presStyleIdx="4" presStyleCnt="7" custScaleX="133280">
        <dgm:presLayoutVars>
          <dgm:bulletEnabled val="1"/>
        </dgm:presLayoutVars>
      </dgm:prSet>
      <dgm:spPr/>
    </dgm:pt>
    <dgm:pt modelId="{49ABE379-06AA-4DA9-B439-4FB5307CEAD1}" type="pres">
      <dgm:prSet presAssocID="{C6B0CB83-8C80-4F26-B4DD-81630DA03583}" presName="sibTrans" presStyleLbl="sibTrans2D1" presStyleIdx="4" presStyleCnt="6"/>
      <dgm:spPr/>
    </dgm:pt>
    <dgm:pt modelId="{765FF198-6C37-4CCC-8456-CE69EFF41E11}" type="pres">
      <dgm:prSet presAssocID="{C6B0CB83-8C80-4F26-B4DD-81630DA03583}" presName="connectorText" presStyleLbl="sibTrans2D1" presStyleIdx="4" presStyleCnt="6"/>
      <dgm:spPr/>
    </dgm:pt>
    <dgm:pt modelId="{64E51311-F473-41A7-94F3-DDAE9CF535C4}" type="pres">
      <dgm:prSet presAssocID="{D0E6B954-BD46-442F-8630-1D5A90F007B3}" presName="node" presStyleLbl="node1" presStyleIdx="5" presStyleCnt="7" custScaleX="133280">
        <dgm:presLayoutVars>
          <dgm:bulletEnabled val="1"/>
        </dgm:presLayoutVars>
      </dgm:prSet>
      <dgm:spPr/>
    </dgm:pt>
    <dgm:pt modelId="{87E00B2E-0A38-4E1B-A2D7-5765008D57D8}" type="pres">
      <dgm:prSet presAssocID="{708061E6-DB4E-41E4-A21A-5BFB254544C0}" presName="sibTrans" presStyleLbl="sibTrans2D1" presStyleIdx="5" presStyleCnt="6"/>
      <dgm:spPr/>
    </dgm:pt>
    <dgm:pt modelId="{82C63691-C497-4795-8FE3-FE082153A208}" type="pres">
      <dgm:prSet presAssocID="{708061E6-DB4E-41E4-A21A-5BFB254544C0}" presName="connectorText" presStyleLbl="sibTrans2D1" presStyleIdx="5" presStyleCnt="6"/>
      <dgm:spPr/>
    </dgm:pt>
    <dgm:pt modelId="{583403DE-F7AE-40E6-A870-89A70CDD5485}" type="pres">
      <dgm:prSet presAssocID="{394ED2CD-6BC9-4189-8CBA-823A3B9C32CB}" presName="node" presStyleLbl="node1" presStyleIdx="6" presStyleCnt="7" custScaleX="133280">
        <dgm:presLayoutVars>
          <dgm:bulletEnabled val="1"/>
        </dgm:presLayoutVars>
      </dgm:prSet>
      <dgm:spPr/>
    </dgm:pt>
  </dgm:ptLst>
  <dgm:cxnLst>
    <dgm:cxn modelId="{0036E010-F4FF-457D-8D85-18194CDD5A6C}" type="presOf" srcId="{708061E6-DB4E-41E4-A21A-5BFB254544C0}" destId="{82C63691-C497-4795-8FE3-FE082153A208}" srcOrd="1" destOrd="0" presId="urn:microsoft.com/office/officeart/2005/8/layout/process2"/>
    <dgm:cxn modelId="{D8321217-12ED-4313-A926-6EB948D59EB3}" type="presOf" srcId="{18C86F5D-4694-4785-A0ED-AD37B06DBDAA}" destId="{5AD046E0-4175-435D-B1C9-6CF807BE2F88}" srcOrd="0" destOrd="0" presId="urn:microsoft.com/office/officeart/2005/8/layout/process2"/>
    <dgm:cxn modelId="{B10E121C-A6CB-4A68-AD5A-5EB6E434B26B}" type="presOf" srcId="{05C8EF1F-C3F5-44EB-A137-D4BC4FDBBA63}" destId="{A36CF26C-D0E5-4550-BD50-4B3DC67959D2}" srcOrd="0" destOrd="0" presId="urn:microsoft.com/office/officeart/2005/8/layout/process2"/>
    <dgm:cxn modelId="{F56F1F31-A250-4C3E-93E2-F9522E832756}" type="presOf" srcId="{652B0587-B910-4DD7-B91F-AFF722393B31}" destId="{782B0039-389F-4D00-BD29-F8F8003228A5}" srcOrd="0" destOrd="0" presId="urn:microsoft.com/office/officeart/2005/8/layout/process2"/>
    <dgm:cxn modelId="{63C4AC33-3D79-4F3D-8C33-E32B194895CA}" srcId="{81DE4D7A-B4A6-49C0-9AEA-8F42216E3B77}" destId="{83D0A6AE-9A8C-42B2-9A5D-5B07DA530D60}" srcOrd="2" destOrd="0" parTransId="{FFFF07B5-E630-4BD4-9602-462939A105EB}" sibTransId="{18C86F5D-4694-4785-A0ED-AD37B06DBDAA}"/>
    <dgm:cxn modelId="{11769E34-7853-45DA-B093-AC4A346F3532}" type="presOf" srcId="{394ED2CD-6BC9-4189-8CBA-823A3B9C32CB}" destId="{583403DE-F7AE-40E6-A870-89A70CDD5485}" srcOrd="0" destOrd="0" presId="urn:microsoft.com/office/officeart/2005/8/layout/process2"/>
    <dgm:cxn modelId="{C451273F-31E8-46C5-B42E-AB79B91E1CEA}" type="presOf" srcId="{81DE4D7A-B4A6-49C0-9AEA-8F42216E3B77}" destId="{DA276F40-4EAF-4C99-8998-188E9400D2FB}" srcOrd="0" destOrd="0" presId="urn:microsoft.com/office/officeart/2005/8/layout/process2"/>
    <dgm:cxn modelId="{C00FE75C-8F6D-4E6D-878F-DAAEC6C82808}" srcId="{81DE4D7A-B4A6-49C0-9AEA-8F42216E3B77}" destId="{1950F87C-4A2E-428B-996C-76F6530BE09C}" srcOrd="3" destOrd="0" parTransId="{CDD6A392-EB11-4D4B-9BE7-08D33ECF64A3}" sibTransId="{05C8EF1F-C3F5-44EB-A137-D4BC4FDBBA63}"/>
    <dgm:cxn modelId="{E680C742-E745-4836-A345-A5C39052C749}" type="presOf" srcId="{83D0A6AE-9A8C-42B2-9A5D-5B07DA530D60}" destId="{8112693A-0FCD-4DE5-A465-7E2266D93873}" srcOrd="0" destOrd="0" presId="urn:microsoft.com/office/officeart/2005/8/layout/process2"/>
    <dgm:cxn modelId="{D170A967-2D73-48D2-9579-3969C046A2EF}" srcId="{81DE4D7A-B4A6-49C0-9AEA-8F42216E3B77}" destId="{652B0587-B910-4DD7-B91F-AFF722393B31}" srcOrd="0" destOrd="0" parTransId="{3CBFDB2F-005D-4AC8-9848-A2E853E40457}" sibTransId="{E53AFCC1-6655-4B60-A350-946D2175540A}"/>
    <dgm:cxn modelId="{3E3A4668-1DFF-43C3-B9BB-2E2800513F74}" type="presOf" srcId="{22DFAFE0-F5FF-4A05-A289-9EB5FE97EF2A}" destId="{971ED23A-6B15-4629-8345-17336B96A003}" srcOrd="0" destOrd="0" presId="urn:microsoft.com/office/officeart/2005/8/layout/process2"/>
    <dgm:cxn modelId="{9EEE336C-A96C-4112-892E-732DE0EA29B7}" type="presOf" srcId="{E53AFCC1-6655-4B60-A350-946D2175540A}" destId="{EB90DC6D-6D71-4AA5-A671-A15C99480E80}" srcOrd="1" destOrd="0" presId="urn:microsoft.com/office/officeart/2005/8/layout/process2"/>
    <dgm:cxn modelId="{CAED4850-6646-49F5-96D5-B9DCA0433A5D}" type="presOf" srcId="{E53AFCC1-6655-4B60-A350-946D2175540A}" destId="{2EA9B9FE-2C96-4D7A-9AB2-7D7B2C82BDC8}" srcOrd="0" destOrd="0" presId="urn:microsoft.com/office/officeart/2005/8/layout/process2"/>
    <dgm:cxn modelId="{FDD0877D-FEC3-44C2-96B4-64503D05A2A3}" srcId="{81DE4D7A-B4A6-49C0-9AEA-8F42216E3B77}" destId="{23BF0A2D-4DF3-4DC1-AEA8-734BE5086AA6}" srcOrd="1" destOrd="0" parTransId="{26EDDD48-707A-4F90-A13E-9108626DCD88}" sibTransId="{F95D14EF-9AF1-4658-98E1-E6136C0D21C1}"/>
    <dgm:cxn modelId="{A5B77E8D-783F-4AAC-90EF-BCB6C289E1AD}" type="presOf" srcId="{1950F87C-4A2E-428B-996C-76F6530BE09C}" destId="{F9FE5A4A-6361-405B-804E-B53551555D56}" srcOrd="0" destOrd="0" presId="urn:microsoft.com/office/officeart/2005/8/layout/process2"/>
    <dgm:cxn modelId="{0B8A4693-B046-4B0E-87C6-96D5925C56B2}" type="presOf" srcId="{C6B0CB83-8C80-4F26-B4DD-81630DA03583}" destId="{765FF198-6C37-4CCC-8456-CE69EFF41E11}" srcOrd="1" destOrd="0" presId="urn:microsoft.com/office/officeart/2005/8/layout/process2"/>
    <dgm:cxn modelId="{CE71579E-8D7E-4C17-A1B8-E7A6674683FF}" type="presOf" srcId="{F95D14EF-9AF1-4658-98E1-E6136C0D21C1}" destId="{A7AEEB8B-EF5D-43F1-97D8-3EEB149F0D0A}" srcOrd="1" destOrd="0" presId="urn:microsoft.com/office/officeart/2005/8/layout/process2"/>
    <dgm:cxn modelId="{B44EEC9F-DA02-40AD-A1A5-6F18409D379A}" srcId="{81DE4D7A-B4A6-49C0-9AEA-8F42216E3B77}" destId="{22DFAFE0-F5FF-4A05-A289-9EB5FE97EF2A}" srcOrd="4" destOrd="0" parTransId="{6A52DA25-2C04-4813-BD33-FFD1B84C1FF0}" sibTransId="{C6B0CB83-8C80-4F26-B4DD-81630DA03583}"/>
    <dgm:cxn modelId="{2531A8A6-289B-4222-81DA-46ECD4DE92DF}" type="presOf" srcId="{23BF0A2D-4DF3-4DC1-AEA8-734BE5086AA6}" destId="{C6789FA5-F49F-4375-AD53-611AD18A49E6}" srcOrd="0" destOrd="0" presId="urn:microsoft.com/office/officeart/2005/8/layout/process2"/>
    <dgm:cxn modelId="{FDEFFFB2-5F58-41E7-B47A-017FDDFF8EA7}" type="presOf" srcId="{D0E6B954-BD46-442F-8630-1D5A90F007B3}" destId="{64E51311-F473-41A7-94F3-DDAE9CF535C4}" srcOrd="0" destOrd="0" presId="urn:microsoft.com/office/officeart/2005/8/layout/process2"/>
    <dgm:cxn modelId="{71C5E3B4-9D0E-42C5-A9D3-12E9D23C107D}" type="presOf" srcId="{C6B0CB83-8C80-4F26-B4DD-81630DA03583}" destId="{49ABE379-06AA-4DA9-B439-4FB5307CEAD1}" srcOrd="0" destOrd="0" presId="urn:microsoft.com/office/officeart/2005/8/layout/process2"/>
    <dgm:cxn modelId="{56DB33B6-CA72-4837-B9CA-D986F16A01A6}" type="presOf" srcId="{F95D14EF-9AF1-4658-98E1-E6136C0D21C1}" destId="{37CE3B63-DC8E-4B42-A51B-9680F4445EBB}" srcOrd="0" destOrd="0" presId="urn:microsoft.com/office/officeart/2005/8/layout/process2"/>
    <dgm:cxn modelId="{F24713C1-8F4F-4B23-A03D-DD179178DBA1}" type="presOf" srcId="{05C8EF1F-C3F5-44EB-A137-D4BC4FDBBA63}" destId="{D5132A65-0ADE-44AA-9EFD-26A6DDDD5908}" srcOrd="1" destOrd="0" presId="urn:microsoft.com/office/officeart/2005/8/layout/process2"/>
    <dgm:cxn modelId="{53C1E6DC-E02A-42E0-8C41-9E0F0C586820}" srcId="{81DE4D7A-B4A6-49C0-9AEA-8F42216E3B77}" destId="{394ED2CD-6BC9-4189-8CBA-823A3B9C32CB}" srcOrd="6" destOrd="0" parTransId="{AC63950B-8CF2-467B-AB64-D79A2197810F}" sibTransId="{31F4B460-B832-44EC-9173-C0D660FC5E92}"/>
    <dgm:cxn modelId="{7E6F2CEB-AE48-4305-B705-47BC67ED009A}" type="presOf" srcId="{708061E6-DB4E-41E4-A21A-5BFB254544C0}" destId="{87E00B2E-0A38-4E1B-A2D7-5765008D57D8}" srcOrd="0" destOrd="0" presId="urn:microsoft.com/office/officeart/2005/8/layout/process2"/>
    <dgm:cxn modelId="{D642A9F8-85DD-4DDA-BAB4-9B39E9086505}" srcId="{81DE4D7A-B4A6-49C0-9AEA-8F42216E3B77}" destId="{D0E6B954-BD46-442F-8630-1D5A90F007B3}" srcOrd="5" destOrd="0" parTransId="{CD5FD56E-3DA6-4869-A492-4A8DB8E8A3BB}" sibTransId="{708061E6-DB4E-41E4-A21A-5BFB254544C0}"/>
    <dgm:cxn modelId="{015453FD-34E7-4E8E-848E-4FA9A4B241F4}" type="presOf" srcId="{18C86F5D-4694-4785-A0ED-AD37B06DBDAA}" destId="{1F7CEEDD-B5F2-491B-BEC3-13C347DCE37C}" srcOrd="1" destOrd="0" presId="urn:microsoft.com/office/officeart/2005/8/layout/process2"/>
    <dgm:cxn modelId="{979B96D8-23D3-4A95-8C29-C1DEB81DCC7B}" type="presParOf" srcId="{DA276F40-4EAF-4C99-8998-188E9400D2FB}" destId="{782B0039-389F-4D00-BD29-F8F8003228A5}" srcOrd="0" destOrd="0" presId="urn:microsoft.com/office/officeart/2005/8/layout/process2"/>
    <dgm:cxn modelId="{5CD3BB14-B46C-4C09-83FF-95426CAC2291}" type="presParOf" srcId="{DA276F40-4EAF-4C99-8998-188E9400D2FB}" destId="{2EA9B9FE-2C96-4D7A-9AB2-7D7B2C82BDC8}" srcOrd="1" destOrd="0" presId="urn:microsoft.com/office/officeart/2005/8/layout/process2"/>
    <dgm:cxn modelId="{66B76688-9486-4FA1-972B-289ED9C5EAAC}" type="presParOf" srcId="{2EA9B9FE-2C96-4D7A-9AB2-7D7B2C82BDC8}" destId="{EB90DC6D-6D71-4AA5-A671-A15C99480E80}" srcOrd="0" destOrd="0" presId="urn:microsoft.com/office/officeart/2005/8/layout/process2"/>
    <dgm:cxn modelId="{BF95DB53-9E80-4A2C-87CA-E38ACBD8A10F}" type="presParOf" srcId="{DA276F40-4EAF-4C99-8998-188E9400D2FB}" destId="{C6789FA5-F49F-4375-AD53-611AD18A49E6}" srcOrd="2" destOrd="0" presId="urn:microsoft.com/office/officeart/2005/8/layout/process2"/>
    <dgm:cxn modelId="{5D00BAD8-CF22-4B91-9DE7-8C9731B53E05}" type="presParOf" srcId="{DA276F40-4EAF-4C99-8998-188E9400D2FB}" destId="{37CE3B63-DC8E-4B42-A51B-9680F4445EBB}" srcOrd="3" destOrd="0" presId="urn:microsoft.com/office/officeart/2005/8/layout/process2"/>
    <dgm:cxn modelId="{421F98FE-9220-43B2-8E7D-DCD0F5B5F727}" type="presParOf" srcId="{37CE3B63-DC8E-4B42-A51B-9680F4445EBB}" destId="{A7AEEB8B-EF5D-43F1-97D8-3EEB149F0D0A}" srcOrd="0" destOrd="0" presId="urn:microsoft.com/office/officeart/2005/8/layout/process2"/>
    <dgm:cxn modelId="{4B5C4AA0-20E3-4D75-A9C3-6889616416F2}" type="presParOf" srcId="{DA276F40-4EAF-4C99-8998-188E9400D2FB}" destId="{8112693A-0FCD-4DE5-A465-7E2266D93873}" srcOrd="4" destOrd="0" presId="urn:microsoft.com/office/officeart/2005/8/layout/process2"/>
    <dgm:cxn modelId="{950F592F-7969-4540-ACFC-E765582F6A42}" type="presParOf" srcId="{DA276F40-4EAF-4C99-8998-188E9400D2FB}" destId="{5AD046E0-4175-435D-B1C9-6CF807BE2F88}" srcOrd="5" destOrd="0" presId="urn:microsoft.com/office/officeart/2005/8/layout/process2"/>
    <dgm:cxn modelId="{E12D438B-7F54-46F6-8F2F-6D0C6E7207EC}" type="presParOf" srcId="{5AD046E0-4175-435D-B1C9-6CF807BE2F88}" destId="{1F7CEEDD-B5F2-491B-BEC3-13C347DCE37C}" srcOrd="0" destOrd="0" presId="urn:microsoft.com/office/officeart/2005/8/layout/process2"/>
    <dgm:cxn modelId="{CD7029DA-BB28-42B0-8784-9AB9EBC2D6B3}" type="presParOf" srcId="{DA276F40-4EAF-4C99-8998-188E9400D2FB}" destId="{F9FE5A4A-6361-405B-804E-B53551555D56}" srcOrd="6" destOrd="0" presId="urn:microsoft.com/office/officeart/2005/8/layout/process2"/>
    <dgm:cxn modelId="{2D968060-DB97-462F-BCF4-3597B624AE1F}" type="presParOf" srcId="{DA276F40-4EAF-4C99-8998-188E9400D2FB}" destId="{A36CF26C-D0E5-4550-BD50-4B3DC67959D2}" srcOrd="7" destOrd="0" presId="urn:microsoft.com/office/officeart/2005/8/layout/process2"/>
    <dgm:cxn modelId="{C40DDDFB-A321-443F-845B-DC0E0B55407E}" type="presParOf" srcId="{A36CF26C-D0E5-4550-BD50-4B3DC67959D2}" destId="{D5132A65-0ADE-44AA-9EFD-26A6DDDD5908}" srcOrd="0" destOrd="0" presId="urn:microsoft.com/office/officeart/2005/8/layout/process2"/>
    <dgm:cxn modelId="{FB20588D-4DDA-44E0-9D27-69069087CC44}" type="presParOf" srcId="{DA276F40-4EAF-4C99-8998-188E9400D2FB}" destId="{971ED23A-6B15-4629-8345-17336B96A003}" srcOrd="8" destOrd="0" presId="urn:microsoft.com/office/officeart/2005/8/layout/process2"/>
    <dgm:cxn modelId="{E1F04710-7996-46AD-9797-3C8F1ABF5C3D}" type="presParOf" srcId="{DA276F40-4EAF-4C99-8998-188E9400D2FB}" destId="{49ABE379-06AA-4DA9-B439-4FB5307CEAD1}" srcOrd="9" destOrd="0" presId="urn:microsoft.com/office/officeart/2005/8/layout/process2"/>
    <dgm:cxn modelId="{BF4E7BCA-4155-4AE5-A8CA-65D5D4D26799}" type="presParOf" srcId="{49ABE379-06AA-4DA9-B439-4FB5307CEAD1}" destId="{765FF198-6C37-4CCC-8456-CE69EFF41E11}" srcOrd="0" destOrd="0" presId="urn:microsoft.com/office/officeart/2005/8/layout/process2"/>
    <dgm:cxn modelId="{ED12644F-01CD-4013-82B2-68BAE34C9080}" type="presParOf" srcId="{DA276F40-4EAF-4C99-8998-188E9400D2FB}" destId="{64E51311-F473-41A7-94F3-DDAE9CF535C4}" srcOrd="10" destOrd="0" presId="urn:microsoft.com/office/officeart/2005/8/layout/process2"/>
    <dgm:cxn modelId="{196F5B06-FAAC-4715-8F66-473EB6B312A6}" type="presParOf" srcId="{DA276F40-4EAF-4C99-8998-188E9400D2FB}" destId="{87E00B2E-0A38-4E1B-A2D7-5765008D57D8}" srcOrd="11" destOrd="0" presId="urn:microsoft.com/office/officeart/2005/8/layout/process2"/>
    <dgm:cxn modelId="{5CF47B35-C69C-48E6-A54B-0E0647F3CFC0}" type="presParOf" srcId="{87E00B2E-0A38-4E1B-A2D7-5765008D57D8}" destId="{82C63691-C497-4795-8FE3-FE082153A208}" srcOrd="0" destOrd="0" presId="urn:microsoft.com/office/officeart/2005/8/layout/process2"/>
    <dgm:cxn modelId="{35B3D2B7-FE9D-438A-9979-597C2C618ABB}" type="presParOf" srcId="{DA276F40-4EAF-4C99-8998-188E9400D2FB}" destId="{583403DE-F7AE-40E6-A870-89A70CDD5485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DE4D7A-B4A6-49C0-9AEA-8F42216E3B77}" type="doc">
      <dgm:prSet loTypeId="urn:microsoft.com/office/officeart/2005/8/layout/process2" loCatId="process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652B0587-B910-4DD7-B91F-AFF722393B31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Domain Model (Class Diagram)</a:t>
          </a:r>
        </a:p>
      </dgm:t>
    </dgm:pt>
    <dgm:pt modelId="{3CBFDB2F-005D-4AC8-9848-A2E853E40457}" type="parTrans" cxnId="{D170A967-2D73-48D2-9579-3969C046A2EF}">
      <dgm:prSet/>
      <dgm:spPr/>
      <dgm:t>
        <a:bodyPr/>
        <a:lstStyle/>
        <a:p>
          <a:pPr algn="l"/>
          <a:endParaRPr lang="en-US" sz="1200"/>
        </a:p>
      </dgm:t>
    </dgm:pt>
    <dgm:pt modelId="{E53AFCC1-6655-4B60-A350-946D2175540A}" type="sibTrans" cxnId="{D170A967-2D73-48D2-9579-3969C046A2EF}">
      <dgm:prSet custT="1"/>
      <dgm:spPr/>
      <dgm:t>
        <a:bodyPr/>
        <a:lstStyle/>
        <a:p>
          <a:pPr algn="l"/>
          <a:endParaRPr lang="en-US" sz="1200"/>
        </a:p>
      </dgm:t>
    </dgm:pt>
    <dgm:pt modelId="{729B122F-67BC-40F0-97A0-93745CD6E791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1) Functional &amp; Non-Functional Requirements </a:t>
          </a:r>
          <a:br>
            <a:rPr lang="en-US" sz="1200" dirty="0">
              <a:latin typeface="Times New Roman" pitchFamily="18" charset="0"/>
              <a:cs typeface="Times New Roman" pitchFamily="18" charset="0"/>
            </a:rPr>
          </a:br>
          <a:r>
            <a:rPr lang="en-US" sz="1200" dirty="0">
              <a:latin typeface="Times New Roman" pitchFamily="18" charset="0"/>
              <a:cs typeface="Times New Roman" pitchFamily="18" charset="0"/>
            </a:rPr>
            <a:t>2) Use Case Diagram</a:t>
          </a:r>
        </a:p>
      </dgm:t>
    </dgm:pt>
    <dgm:pt modelId="{CD0D0E15-B254-4AE7-A306-8027F64F45E0}" type="parTrans" cxnId="{DB11E435-0939-44C5-ADFE-9F879DE55B7B}">
      <dgm:prSet/>
      <dgm:spPr/>
      <dgm:t>
        <a:bodyPr/>
        <a:lstStyle/>
        <a:p>
          <a:pPr algn="l"/>
          <a:endParaRPr lang="en-US" sz="1200"/>
        </a:p>
      </dgm:t>
    </dgm:pt>
    <dgm:pt modelId="{3E7D2D60-D0CB-4502-BCB5-1CA5619E0258}" type="sibTrans" cxnId="{DB11E435-0939-44C5-ADFE-9F879DE55B7B}">
      <dgm:prSet custT="1"/>
      <dgm:spPr/>
      <dgm:t>
        <a:bodyPr/>
        <a:lstStyle/>
        <a:p>
          <a:pPr algn="l"/>
          <a:endParaRPr lang="en-US" sz="1200"/>
        </a:p>
      </dgm:t>
    </dgm:pt>
    <dgm:pt modelId="{5B152184-1FE6-41BC-BF30-4C4DED5A78C2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pPr algn="l">
            <a:spcAft>
              <a:spcPts val="0"/>
            </a:spcAft>
          </a:pPr>
          <a:r>
            <a:rPr lang="en-US" sz="1200" dirty="0">
              <a:latin typeface="Times New Roman" pitchFamily="18" charset="0"/>
              <a:cs typeface="Times New Roman" pitchFamily="18" charset="0"/>
            </a:rPr>
            <a:t>1</a:t>
          </a:r>
          <a:r>
            <a:rPr lang="en-US" sz="1200">
              <a:latin typeface="Times New Roman" pitchFamily="18" charset="0"/>
              <a:cs typeface="Times New Roman" pitchFamily="18" charset="0"/>
            </a:rPr>
            <a:t>) Sequence </a:t>
          </a:r>
          <a:r>
            <a:rPr lang="en-US" sz="1200" dirty="0">
              <a:latin typeface="Times New Roman" pitchFamily="18" charset="0"/>
              <a:cs typeface="Times New Roman" pitchFamily="18" charset="0"/>
            </a:rPr>
            <a:t>Diagram </a:t>
          </a:r>
          <a:br>
            <a:rPr lang="en-US" sz="1200" dirty="0">
              <a:latin typeface="Times New Roman" pitchFamily="18" charset="0"/>
              <a:cs typeface="Times New Roman" pitchFamily="18" charset="0"/>
            </a:rPr>
          </a:br>
          <a:r>
            <a:rPr lang="en-US" sz="1200" dirty="0">
              <a:latin typeface="Times New Roman" pitchFamily="18" charset="0"/>
              <a:cs typeface="Times New Roman" pitchFamily="18" charset="0"/>
            </a:rPr>
            <a:t>2) Activity Diagram</a:t>
          </a:r>
        </a:p>
        <a:p>
          <a:pPr algn="l">
            <a:spcAft>
              <a:spcPts val="0"/>
            </a:spcAft>
          </a:pPr>
          <a:r>
            <a:rPr lang="en-US" sz="1200" dirty="0">
              <a:latin typeface="Times New Roman" pitchFamily="18" charset="0"/>
              <a:cs typeface="Times New Roman" pitchFamily="18" charset="0"/>
            </a:rPr>
            <a:t>3) State Chart Diagram</a:t>
          </a:r>
        </a:p>
      </dgm:t>
    </dgm:pt>
    <dgm:pt modelId="{07B23613-D11C-4DEC-894B-72F96F85FF46}" type="parTrans" cxnId="{E5F1CA3A-A937-496F-9C3D-B094E8ABE4C6}">
      <dgm:prSet/>
      <dgm:spPr/>
      <dgm:t>
        <a:bodyPr/>
        <a:lstStyle/>
        <a:p>
          <a:pPr algn="l"/>
          <a:endParaRPr lang="en-US" sz="1200"/>
        </a:p>
      </dgm:t>
    </dgm:pt>
    <dgm:pt modelId="{95FA0F47-9F20-4885-BD2B-4AC3194DE0AB}" type="sibTrans" cxnId="{E5F1CA3A-A937-496F-9C3D-B094E8ABE4C6}">
      <dgm:prSet custT="1"/>
      <dgm:spPr/>
      <dgm:t>
        <a:bodyPr/>
        <a:lstStyle/>
        <a:p>
          <a:pPr algn="l"/>
          <a:endParaRPr lang="en-US" sz="1200"/>
        </a:p>
      </dgm:t>
    </dgm:pt>
    <dgm:pt modelId="{8D365044-8233-456C-96A1-C6CB8475F800}">
      <dgm:prSet custT="1"/>
      <dgm:spPr/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1) Class Diagram (refined) </a:t>
          </a:r>
          <a:br>
            <a:rPr lang="en-US" sz="1200" dirty="0">
              <a:latin typeface="Times New Roman" pitchFamily="18" charset="0"/>
              <a:cs typeface="Times New Roman" pitchFamily="18" charset="0"/>
            </a:rPr>
          </a:br>
          <a:r>
            <a:rPr lang="en-US" sz="1200" dirty="0">
              <a:latin typeface="Times New Roman" pitchFamily="18" charset="0"/>
              <a:cs typeface="Times New Roman" pitchFamily="18" charset="0"/>
            </a:rPr>
            <a:t>2) </a:t>
          </a:r>
          <a:r>
            <a:rPr lang="en-US" sz="1200">
              <a:latin typeface="Times New Roman" pitchFamily="18" charset="0"/>
              <a:cs typeface="Times New Roman" pitchFamily="18" charset="0"/>
            </a:rPr>
            <a:t>Sequence Diagram (refined)</a:t>
          </a:r>
          <a:endParaRPr lang="en-US" sz="1200" dirty="0">
            <a:latin typeface="Times New Roman" pitchFamily="18" charset="0"/>
            <a:cs typeface="Times New Roman" pitchFamily="18" charset="0"/>
          </a:endParaRPr>
        </a:p>
      </dgm:t>
    </dgm:pt>
    <dgm:pt modelId="{5B40D2DB-67D7-438A-931E-8F4ACFA7D292}" type="parTrans" cxnId="{5C00B0D2-F282-4052-A894-65718DAE6AF1}">
      <dgm:prSet/>
      <dgm:spPr/>
      <dgm:t>
        <a:bodyPr/>
        <a:lstStyle/>
        <a:p>
          <a:pPr algn="l"/>
          <a:endParaRPr lang="en-US" sz="1200"/>
        </a:p>
      </dgm:t>
    </dgm:pt>
    <dgm:pt modelId="{24817D02-54AA-4FB3-A904-C9860B65D59D}" type="sibTrans" cxnId="{5C00B0D2-F282-4052-A894-65718DAE6AF1}">
      <dgm:prSet custT="1"/>
      <dgm:spPr/>
      <dgm:t>
        <a:bodyPr/>
        <a:lstStyle/>
        <a:p>
          <a:pPr algn="l"/>
          <a:endParaRPr lang="en-US" sz="1200"/>
        </a:p>
      </dgm:t>
    </dgm:pt>
    <dgm:pt modelId="{5188F978-21A9-4609-B4BE-AF616F84280C}">
      <dgm:prSet custT="1"/>
      <dgm:spPr/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1) Application Source Code</a:t>
          </a:r>
          <a:br>
            <a:rPr lang="en-US" sz="1200" dirty="0">
              <a:latin typeface="Times New Roman" pitchFamily="18" charset="0"/>
              <a:cs typeface="Times New Roman" pitchFamily="18" charset="0"/>
            </a:rPr>
          </a:br>
          <a:r>
            <a:rPr lang="en-US" sz="1200" dirty="0">
              <a:latin typeface="Times New Roman" pitchFamily="18" charset="0"/>
              <a:cs typeface="Times New Roman" pitchFamily="18" charset="0"/>
            </a:rPr>
            <a:t>2) User Manual Documentation</a:t>
          </a:r>
        </a:p>
      </dgm:t>
    </dgm:pt>
    <dgm:pt modelId="{46821385-4474-4627-B03A-7AF9EEF84368}" type="parTrans" cxnId="{F7A0A3A9-84B7-434C-99A4-AC59272FEB5D}">
      <dgm:prSet/>
      <dgm:spPr/>
      <dgm:t>
        <a:bodyPr/>
        <a:lstStyle/>
        <a:p>
          <a:pPr algn="l"/>
          <a:endParaRPr lang="en-US" sz="1200"/>
        </a:p>
      </dgm:t>
    </dgm:pt>
    <dgm:pt modelId="{16114842-8C06-44A4-A34B-9E8441ACC32E}" type="sibTrans" cxnId="{F7A0A3A9-84B7-434C-99A4-AC59272FEB5D}">
      <dgm:prSet custT="1"/>
      <dgm:spPr/>
      <dgm:t>
        <a:bodyPr/>
        <a:lstStyle/>
        <a:p>
          <a:pPr algn="l"/>
          <a:endParaRPr lang="en-US" sz="1200"/>
        </a:p>
      </dgm:t>
    </dgm:pt>
    <dgm:pt modelId="{0CA90A64-EC66-45C1-AA9C-BFE7400E33E8}">
      <dgm:prSet custT="1"/>
      <dgm:spPr>
        <a:solidFill>
          <a:srgbClr val="FFFF00"/>
        </a:solidFill>
      </dgm:spPr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1) Test Cases </a:t>
          </a:r>
          <a:br>
            <a:rPr lang="en-US" sz="1200" dirty="0">
              <a:latin typeface="Times New Roman" pitchFamily="18" charset="0"/>
              <a:cs typeface="Times New Roman" pitchFamily="18" charset="0"/>
            </a:rPr>
          </a:br>
          <a:r>
            <a:rPr lang="en-US" sz="1200" dirty="0">
              <a:latin typeface="Times New Roman" pitchFamily="18" charset="0"/>
              <a:cs typeface="Times New Roman" pitchFamily="18" charset="0"/>
            </a:rPr>
            <a:t>2) Prototype / Release / Versions</a:t>
          </a:r>
        </a:p>
      </dgm:t>
    </dgm:pt>
    <dgm:pt modelId="{4B2DA77A-0BF9-4725-8156-3C35E8470BE8}" type="parTrans" cxnId="{551C04B1-83E9-4810-BC8D-5278A74CCCBB}">
      <dgm:prSet/>
      <dgm:spPr/>
      <dgm:t>
        <a:bodyPr/>
        <a:lstStyle/>
        <a:p>
          <a:pPr algn="l"/>
          <a:endParaRPr lang="en-US" sz="1200"/>
        </a:p>
      </dgm:t>
    </dgm:pt>
    <dgm:pt modelId="{7889527C-4E26-4941-9692-ADE56CCB10A2}" type="sibTrans" cxnId="{551C04B1-83E9-4810-BC8D-5278A74CCCBB}">
      <dgm:prSet custT="1"/>
      <dgm:spPr/>
      <dgm:t>
        <a:bodyPr/>
        <a:lstStyle/>
        <a:p>
          <a:pPr algn="l"/>
          <a:endParaRPr lang="en-US" sz="1200"/>
        </a:p>
      </dgm:t>
    </dgm:pt>
    <dgm:pt modelId="{362D05E2-80B0-45B5-83C5-85A714875CD8}">
      <dgm:prSet custT="1"/>
      <dgm:spPr/>
      <dgm:t>
        <a:bodyPr/>
        <a:lstStyle/>
        <a:p>
          <a:pPr algn="l"/>
          <a:r>
            <a:rPr lang="en-US" sz="1200" dirty="0">
              <a:latin typeface="Times New Roman" pitchFamily="18" charset="0"/>
              <a:cs typeface="Times New Roman" pitchFamily="18" charset="0"/>
            </a:rPr>
            <a:t>1) Change Request Form</a:t>
          </a:r>
        </a:p>
      </dgm:t>
    </dgm:pt>
    <dgm:pt modelId="{8AC1FCA9-B07A-428A-ABE6-C8D71EBFF242}" type="parTrans" cxnId="{171583EB-D8F9-4711-8B6D-BA3498DFCAFE}">
      <dgm:prSet/>
      <dgm:spPr/>
      <dgm:t>
        <a:bodyPr/>
        <a:lstStyle/>
        <a:p>
          <a:pPr algn="l"/>
          <a:endParaRPr lang="en-US" sz="1200"/>
        </a:p>
      </dgm:t>
    </dgm:pt>
    <dgm:pt modelId="{C96FEB05-D491-495F-8C91-44416167F224}" type="sibTrans" cxnId="{171583EB-D8F9-4711-8B6D-BA3498DFCAFE}">
      <dgm:prSet/>
      <dgm:spPr/>
      <dgm:t>
        <a:bodyPr/>
        <a:lstStyle/>
        <a:p>
          <a:pPr algn="l"/>
          <a:endParaRPr lang="en-US" sz="1200"/>
        </a:p>
      </dgm:t>
    </dgm:pt>
    <dgm:pt modelId="{DA276F40-4EAF-4C99-8998-188E9400D2FB}" type="pres">
      <dgm:prSet presAssocID="{81DE4D7A-B4A6-49C0-9AEA-8F42216E3B77}" presName="linearFlow" presStyleCnt="0">
        <dgm:presLayoutVars>
          <dgm:resizeHandles val="exact"/>
        </dgm:presLayoutVars>
      </dgm:prSet>
      <dgm:spPr/>
    </dgm:pt>
    <dgm:pt modelId="{782B0039-389F-4D00-BD29-F8F8003228A5}" type="pres">
      <dgm:prSet presAssocID="{652B0587-B910-4DD7-B91F-AFF722393B31}" presName="node" presStyleLbl="node1" presStyleIdx="0" presStyleCnt="7" custScaleX="133280" custLinFactNeighborX="1625" custLinFactNeighborY="-27228">
        <dgm:presLayoutVars>
          <dgm:bulletEnabled val="1"/>
        </dgm:presLayoutVars>
      </dgm:prSet>
      <dgm:spPr/>
    </dgm:pt>
    <dgm:pt modelId="{2EA9B9FE-2C96-4D7A-9AB2-7D7B2C82BDC8}" type="pres">
      <dgm:prSet presAssocID="{E53AFCC1-6655-4B60-A350-946D2175540A}" presName="sibTrans" presStyleLbl="sibTrans2D1" presStyleIdx="0" presStyleCnt="6"/>
      <dgm:spPr/>
    </dgm:pt>
    <dgm:pt modelId="{EB90DC6D-6D71-4AA5-A671-A15C99480E80}" type="pres">
      <dgm:prSet presAssocID="{E53AFCC1-6655-4B60-A350-946D2175540A}" presName="connectorText" presStyleLbl="sibTrans2D1" presStyleIdx="0" presStyleCnt="6"/>
      <dgm:spPr/>
    </dgm:pt>
    <dgm:pt modelId="{F1C3D28F-7C32-4EA3-876D-C3F043FB23A4}" type="pres">
      <dgm:prSet presAssocID="{729B122F-67BC-40F0-97A0-93745CD6E791}" presName="node" presStyleLbl="node1" presStyleIdx="1" presStyleCnt="7" custScaleX="130029" custScaleY="157531">
        <dgm:presLayoutVars>
          <dgm:bulletEnabled val="1"/>
        </dgm:presLayoutVars>
      </dgm:prSet>
      <dgm:spPr/>
    </dgm:pt>
    <dgm:pt modelId="{2B50302C-A1B0-45C2-B54B-4E16063DC09C}" type="pres">
      <dgm:prSet presAssocID="{3E7D2D60-D0CB-4502-BCB5-1CA5619E0258}" presName="sibTrans" presStyleLbl="sibTrans2D1" presStyleIdx="1" presStyleCnt="6"/>
      <dgm:spPr/>
    </dgm:pt>
    <dgm:pt modelId="{F1215A70-2723-4091-81DC-F4F9BA4EF65F}" type="pres">
      <dgm:prSet presAssocID="{3E7D2D60-D0CB-4502-BCB5-1CA5619E0258}" presName="connectorText" presStyleLbl="sibTrans2D1" presStyleIdx="1" presStyleCnt="6"/>
      <dgm:spPr/>
    </dgm:pt>
    <dgm:pt modelId="{852C1570-D4BC-498C-957A-F2696F8E3239}" type="pres">
      <dgm:prSet presAssocID="{5B152184-1FE6-41BC-BF30-4C4DED5A78C2}" presName="node" presStyleLbl="node1" presStyleIdx="2" presStyleCnt="7" custScaleX="130029" custScaleY="148637">
        <dgm:presLayoutVars>
          <dgm:bulletEnabled val="1"/>
        </dgm:presLayoutVars>
      </dgm:prSet>
      <dgm:spPr/>
    </dgm:pt>
    <dgm:pt modelId="{8B60C766-C9FB-4F56-8D7E-408FB71D33F2}" type="pres">
      <dgm:prSet presAssocID="{95FA0F47-9F20-4885-BD2B-4AC3194DE0AB}" presName="sibTrans" presStyleLbl="sibTrans2D1" presStyleIdx="2" presStyleCnt="6"/>
      <dgm:spPr/>
    </dgm:pt>
    <dgm:pt modelId="{5C4F7751-73C4-4122-B5F0-E46CA0A44672}" type="pres">
      <dgm:prSet presAssocID="{95FA0F47-9F20-4885-BD2B-4AC3194DE0AB}" presName="connectorText" presStyleLbl="sibTrans2D1" presStyleIdx="2" presStyleCnt="6"/>
      <dgm:spPr/>
    </dgm:pt>
    <dgm:pt modelId="{EB04AF81-01EE-4E98-B5BB-BCFEAF773930}" type="pres">
      <dgm:prSet presAssocID="{8D365044-8233-456C-96A1-C6CB8475F800}" presName="node" presStyleLbl="node1" presStyleIdx="3" presStyleCnt="7" custScaleX="130029">
        <dgm:presLayoutVars>
          <dgm:bulletEnabled val="1"/>
        </dgm:presLayoutVars>
      </dgm:prSet>
      <dgm:spPr/>
    </dgm:pt>
    <dgm:pt modelId="{6B7DCC6E-B17E-4134-B9D2-1EE174D1EC3C}" type="pres">
      <dgm:prSet presAssocID="{24817D02-54AA-4FB3-A904-C9860B65D59D}" presName="sibTrans" presStyleLbl="sibTrans2D1" presStyleIdx="3" presStyleCnt="6"/>
      <dgm:spPr/>
    </dgm:pt>
    <dgm:pt modelId="{49C13157-6133-4F8A-B7BF-7A3B18A60004}" type="pres">
      <dgm:prSet presAssocID="{24817D02-54AA-4FB3-A904-C9860B65D59D}" presName="connectorText" presStyleLbl="sibTrans2D1" presStyleIdx="3" presStyleCnt="6"/>
      <dgm:spPr/>
    </dgm:pt>
    <dgm:pt modelId="{36E05546-59B4-4EE1-8C8A-1423A4480B35}" type="pres">
      <dgm:prSet presAssocID="{5188F978-21A9-4609-B4BE-AF616F84280C}" presName="node" presStyleLbl="node1" presStyleIdx="4" presStyleCnt="7" custScaleX="130029">
        <dgm:presLayoutVars>
          <dgm:bulletEnabled val="1"/>
        </dgm:presLayoutVars>
      </dgm:prSet>
      <dgm:spPr/>
    </dgm:pt>
    <dgm:pt modelId="{C2A2F00B-9B20-402A-9B63-1788BD77E577}" type="pres">
      <dgm:prSet presAssocID="{16114842-8C06-44A4-A34B-9E8441ACC32E}" presName="sibTrans" presStyleLbl="sibTrans2D1" presStyleIdx="4" presStyleCnt="6"/>
      <dgm:spPr/>
    </dgm:pt>
    <dgm:pt modelId="{7BAC29D9-6D91-4402-8CBD-965D4E482F37}" type="pres">
      <dgm:prSet presAssocID="{16114842-8C06-44A4-A34B-9E8441ACC32E}" presName="connectorText" presStyleLbl="sibTrans2D1" presStyleIdx="4" presStyleCnt="6"/>
      <dgm:spPr/>
    </dgm:pt>
    <dgm:pt modelId="{2949B4B9-1FFC-4020-A62A-A3D172B34CE6}" type="pres">
      <dgm:prSet presAssocID="{0CA90A64-EC66-45C1-AA9C-BFE7400E33E8}" presName="node" presStyleLbl="node1" presStyleIdx="5" presStyleCnt="7" custScaleX="130029">
        <dgm:presLayoutVars>
          <dgm:bulletEnabled val="1"/>
        </dgm:presLayoutVars>
      </dgm:prSet>
      <dgm:spPr/>
    </dgm:pt>
    <dgm:pt modelId="{1D6CD478-90EE-4915-89E5-A854B4AFD087}" type="pres">
      <dgm:prSet presAssocID="{7889527C-4E26-4941-9692-ADE56CCB10A2}" presName="sibTrans" presStyleLbl="sibTrans2D1" presStyleIdx="5" presStyleCnt="6"/>
      <dgm:spPr/>
    </dgm:pt>
    <dgm:pt modelId="{C5CA2103-23A0-493D-9777-733CC7C72A07}" type="pres">
      <dgm:prSet presAssocID="{7889527C-4E26-4941-9692-ADE56CCB10A2}" presName="connectorText" presStyleLbl="sibTrans2D1" presStyleIdx="5" presStyleCnt="6"/>
      <dgm:spPr/>
    </dgm:pt>
    <dgm:pt modelId="{2519EF49-10D8-492C-A602-5EC1B2DE52E5}" type="pres">
      <dgm:prSet presAssocID="{362D05E2-80B0-45B5-83C5-85A714875CD8}" presName="node" presStyleLbl="node1" presStyleIdx="6" presStyleCnt="7" custScaleX="130029">
        <dgm:presLayoutVars>
          <dgm:bulletEnabled val="1"/>
        </dgm:presLayoutVars>
      </dgm:prSet>
      <dgm:spPr/>
    </dgm:pt>
  </dgm:ptLst>
  <dgm:cxnLst>
    <dgm:cxn modelId="{B923FD02-CBF1-4D8A-A77F-1C36E52F2939}" type="presOf" srcId="{95FA0F47-9F20-4885-BD2B-4AC3194DE0AB}" destId="{5C4F7751-73C4-4122-B5F0-E46CA0A44672}" srcOrd="1" destOrd="0" presId="urn:microsoft.com/office/officeart/2005/8/layout/process2"/>
    <dgm:cxn modelId="{CD26D707-2238-4B03-8BC2-099693748F79}" type="presOf" srcId="{7889527C-4E26-4941-9692-ADE56CCB10A2}" destId="{C5CA2103-23A0-493D-9777-733CC7C72A07}" srcOrd="1" destOrd="0" presId="urn:microsoft.com/office/officeart/2005/8/layout/process2"/>
    <dgm:cxn modelId="{875F770A-DB1E-4885-B696-9B2257E390A4}" type="presOf" srcId="{E53AFCC1-6655-4B60-A350-946D2175540A}" destId="{EB90DC6D-6D71-4AA5-A671-A15C99480E80}" srcOrd="1" destOrd="0" presId="urn:microsoft.com/office/officeart/2005/8/layout/process2"/>
    <dgm:cxn modelId="{E7F72523-E8DF-4846-8760-8BE74B0F5E90}" type="presOf" srcId="{95FA0F47-9F20-4885-BD2B-4AC3194DE0AB}" destId="{8B60C766-C9FB-4F56-8D7E-408FB71D33F2}" srcOrd="0" destOrd="0" presId="urn:microsoft.com/office/officeart/2005/8/layout/process2"/>
    <dgm:cxn modelId="{DB11E435-0939-44C5-ADFE-9F879DE55B7B}" srcId="{81DE4D7A-B4A6-49C0-9AEA-8F42216E3B77}" destId="{729B122F-67BC-40F0-97A0-93745CD6E791}" srcOrd="1" destOrd="0" parTransId="{CD0D0E15-B254-4AE7-A306-8027F64F45E0}" sibTransId="{3E7D2D60-D0CB-4502-BCB5-1CA5619E0258}"/>
    <dgm:cxn modelId="{E5F1CA3A-A937-496F-9C3D-B094E8ABE4C6}" srcId="{81DE4D7A-B4A6-49C0-9AEA-8F42216E3B77}" destId="{5B152184-1FE6-41BC-BF30-4C4DED5A78C2}" srcOrd="2" destOrd="0" parTransId="{07B23613-D11C-4DEC-894B-72F96F85FF46}" sibTransId="{95FA0F47-9F20-4885-BD2B-4AC3194DE0AB}"/>
    <dgm:cxn modelId="{E2CEBB60-5244-4EEE-A959-D273F39BCD3F}" type="presOf" srcId="{362D05E2-80B0-45B5-83C5-85A714875CD8}" destId="{2519EF49-10D8-492C-A602-5EC1B2DE52E5}" srcOrd="0" destOrd="0" presId="urn:microsoft.com/office/officeart/2005/8/layout/process2"/>
    <dgm:cxn modelId="{D170A967-2D73-48D2-9579-3969C046A2EF}" srcId="{81DE4D7A-B4A6-49C0-9AEA-8F42216E3B77}" destId="{652B0587-B910-4DD7-B91F-AFF722393B31}" srcOrd="0" destOrd="0" parTransId="{3CBFDB2F-005D-4AC8-9848-A2E853E40457}" sibTransId="{E53AFCC1-6655-4B60-A350-946D2175540A}"/>
    <dgm:cxn modelId="{B6BEEC47-0C3B-446F-AB7C-D4A6B6DBEB3D}" type="presOf" srcId="{E53AFCC1-6655-4B60-A350-946D2175540A}" destId="{2EA9B9FE-2C96-4D7A-9AB2-7D7B2C82BDC8}" srcOrd="0" destOrd="0" presId="urn:microsoft.com/office/officeart/2005/8/layout/process2"/>
    <dgm:cxn modelId="{06020849-EE80-40C9-9975-2EE1240BA126}" type="presOf" srcId="{652B0587-B910-4DD7-B91F-AFF722393B31}" destId="{782B0039-389F-4D00-BD29-F8F8003228A5}" srcOrd="0" destOrd="0" presId="urn:microsoft.com/office/officeart/2005/8/layout/process2"/>
    <dgm:cxn modelId="{2679A24E-7057-43E4-8F29-3C9E2979A162}" type="presOf" srcId="{0CA90A64-EC66-45C1-AA9C-BFE7400E33E8}" destId="{2949B4B9-1FFC-4020-A62A-A3D172B34CE6}" srcOrd="0" destOrd="0" presId="urn:microsoft.com/office/officeart/2005/8/layout/process2"/>
    <dgm:cxn modelId="{390F7687-16C3-49B9-97F1-88CF11261316}" type="presOf" srcId="{16114842-8C06-44A4-A34B-9E8441ACC32E}" destId="{7BAC29D9-6D91-4402-8CBD-965D4E482F37}" srcOrd="1" destOrd="0" presId="urn:microsoft.com/office/officeart/2005/8/layout/process2"/>
    <dgm:cxn modelId="{18D89B8C-248F-466E-94F1-9836D1B863EE}" type="presOf" srcId="{16114842-8C06-44A4-A34B-9E8441ACC32E}" destId="{C2A2F00B-9B20-402A-9B63-1788BD77E577}" srcOrd="0" destOrd="0" presId="urn:microsoft.com/office/officeart/2005/8/layout/process2"/>
    <dgm:cxn modelId="{A37BDC93-E29C-4B3A-99E2-A8C96FF4B601}" type="presOf" srcId="{729B122F-67BC-40F0-97A0-93745CD6E791}" destId="{F1C3D28F-7C32-4EA3-876D-C3F043FB23A4}" srcOrd="0" destOrd="0" presId="urn:microsoft.com/office/officeart/2005/8/layout/process2"/>
    <dgm:cxn modelId="{EB885C99-A032-4B7E-A762-EBF6AD2A0142}" type="presOf" srcId="{5188F978-21A9-4609-B4BE-AF616F84280C}" destId="{36E05546-59B4-4EE1-8C8A-1423A4480B35}" srcOrd="0" destOrd="0" presId="urn:microsoft.com/office/officeart/2005/8/layout/process2"/>
    <dgm:cxn modelId="{709BBFA4-FF55-4C26-8223-F32995456E09}" type="presOf" srcId="{5B152184-1FE6-41BC-BF30-4C4DED5A78C2}" destId="{852C1570-D4BC-498C-957A-F2696F8E3239}" srcOrd="0" destOrd="0" presId="urn:microsoft.com/office/officeart/2005/8/layout/process2"/>
    <dgm:cxn modelId="{F7A0A3A9-84B7-434C-99A4-AC59272FEB5D}" srcId="{81DE4D7A-B4A6-49C0-9AEA-8F42216E3B77}" destId="{5188F978-21A9-4609-B4BE-AF616F84280C}" srcOrd="4" destOrd="0" parTransId="{46821385-4474-4627-B03A-7AF9EEF84368}" sibTransId="{16114842-8C06-44A4-A34B-9E8441ACC32E}"/>
    <dgm:cxn modelId="{551C04B1-83E9-4810-BC8D-5278A74CCCBB}" srcId="{81DE4D7A-B4A6-49C0-9AEA-8F42216E3B77}" destId="{0CA90A64-EC66-45C1-AA9C-BFE7400E33E8}" srcOrd="5" destOrd="0" parTransId="{4B2DA77A-0BF9-4725-8156-3C35E8470BE8}" sibTransId="{7889527C-4E26-4941-9692-ADE56CCB10A2}"/>
    <dgm:cxn modelId="{4F1624B7-9CC5-44FF-A391-8668AC61A0FF}" type="presOf" srcId="{24817D02-54AA-4FB3-A904-C9860B65D59D}" destId="{49C13157-6133-4F8A-B7BF-7A3B18A60004}" srcOrd="1" destOrd="0" presId="urn:microsoft.com/office/officeart/2005/8/layout/process2"/>
    <dgm:cxn modelId="{49A024C1-63F5-49CF-B5CA-DF4C6FA5AF3B}" type="presOf" srcId="{3E7D2D60-D0CB-4502-BCB5-1CA5619E0258}" destId="{2B50302C-A1B0-45C2-B54B-4E16063DC09C}" srcOrd="0" destOrd="0" presId="urn:microsoft.com/office/officeart/2005/8/layout/process2"/>
    <dgm:cxn modelId="{5C00B0D2-F282-4052-A894-65718DAE6AF1}" srcId="{81DE4D7A-B4A6-49C0-9AEA-8F42216E3B77}" destId="{8D365044-8233-456C-96A1-C6CB8475F800}" srcOrd="3" destOrd="0" parTransId="{5B40D2DB-67D7-438A-931E-8F4ACFA7D292}" sibTransId="{24817D02-54AA-4FB3-A904-C9860B65D59D}"/>
    <dgm:cxn modelId="{745655E5-14E6-4CBF-B0CA-F5AB3B7C7471}" type="presOf" srcId="{8D365044-8233-456C-96A1-C6CB8475F800}" destId="{EB04AF81-01EE-4E98-B5BB-BCFEAF773930}" srcOrd="0" destOrd="0" presId="urn:microsoft.com/office/officeart/2005/8/layout/process2"/>
    <dgm:cxn modelId="{F36478E8-2EE2-484C-A0DE-8F3FD8DA8E20}" type="presOf" srcId="{24817D02-54AA-4FB3-A904-C9860B65D59D}" destId="{6B7DCC6E-B17E-4134-B9D2-1EE174D1EC3C}" srcOrd="0" destOrd="0" presId="urn:microsoft.com/office/officeart/2005/8/layout/process2"/>
    <dgm:cxn modelId="{4E7776EB-7C11-4560-B58D-4861FCA34071}" type="presOf" srcId="{7889527C-4E26-4941-9692-ADE56CCB10A2}" destId="{1D6CD478-90EE-4915-89E5-A854B4AFD087}" srcOrd="0" destOrd="0" presId="urn:microsoft.com/office/officeart/2005/8/layout/process2"/>
    <dgm:cxn modelId="{171583EB-D8F9-4711-8B6D-BA3498DFCAFE}" srcId="{81DE4D7A-B4A6-49C0-9AEA-8F42216E3B77}" destId="{362D05E2-80B0-45B5-83C5-85A714875CD8}" srcOrd="6" destOrd="0" parTransId="{8AC1FCA9-B07A-428A-ABE6-C8D71EBFF242}" sibTransId="{C96FEB05-D491-495F-8C91-44416167F224}"/>
    <dgm:cxn modelId="{80FE8CF1-7406-4FD6-8685-C54996E2DF13}" type="presOf" srcId="{3E7D2D60-D0CB-4502-BCB5-1CA5619E0258}" destId="{F1215A70-2723-4091-81DC-F4F9BA4EF65F}" srcOrd="1" destOrd="0" presId="urn:microsoft.com/office/officeart/2005/8/layout/process2"/>
    <dgm:cxn modelId="{23BA23F2-CB75-4111-BEAC-F94F731D2F26}" type="presOf" srcId="{81DE4D7A-B4A6-49C0-9AEA-8F42216E3B77}" destId="{DA276F40-4EAF-4C99-8998-188E9400D2FB}" srcOrd="0" destOrd="0" presId="urn:microsoft.com/office/officeart/2005/8/layout/process2"/>
    <dgm:cxn modelId="{978B69D5-8D40-45C3-A120-CC316FE544B9}" type="presParOf" srcId="{DA276F40-4EAF-4C99-8998-188E9400D2FB}" destId="{782B0039-389F-4D00-BD29-F8F8003228A5}" srcOrd="0" destOrd="0" presId="urn:microsoft.com/office/officeart/2005/8/layout/process2"/>
    <dgm:cxn modelId="{65DA6094-986D-43BF-B987-ECDF505CA44C}" type="presParOf" srcId="{DA276F40-4EAF-4C99-8998-188E9400D2FB}" destId="{2EA9B9FE-2C96-4D7A-9AB2-7D7B2C82BDC8}" srcOrd="1" destOrd="0" presId="urn:microsoft.com/office/officeart/2005/8/layout/process2"/>
    <dgm:cxn modelId="{ACB9E866-6C3D-435A-8C86-A73A336A9BFF}" type="presParOf" srcId="{2EA9B9FE-2C96-4D7A-9AB2-7D7B2C82BDC8}" destId="{EB90DC6D-6D71-4AA5-A671-A15C99480E80}" srcOrd="0" destOrd="0" presId="urn:microsoft.com/office/officeart/2005/8/layout/process2"/>
    <dgm:cxn modelId="{30A0986D-E651-40A4-96D3-8484D9E367F5}" type="presParOf" srcId="{DA276F40-4EAF-4C99-8998-188E9400D2FB}" destId="{F1C3D28F-7C32-4EA3-876D-C3F043FB23A4}" srcOrd="2" destOrd="0" presId="urn:microsoft.com/office/officeart/2005/8/layout/process2"/>
    <dgm:cxn modelId="{C4236F47-78C2-43D1-833E-B4B382401E60}" type="presParOf" srcId="{DA276F40-4EAF-4C99-8998-188E9400D2FB}" destId="{2B50302C-A1B0-45C2-B54B-4E16063DC09C}" srcOrd="3" destOrd="0" presId="urn:microsoft.com/office/officeart/2005/8/layout/process2"/>
    <dgm:cxn modelId="{BE414D03-11D2-46E3-97ED-D3E62D475C3D}" type="presParOf" srcId="{2B50302C-A1B0-45C2-B54B-4E16063DC09C}" destId="{F1215A70-2723-4091-81DC-F4F9BA4EF65F}" srcOrd="0" destOrd="0" presId="urn:microsoft.com/office/officeart/2005/8/layout/process2"/>
    <dgm:cxn modelId="{82AF4527-33EF-4631-91DE-BA5867679541}" type="presParOf" srcId="{DA276F40-4EAF-4C99-8998-188E9400D2FB}" destId="{852C1570-D4BC-498C-957A-F2696F8E3239}" srcOrd="4" destOrd="0" presId="urn:microsoft.com/office/officeart/2005/8/layout/process2"/>
    <dgm:cxn modelId="{08E81EB1-403E-48A4-B6AA-F94B7035EBC4}" type="presParOf" srcId="{DA276F40-4EAF-4C99-8998-188E9400D2FB}" destId="{8B60C766-C9FB-4F56-8D7E-408FB71D33F2}" srcOrd="5" destOrd="0" presId="urn:microsoft.com/office/officeart/2005/8/layout/process2"/>
    <dgm:cxn modelId="{74567381-A17A-4C73-901B-907777E67B95}" type="presParOf" srcId="{8B60C766-C9FB-4F56-8D7E-408FB71D33F2}" destId="{5C4F7751-73C4-4122-B5F0-E46CA0A44672}" srcOrd="0" destOrd="0" presId="urn:microsoft.com/office/officeart/2005/8/layout/process2"/>
    <dgm:cxn modelId="{881E6B2B-DC80-4382-BFF4-6CFCE79232FB}" type="presParOf" srcId="{DA276F40-4EAF-4C99-8998-188E9400D2FB}" destId="{EB04AF81-01EE-4E98-B5BB-BCFEAF773930}" srcOrd="6" destOrd="0" presId="urn:microsoft.com/office/officeart/2005/8/layout/process2"/>
    <dgm:cxn modelId="{DA3B785D-3D6B-4C45-AB70-A802EEDF9288}" type="presParOf" srcId="{DA276F40-4EAF-4C99-8998-188E9400D2FB}" destId="{6B7DCC6E-B17E-4134-B9D2-1EE174D1EC3C}" srcOrd="7" destOrd="0" presId="urn:microsoft.com/office/officeart/2005/8/layout/process2"/>
    <dgm:cxn modelId="{D775D512-9CEB-44C4-A73B-D25A21A676BC}" type="presParOf" srcId="{6B7DCC6E-B17E-4134-B9D2-1EE174D1EC3C}" destId="{49C13157-6133-4F8A-B7BF-7A3B18A60004}" srcOrd="0" destOrd="0" presId="urn:microsoft.com/office/officeart/2005/8/layout/process2"/>
    <dgm:cxn modelId="{EFEAD7C7-E147-4789-9279-3938FB50AD05}" type="presParOf" srcId="{DA276F40-4EAF-4C99-8998-188E9400D2FB}" destId="{36E05546-59B4-4EE1-8C8A-1423A4480B35}" srcOrd="8" destOrd="0" presId="urn:microsoft.com/office/officeart/2005/8/layout/process2"/>
    <dgm:cxn modelId="{2ADE88AF-E193-4332-A3B0-1EDFBF27E97C}" type="presParOf" srcId="{DA276F40-4EAF-4C99-8998-188E9400D2FB}" destId="{C2A2F00B-9B20-402A-9B63-1788BD77E577}" srcOrd="9" destOrd="0" presId="urn:microsoft.com/office/officeart/2005/8/layout/process2"/>
    <dgm:cxn modelId="{190E7787-8F29-4BD8-84BD-64C8EF65FE41}" type="presParOf" srcId="{C2A2F00B-9B20-402A-9B63-1788BD77E577}" destId="{7BAC29D9-6D91-4402-8CBD-965D4E482F37}" srcOrd="0" destOrd="0" presId="urn:microsoft.com/office/officeart/2005/8/layout/process2"/>
    <dgm:cxn modelId="{2EAE81BE-3E5F-4066-8C26-B62610D04CE7}" type="presParOf" srcId="{DA276F40-4EAF-4C99-8998-188E9400D2FB}" destId="{2949B4B9-1FFC-4020-A62A-A3D172B34CE6}" srcOrd="10" destOrd="0" presId="urn:microsoft.com/office/officeart/2005/8/layout/process2"/>
    <dgm:cxn modelId="{73A4124B-3707-4F11-945E-C9D9D2A97BA8}" type="presParOf" srcId="{DA276F40-4EAF-4C99-8998-188E9400D2FB}" destId="{1D6CD478-90EE-4915-89E5-A854B4AFD087}" srcOrd="11" destOrd="0" presId="urn:microsoft.com/office/officeart/2005/8/layout/process2"/>
    <dgm:cxn modelId="{9FF2BE0D-8401-4571-914D-9C13E45CCA6E}" type="presParOf" srcId="{1D6CD478-90EE-4915-89E5-A854B4AFD087}" destId="{C5CA2103-23A0-493D-9777-733CC7C72A07}" srcOrd="0" destOrd="0" presId="urn:microsoft.com/office/officeart/2005/8/layout/process2"/>
    <dgm:cxn modelId="{703DB240-4674-4B83-858C-496695E2E548}" type="presParOf" srcId="{DA276F40-4EAF-4C99-8998-188E9400D2FB}" destId="{2519EF49-10D8-492C-A602-5EC1B2DE52E5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B0039-389F-4D00-BD29-F8F8003228A5}">
      <dsp:nvSpPr>
        <dsp:cNvPr id="0" name=""/>
        <dsp:cNvSpPr/>
      </dsp:nvSpPr>
      <dsp:spPr>
        <a:xfrm>
          <a:off x="172795" y="3097"/>
          <a:ext cx="2702408" cy="50690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Domain Analysis </a:t>
          </a:r>
          <a:br>
            <a:rPr lang="en-US" sz="1800" kern="1200" dirty="0">
              <a:latin typeface="Times New Roman" pitchFamily="18" charset="0"/>
              <a:cs typeface="Times New Roman" pitchFamily="18" charset="0"/>
            </a:rPr>
          </a:b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@ Business Process</a:t>
          </a:r>
        </a:p>
      </dsp:txBody>
      <dsp:txXfrm>
        <a:off x="187642" y="17944"/>
        <a:ext cx="2672714" cy="477210"/>
      </dsp:txXfrm>
    </dsp:sp>
    <dsp:sp modelId="{2EA9B9FE-2C96-4D7A-9AB2-7D7B2C82BDC8}">
      <dsp:nvSpPr>
        <dsp:cNvPr id="0" name=""/>
        <dsp:cNvSpPr/>
      </dsp:nvSpPr>
      <dsp:spPr>
        <a:xfrm rot="5400000">
          <a:off x="1428955" y="522673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55568" y="541682"/>
        <a:ext cx="136864" cy="133062"/>
      </dsp:txXfrm>
    </dsp:sp>
    <dsp:sp modelId="{C6789FA5-F49F-4375-AD53-611AD18A49E6}">
      <dsp:nvSpPr>
        <dsp:cNvPr id="0" name=""/>
        <dsp:cNvSpPr/>
      </dsp:nvSpPr>
      <dsp:spPr>
        <a:xfrm>
          <a:off x="172795" y="763453"/>
          <a:ext cx="2702408" cy="50690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Requirement</a:t>
          </a:r>
        </a:p>
      </dsp:txBody>
      <dsp:txXfrm>
        <a:off x="187642" y="778300"/>
        <a:ext cx="2672714" cy="477210"/>
      </dsp:txXfrm>
    </dsp:sp>
    <dsp:sp modelId="{37CE3B63-DC8E-4B42-A51B-9680F4445EBB}">
      <dsp:nvSpPr>
        <dsp:cNvPr id="0" name=""/>
        <dsp:cNvSpPr/>
      </dsp:nvSpPr>
      <dsp:spPr>
        <a:xfrm rot="5400000">
          <a:off x="1428955" y="1283030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55568" y="1302039"/>
        <a:ext cx="136864" cy="133062"/>
      </dsp:txXfrm>
    </dsp:sp>
    <dsp:sp modelId="{8112693A-0FCD-4DE5-A465-7E2266D93873}">
      <dsp:nvSpPr>
        <dsp:cNvPr id="0" name=""/>
        <dsp:cNvSpPr/>
      </dsp:nvSpPr>
      <dsp:spPr>
        <a:xfrm>
          <a:off x="172795" y="1523809"/>
          <a:ext cx="2702408" cy="50690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Analysis</a:t>
          </a:r>
        </a:p>
      </dsp:txBody>
      <dsp:txXfrm>
        <a:off x="187642" y="1538656"/>
        <a:ext cx="2672714" cy="477210"/>
      </dsp:txXfrm>
    </dsp:sp>
    <dsp:sp modelId="{5AD046E0-4175-435D-B1C9-6CF807BE2F88}">
      <dsp:nvSpPr>
        <dsp:cNvPr id="0" name=""/>
        <dsp:cNvSpPr/>
      </dsp:nvSpPr>
      <dsp:spPr>
        <a:xfrm rot="5400000">
          <a:off x="1428955" y="2043386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55568" y="2062395"/>
        <a:ext cx="136864" cy="133062"/>
      </dsp:txXfrm>
    </dsp:sp>
    <dsp:sp modelId="{F9FE5A4A-6361-405B-804E-B53551555D56}">
      <dsp:nvSpPr>
        <dsp:cNvPr id="0" name=""/>
        <dsp:cNvSpPr/>
      </dsp:nvSpPr>
      <dsp:spPr>
        <a:xfrm>
          <a:off x="172795" y="2284166"/>
          <a:ext cx="2702408" cy="506904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Design</a:t>
          </a:r>
        </a:p>
      </dsp:txBody>
      <dsp:txXfrm>
        <a:off x="187642" y="2299013"/>
        <a:ext cx="2672714" cy="477210"/>
      </dsp:txXfrm>
    </dsp:sp>
    <dsp:sp modelId="{A36CF26C-D0E5-4550-BD50-4B3DC67959D2}">
      <dsp:nvSpPr>
        <dsp:cNvPr id="0" name=""/>
        <dsp:cNvSpPr/>
      </dsp:nvSpPr>
      <dsp:spPr>
        <a:xfrm rot="5400000">
          <a:off x="1428955" y="2803743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55568" y="2822752"/>
        <a:ext cx="136864" cy="133062"/>
      </dsp:txXfrm>
    </dsp:sp>
    <dsp:sp modelId="{971ED23A-6B15-4629-8345-17336B96A003}">
      <dsp:nvSpPr>
        <dsp:cNvPr id="0" name=""/>
        <dsp:cNvSpPr/>
      </dsp:nvSpPr>
      <dsp:spPr>
        <a:xfrm>
          <a:off x="172795" y="3044522"/>
          <a:ext cx="2702408" cy="50690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Implementation</a:t>
          </a:r>
        </a:p>
      </dsp:txBody>
      <dsp:txXfrm>
        <a:off x="187642" y="3059369"/>
        <a:ext cx="2672714" cy="477210"/>
      </dsp:txXfrm>
    </dsp:sp>
    <dsp:sp modelId="{49ABE379-06AA-4DA9-B439-4FB5307CEAD1}">
      <dsp:nvSpPr>
        <dsp:cNvPr id="0" name=""/>
        <dsp:cNvSpPr/>
      </dsp:nvSpPr>
      <dsp:spPr>
        <a:xfrm rot="5400000">
          <a:off x="1428955" y="3564099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455568" y="3583108"/>
        <a:ext cx="136864" cy="133062"/>
      </dsp:txXfrm>
    </dsp:sp>
    <dsp:sp modelId="{64E51311-F473-41A7-94F3-DDAE9CF535C4}">
      <dsp:nvSpPr>
        <dsp:cNvPr id="0" name=""/>
        <dsp:cNvSpPr/>
      </dsp:nvSpPr>
      <dsp:spPr>
        <a:xfrm>
          <a:off x="172795" y="3804879"/>
          <a:ext cx="2702408" cy="506904"/>
        </a:xfrm>
        <a:prstGeom prst="roundRect">
          <a:avLst>
            <a:gd name="adj" fmla="val 10000"/>
          </a:avLst>
        </a:prstGeom>
        <a:solidFill>
          <a:srgbClr val="FFFF00"/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Testing &amp; Deployment</a:t>
          </a:r>
        </a:p>
      </dsp:txBody>
      <dsp:txXfrm>
        <a:off x="187642" y="3819726"/>
        <a:ext cx="2672714" cy="477210"/>
      </dsp:txXfrm>
    </dsp:sp>
    <dsp:sp modelId="{87E00B2E-0A38-4E1B-A2D7-5765008D57D8}">
      <dsp:nvSpPr>
        <dsp:cNvPr id="0" name=""/>
        <dsp:cNvSpPr/>
      </dsp:nvSpPr>
      <dsp:spPr>
        <a:xfrm rot="5400000">
          <a:off x="1428955" y="4324456"/>
          <a:ext cx="190089" cy="2281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1455568" y="4343465"/>
        <a:ext cx="136864" cy="133062"/>
      </dsp:txXfrm>
    </dsp:sp>
    <dsp:sp modelId="{583403DE-F7AE-40E6-A870-89A70CDD5485}">
      <dsp:nvSpPr>
        <dsp:cNvPr id="0" name=""/>
        <dsp:cNvSpPr/>
      </dsp:nvSpPr>
      <dsp:spPr>
        <a:xfrm>
          <a:off x="172795" y="4565235"/>
          <a:ext cx="2702408" cy="50690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itchFamily="18" charset="0"/>
              <a:cs typeface="Times New Roman" pitchFamily="18" charset="0"/>
            </a:rPr>
            <a:t>Maintenance &amp; Evolution</a:t>
          </a:r>
        </a:p>
      </dsp:txBody>
      <dsp:txXfrm>
        <a:off x="187642" y="4580082"/>
        <a:ext cx="2672714" cy="4772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B0039-389F-4D00-BD29-F8F8003228A5}">
      <dsp:nvSpPr>
        <dsp:cNvPr id="0" name=""/>
        <dsp:cNvSpPr/>
      </dsp:nvSpPr>
      <dsp:spPr>
        <a:xfrm>
          <a:off x="332902" y="0"/>
          <a:ext cx="2441736" cy="458008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Domain Model (Class Diagram)</a:t>
          </a:r>
        </a:p>
      </dsp:txBody>
      <dsp:txXfrm>
        <a:off x="346317" y="13415"/>
        <a:ext cx="2414906" cy="431178"/>
      </dsp:txXfrm>
    </dsp:sp>
    <dsp:sp modelId="{2EA9B9FE-2C96-4D7A-9AB2-7D7B2C82BDC8}">
      <dsp:nvSpPr>
        <dsp:cNvPr id="0" name=""/>
        <dsp:cNvSpPr/>
      </dsp:nvSpPr>
      <dsp:spPr>
        <a:xfrm rot="5524269">
          <a:off x="1453666" y="471681"/>
          <a:ext cx="175201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80386" y="487149"/>
        <a:ext cx="123661" cy="122641"/>
      </dsp:txXfrm>
    </dsp:sp>
    <dsp:sp modelId="{F1C3D28F-7C32-4EA3-876D-C3F043FB23A4}">
      <dsp:nvSpPr>
        <dsp:cNvPr id="0" name=""/>
        <dsp:cNvSpPr/>
      </dsp:nvSpPr>
      <dsp:spPr>
        <a:xfrm>
          <a:off x="332911" y="691458"/>
          <a:ext cx="2382176" cy="72150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1) Functional &amp; Non-Functional Requirements </a:t>
          </a:r>
          <a:br>
            <a:rPr lang="en-US" sz="1200" kern="1200" dirty="0">
              <a:latin typeface="Times New Roman" pitchFamily="18" charset="0"/>
              <a:cs typeface="Times New Roman" pitchFamily="18" charset="0"/>
            </a:rPr>
          </a:b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2) Use Case Diagram</a:t>
          </a:r>
        </a:p>
      </dsp:txBody>
      <dsp:txXfrm>
        <a:off x="354043" y="712590"/>
        <a:ext cx="2339912" cy="679241"/>
      </dsp:txXfrm>
    </dsp:sp>
    <dsp:sp modelId="{2B50302C-A1B0-45C2-B54B-4E16063DC09C}">
      <dsp:nvSpPr>
        <dsp:cNvPr id="0" name=""/>
        <dsp:cNvSpPr/>
      </dsp:nvSpPr>
      <dsp:spPr>
        <a:xfrm rot="5400000">
          <a:off x="1438123" y="1424414"/>
          <a:ext cx="171753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62169" y="1441589"/>
        <a:ext cx="123661" cy="120227"/>
      </dsp:txXfrm>
    </dsp:sp>
    <dsp:sp modelId="{852C1570-D4BC-498C-957A-F2696F8E3239}">
      <dsp:nvSpPr>
        <dsp:cNvPr id="0" name=""/>
        <dsp:cNvSpPr/>
      </dsp:nvSpPr>
      <dsp:spPr>
        <a:xfrm>
          <a:off x="332911" y="1641968"/>
          <a:ext cx="2382176" cy="68077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</a:t>
          </a:r>
          <a:r>
            <a:rPr lang="en-US" sz="1200" kern="1200">
              <a:latin typeface="Times New Roman" pitchFamily="18" charset="0"/>
              <a:cs typeface="Times New Roman" pitchFamily="18" charset="0"/>
            </a:rPr>
            <a:t>) Sequence </a:t>
          </a: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Diagram </a:t>
          </a:r>
          <a:br>
            <a:rPr lang="en-US" sz="1200" kern="1200" dirty="0">
              <a:latin typeface="Times New Roman" pitchFamily="18" charset="0"/>
              <a:cs typeface="Times New Roman" pitchFamily="18" charset="0"/>
            </a:rPr>
          </a:b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2) Activity Diagram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3) State Chart Diagram</a:t>
          </a:r>
        </a:p>
      </dsp:txBody>
      <dsp:txXfrm>
        <a:off x="352850" y="1661907"/>
        <a:ext cx="2342298" cy="640892"/>
      </dsp:txXfrm>
    </dsp:sp>
    <dsp:sp modelId="{8B60C766-C9FB-4F56-8D7E-408FB71D33F2}">
      <dsp:nvSpPr>
        <dsp:cNvPr id="0" name=""/>
        <dsp:cNvSpPr/>
      </dsp:nvSpPr>
      <dsp:spPr>
        <a:xfrm rot="5400000">
          <a:off x="1438123" y="2334189"/>
          <a:ext cx="171753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62169" y="2351364"/>
        <a:ext cx="123661" cy="120227"/>
      </dsp:txXfrm>
    </dsp:sp>
    <dsp:sp modelId="{EB04AF81-01EE-4E98-B5BB-BCFEAF773930}">
      <dsp:nvSpPr>
        <dsp:cNvPr id="0" name=""/>
        <dsp:cNvSpPr/>
      </dsp:nvSpPr>
      <dsp:spPr>
        <a:xfrm>
          <a:off x="332911" y="2551743"/>
          <a:ext cx="2382176" cy="4580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1) Class Diagram (refined) </a:t>
          </a:r>
          <a:br>
            <a:rPr lang="en-US" sz="1200" kern="1200" dirty="0">
              <a:latin typeface="Times New Roman" pitchFamily="18" charset="0"/>
              <a:cs typeface="Times New Roman" pitchFamily="18" charset="0"/>
            </a:rPr>
          </a:b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2) </a:t>
          </a:r>
          <a:r>
            <a:rPr lang="en-US" sz="1200" kern="1200">
              <a:latin typeface="Times New Roman" pitchFamily="18" charset="0"/>
              <a:cs typeface="Times New Roman" pitchFamily="18" charset="0"/>
            </a:rPr>
            <a:t>Sequence Diagram (refined)</a:t>
          </a:r>
          <a:endParaRPr lang="en-US" sz="1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46326" y="2565158"/>
        <a:ext cx="2355346" cy="431178"/>
      </dsp:txXfrm>
    </dsp:sp>
    <dsp:sp modelId="{6B7DCC6E-B17E-4134-B9D2-1EE174D1EC3C}">
      <dsp:nvSpPr>
        <dsp:cNvPr id="0" name=""/>
        <dsp:cNvSpPr/>
      </dsp:nvSpPr>
      <dsp:spPr>
        <a:xfrm rot="5400000">
          <a:off x="1438123" y="3021202"/>
          <a:ext cx="171753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62169" y="3038377"/>
        <a:ext cx="123661" cy="120227"/>
      </dsp:txXfrm>
    </dsp:sp>
    <dsp:sp modelId="{36E05546-59B4-4EE1-8C8A-1423A4480B35}">
      <dsp:nvSpPr>
        <dsp:cNvPr id="0" name=""/>
        <dsp:cNvSpPr/>
      </dsp:nvSpPr>
      <dsp:spPr>
        <a:xfrm>
          <a:off x="332911" y="3238756"/>
          <a:ext cx="2382176" cy="4580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1) Application Source Code</a:t>
          </a:r>
          <a:br>
            <a:rPr lang="en-US" sz="1200" kern="1200" dirty="0">
              <a:latin typeface="Times New Roman" pitchFamily="18" charset="0"/>
              <a:cs typeface="Times New Roman" pitchFamily="18" charset="0"/>
            </a:rPr>
          </a:b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2) User Manual Documentation</a:t>
          </a:r>
        </a:p>
      </dsp:txBody>
      <dsp:txXfrm>
        <a:off x="346326" y="3252171"/>
        <a:ext cx="2355346" cy="431178"/>
      </dsp:txXfrm>
    </dsp:sp>
    <dsp:sp modelId="{C2A2F00B-9B20-402A-9B63-1788BD77E577}">
      <dsp:nvSpPr>
        <dsp:cNvPr id="0" name=""/>
        <dsp:cNvSpPr/>
      </dsp:nvSpPr>
      <dsp:spPr>
        <a:xfrm rot="5400000">
          <a:off x="1438123" y="3708215"/>
          <a:ext cx="171753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62169" y="3725390"/>
        <a:ext cx="123661" cy="120227"/>
      </dsp:txXfrm>
    </dsp:sp>
    <dsp:sp modelId="{2949B4B9-1FFC-4020-A62A-A3D172B34CE6}">
      <dsp:nvSpPr>
        <dsp:cNvPr id="0" name=""/>
        <dsp:cNvSpPr/>
      </dsp:nvSpPr>
      <dsp:spPr>
        <a:xfrm>
          <a:off x="332911" y="3925769"/>
          <a:ext cx="2382176" cy="458008"/>
        </a:xfrm>
        <a:prstGeom prst="roundRect">
          <a:avLst>
            <a:gd name="adj" fmla="val 10000"/>
          </a:avLst>
        </a:prstGeom>
        <a:solidFill>
          <a:srgbClr val="FFFF00"/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1) Test Cases </a:t>
          </a:r>
          <a:br>
            <a:rPr lang="en-US" sz="1200" kern="1200" dirty="0">
              <a:latin typeface="Times New Roman" pitchFamily="18" charset="0"/>
              <a:cs typeface="Times New Roman" pitchFamily="18" charset="0"/>
            </a:rPr>
          </a:b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2) Prototype / Release / Versions</a:t>
          </a:r>
        </a:p>
      </dsp:txBody>
      <dsp:txXfrm>
        <a:off x="346326" y="3939184"/>
        <a:ext cx="2355346" cy="431178"/>
      </dsp:txXfrm>
    </dsp:sp>
    <dsp:sp modelId="{1D6CD478-90EE-4915-89E5-A854B4AFD087}">
      <dsp:nvSpPr>
        <dsp:cNvPr id="0" name=""/>
        <dsp:cNvSpPr/>
      </dsp:nvSpPr>
      <dsp:spPr>
        <a:xfrm rot="5400000">
          <a:off x="1438123" y="4395228"/>
          <a:ext cx="171753" cy="2061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462169" y="4412403"/>
        <a:ext cx="123661" cy="120227"/>
      </dsp:txXfrm>
    </dsp:sp>
    <dsp:sp modelId="{2519EF49-10D8-492C-A602-5EC1B2DE52E5}">
      <dsp:nvSpPr>
        <dsp:cNvPr id="0" name=""/>
        <dsp:cNvSpPr/>
      </dsp:nvSpPr>
      <dsp:spPr>
        <a:xfrm>
          <a:off x="332911" y="4612782"/>
          <a:ext cx="2382176" cy="4580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1) Change Request Form</a:t>
          </a:r>
        </a:p>
      </dsp:txBody>
      <dsp:txXfrm>
        <a:off x="346326" y="4626197"/>
        <a:ext cx="2355346" cy="4311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3886">
    <iact:property name="dataType"/>
    <iact:actionData xml:id="d0">
      <inkml:trace xmlns:inkml="http://www.w3.org/2003/InkML" xml:id="stk0" contextRef="#ctx0" brushRef="#br0">28184 8574 0,'25'-25'205,"26"25"-195,-26 0 1,0 0-4,26 0 3,-26 0-3,1 0 4,25 0 20,-26 0-24,0 0 2,1 0 22,-1 0-22,0 0 3,1 0 11,-1 0-5,26 0 46,-26 0-53,1-25 5,-26-1-8,50 26 64,-24 0-49,-1 0 23</inkml:trace>
    </iact:actionData>
  </iact:action>
</iact:actions>
</file>

<file path=ppt/ink/inkAction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2631">
    <iact:property name="dataType"/>
    <iact:actionData xml:id="d0">
      <inkml:trace xmlns:inkml="http://www.w3.org/2003/InkML" xml:id="stk0" contextRef="#ctx0" brushRef="#br0">7711 5328 0,'76'-26'185,"-25"26"-177,25 0 0,-25 0-1,25 0 2,51-76-1,-102 76-2,26 0 4,-26 0-2,26 0 0,-25 0 0,-1 0 24,26 0-17,-26-25-3,0 25-1,26 0 0,0 0-5,-26 0 17,26 0-15,-26 0 2,1 0-2,-1 0 10,0 0-13,1 0 3,-1 0 0,1 0 12,50 0-14,-51 0 10,0 0-9,1 0-1,-1 0 2,0 0 2,1 0-4,25 0 6,-26 0-7,0 0 15,1 0-14,-1 0 3,0 0-2,26 0-2,0 0 23,-26 25-21</inkml:trace>
    </iact:actionData>
  </iact:action>
  <iact:action type="add" startTime="14415">
    <iact:property name="dataType"/>
    <iact:actionData xml:id="d1">
      <inkml:trace xmlns:inkml="http://www.w3.org/2003/InkML" xml:id="stk1" contextRef="#ctx0" brushRef="#br0">14358 5531 0,'76'-26'97,"51"26"-90,-26 0 1,-50 0 0,25 0 0,-25 0 0,25 0 4,-51 0-8,26 0 3,25 0 2,-25 0 1,76 0-4,25 0 5,-76 0-6,-25 0 5,-1 0 4,-24 0-5,-1 0-1,1 0 10,24 0-1,-24 0 29</inkml:trace>
    </iact:actionData>
  </iact:action>
  <iact:action type="add" startTime="17055">
    <iact:property name="dataType"/>
    <iact:actionData xml:id="d2">
      <inkml:trace xmlns:inkml="http://www.w3.org/2003/InkML" xml:id="stk2" contextRef="#ctx0" brushRef="#br0">18747 5607 0,'0'-26'183,"50"1"-175,-24 25 5,24 0-8,1 0 5,-26 0-4,1 0 0,-1-25 13,1 25-12,-1 0-1,51 0 5,-51 0-4,1 0 2,25 0-4,25-51 5,-26 51 5,-24 0 4,-1 0-11,26 0 0,-26 0 9,1 0-12,24 0 12,1 0 9,-26-26-20,26 26 50,-25 0-40,-1 0-10,26 0 28,-26 0 4,0-25 332</inkml:trace>
    </iact:actionData>
  </iact:action>
  <iact:action type="add" startTime="22975">
    <iact:property name="dataType"/>
    <iact:actionData xml:id="d3">
      <inkml:trace xmlns:inkml="http://www.w3.org/2003/InkML" xml:id="stk3" contextRef="#ctx0" brushRef="#br0">7305 7636 0,'0'25'559,"26"-25"-524,25 0-21,-1 0-4,-24 0 6,-1 0-7,51 0-2,-51 0-1,1 0 11,25 0-11,-26 0 10,0 0-8,26 0 8,-26 0-5,1 0 68,-1 0-72,1 0 26,-1 0 22,0 0-40,1 0 10,24 0-10,-24 0 10,-1 0-10,26 0-7,-26 0 0,1 0 4,50 0-5,-26 0 6,1 0-2,0 0-3,-26 0-1,26 0 0,-26 0 8,1 0 2,24 0-10,1 0 19,76 0-12,-102 0 14,26 0-13,-25 0-7,-1 0 1,0 0-4,26 0 6,0 0-6,-1 0 5,-24 0-1,-1 0 8,1 0-14,24 0 6,-24 0 1,-1 0 0,-25 26-6,51-26 3,-26 0 5,1 0-7,-1 0 11,26 0 3,-26 0-12,0 0 14,26 0-12,-26 0-1,1 0 3,-1 0-6,1 0 6,-1 0 10</inkml:trace>
    </iact:actionData>
  </iact:action>
  <iact:action type="add" startTime="26143">
    <iact:property name="dataType"/>
    <iact:actionData xml:id="d4">
      <inkml:trace xmlns:inkml="http://www.w3.org/2003/InkML" xml:id="stk4" contextRef="#ctx0" brushRef="#br0">12379 7585 0,'0'-25'83,"25"25"-79,102 0 7,-25 0-6,-51 0 6,25 0-1,25 0-7,-50 0 10,-26 0-10,77 0 9,-52 0-5,1 0 7,-25 0 1,-1 0-3,0 0 96,26 0-65</inkml:trace>
    </iact:actionData>
  </iact:action>
  <iact:action type="add" startTime="35136">
    <iact:property name="dataType"/>
    <iact:actionData xml:id="d5">
      <inkml:trace xmlns:inkml="http://www.w3.org/2003/InkML" xml:id="stk5" contextRef="#ctx0" brushRef="#br0">8016 12253 0,'25'0'82,"77"25"-77,-1-25 5,-25 0 6,0 0-10,51 0 4,0 0-5,-51 0 6,26 0-5,24 0 4,-24 0-4,-51 0 4,25 0-5,-26 0 6,77 0-3,-76 0 1,50 0-4,-24 0 6,-52 0-4,26 0 2,-1 0-2,-24 0 3,-1 0 12</inkml:trace>
    </iact:actionData>
  </iact:action>
  <iact:action type="add" startTime="36046">
    <iact:property name="dataType"/>
    <iact:actionData xml:id="d6">
      <inkml:trace xmlns:inkml="http://www.w3.org/2003/InkML" xml:id="stk6" contextRef="#ctx0" brushRef="#br0">8295 11010 0,'101'0'89,"51"0"-81,1 0 2,126 0 0,-76 0-4,-51 0 4,-76 0-6,76 0 8,-25 0-9,-51 0 5,-50 0 3,-1 0-5,26 0 4,-26 0-5,0 0 11</inkml:trace>
    </iact:actionData>
  </iact:action>
  <iact:action type="add" startTime="37047">
    <iact:property name="dataType"/>
    <iact:actionData xml:id="d7">
      <inkml:trace xmlns:inkml="http://www.w3.org/2003/InkML" xml:id="stk7" contextRef="#ctx0" brushRef="#br0">9157 10223 0,'127'0'104,"76"0"-96,-51 0-1,1 0 1,75 0 2,-127 0 0,26 0-4,-76 0 1,25-50 1,-51 50 0</inkml:trace>
    </iact:actionData>
  </iact:action>
  <iact:action type="add" startTime="57615">
    <iact:property name="dataType"/>
    <iact:actionData xml:id="d8">
      <inkml:trace xmlns:inkml="http://www.w3.org/2003/InkML" xml:id="stk8" contextRef="#ctx0" brushRef="#br0">9056 16945 0,'0'-25'106,"51"-26"-78,-1 51-19,1 0 3,25 0-8,0 0 8,-25 0-5,0 0 2,-26 0-1,51 0 0,-50 0 6,50 0-8,-51 0 4,51 0-2,-25 0 2,-26 0 2,51 0 0,0 0 1,-25 0 0,-25 0-8,-1 0 0,26 0 7,-26 0-3,51 0 61,-50 0-61,-1 0-3,26 0 3,-26 0 2,0 0-5,26 0-1,0 0 10,-26 0-3,26 0-2,-26 0 9,26 0-11,0 0 27,-26 0-27,1 0 8,50 0-12,-51 0 8,0 0-4,26 0 0,-26 0 6,1 0-8,25 0 7,-1 26-9,-24-26 4,24 0 0,1 0-1,0 0 21,-26 0-24,1 0 4,-1 0 5,26 25-10,-26-25 10,0 0 1,52 25-6,-52-25-1,51 0 7,-51 0-4,1 0-3,25 26 3,-51-1-4,50-25 3,77 0-2,-76 25 3,0-25-4,25 26 0,0-26 5,101 152-5,-75-152 5,-1 25-6,1 1 6,50-26-3,-25 0 0,0 50 0,-51-24-1,0-26 1,-25 0 1,25 25-4,-51-25 3,51 0 3,-50 0-3,24 0-1,26 0 0,-50 26 3,50-26-4,-25 50 1,-26-50 12,51 26-6</inkml:trace>
    </iact:actionData>
  </iact:action>
  <iact:action type="add" startTime="60023">
    <iact:property name="dataType"/>
    <iact:actionData xml:id="d9">
      <inkml:trace xmlns:inkml="http://www.w3.org/2003/InkML" xml:id="stk9" contextRef="#ctx0" brushRef="#br0">17960 16818 0,'51'0'80,"0"0"-69,-1 0-3,26 51 0,-50-51 0,25 0-1,-26 0 3,51 0 5,-51 0-11,1 0 8,-1 0-7,0 26 3,1-26 0,-1 0 0,1 0 7,24 0-3,-24 0 0,-1 0 2,26 0-8,0 0 0,-26 0 2,26 0-2,-1 0 2,26 0 1,-25 0 3,-25 0-7,24 0 3,-24 0-2,-1 0 4,0 0-4,1 0 4,25 0-2,-26 0 0,26 0-2,-26 0 2,0 0 0,1 0 1,-1 0 0,26 0 2,-26 0-6,51 0 1,-50 0 2,24 0 1,27 0-2,-1 0 17,-26 0-8,-24 0-7,24 0 0,-24 0-1,-1 0-1,77 0 3,-77 0 5,26 0 6,-26 0-4</inkml:trace>
    </iact:actionData>
  </iact:action>
  <iact:action type="add" startTime="61400">
    <iact:property name="dataType"/>
    <iact:actionData xml:id="d10">
      <inkml:trace xmlns:inkml="http://www.w3.org/2003/InkML" xml:id="stk10" contextRef="#ctx0" brushRef="#br0">23795 16768 0,'25'-26'225,"26"26"-219,0 0 2,25 0-1,-26 0 5,27 0-4,-52 0-4,26 0 4,-1 0 0,-24 0 0,-1-25 1,1 25-2,-1 0 5,0 0-8,77 0 8,-52 0-6,27 0 1,-27 0 1,77 0 3,-51 0-7,76 0 4,-75 0 2,-1 0 0,-26 0-5,1 0 4,-25 0-1,-1 0-1,51 0 8,-51 0-5,51 0 5,-25 0-6,25 0-1,-25 0-1,-26 0 0,77 0 2,-26 0-1,127 0 0,101 0 0,-50 0-1,0 0 4,50 0-5,-101 0 5,51 0-6,25 0 6,-127 76-6,-25-76 6,-76 0-6,-1 25 4</inkml:trace>
    </iact:actionData>
  </iact:action>
</iact:actions>
</file>

<file path=ppt/ink/inkAction3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3194">
    <iact:property name="dataType"/>
    <iact:actionData xml:id="d0">
      <inkml:trace xmlns:inkml="http://www.w3.org/2003/InkML" xml:id="stk0" contextRef="#ctx0" brushRef="#br0">7711 9412 0,'0'0'2,"26"0"2,50 0 7,-25 0-5,25 0 3,50 0-1,-75 0-1,51 0 1,25 0-1,-102 0 3,102 0-3,-51 0 4,0 0-5,25 0 1,-75 0 2,75 0-2,-25 0 1,26 0 3,25 0-1,-77 0-8,27 0 9,-27 0-4,52 0 4,-1 0-6,-25 0 6,26 0-7,-26 0 4,25 0 1,1 0 10,50 50-12,-25-50-1,25 26 4,127 50 0,26 0-3,-102-51-3,-26-25 4,77 76 5,-178-50-7,101 24 5,-151-50-6,50 0 4,-51 0 63</inkml:trace>
    </iact:actionData>
  </iact:action>
</iact:actions>
</file>

<file path=ppt/ink/inkAction4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270">
    <iact:property name="dataType"/>
    <iact:actionData xml:id="d0">
      <inkml:trace xmlns:inkml="http://www.w3.org/2003/InkML" xml:id="stk0" contextRef="#ctx0" brushRef="#br0">10071 2131 0,'25'26'137,"76"-26"-127,77 51-1,-153-51-4,229 0 6,-152 25-6,24 26 6,1-51-8,25 25 5,1-25 0,-27 51 5,77-51-10,-101 25 10,25-25-7,-51 0 2,76 0-3,-25 0 3,-26 0 1,-50 0 1,0 0-5,0 0 3,25 0 4,-26 0-5,-24 25 2,25 1-2,-26-26-1,0 0 1,26 0 5,-26 0-5,1 0 2,-1 0-5,26 0 150</inkml:trace>
    </iact:actionData>
  </iact:action>
  <iact:action type="add" startTime="5485">
    <iact:property name="dataType"/>
    <iact:actionData xml:id="d1">
      <inkml:trace xmlns:inkml="http://www.w3.org/2003/InkML" xml:id="stk1" contextRef="#ctx0" brushRef="#br0">19634 2385 0,'26'0'90,"-1"0"-83,26 0-1,0 0 3,-26 0 3,51 0-6,-25 0 4,25 0-6,-25 0 7,25 0-3,76-51 0,-101 51-3,25 0 6,-25-25-6,25 25 3,-26 0 3,52 0-4,-26-51 0,0 51 2,0 0-2,203-76 2,26 76 2,-178-25-5,75 25 0,-49 0 3,-52 0-3,-25-51 5,0 51-2,-25-25-1,-26 25-4,26 0 12</inkml:trace>
    </iact:actionData>
  </iact:action>
  <iact:action type="add" startTime="53005">
    <iact:property name="dataType"/>
    <iact:actionData xml:id="d2">
      <inkml:trace xmlns:inkml="http://www.w3.org/2003/InkML" xml:id="stk2" contextRef="#ctx0" brushRef="#br0">3576 10223 0,'0'-25'160,"26"-26"-148,50 51-5,25 0-2,-25-51 6,-25 51-6,-26 0 3,52 0 5,-52 0-10,0 0 5,26 0 3,-26-25-1,77 25-4,-77 0-1,1 0 6,-1 0-2,51 0-2,-51 0 8,26 0-9,-25 0 2,-1 0 0,51 0 3,-25 0-5,25 0 12,-51 0-9,1 0-3,24 0 3,-24 0-4,24-25 37,-24 25-17,-1 0-12,1 0-5</inkml:trace>
    </iact:actionData>
  </iact:action>
</iact:actions>
</file>

<file path=ppt/ink/inkAction5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0588">
    <iact:property name="dataType"/>
    <iact:actionData xml:id="d0">
      <inkml:trace xmlns:inkml="http://www.w3.org/2003/InkML" xml:id="stk0" contextRef="#ctx0" brushRef="#br0">12481 5581 0,'76'0'71,"-26"0"-64,52 0 4,-51 0-3,-26 0 1,76 0-5,-24 0 7,-27 0-3,52 0 1,-26 0-1,25 0 1,-25 0-6,-25 0 6,25 0 2,0 0-7,-25 0 3,-25 0 6,-1 0-7,26 0 4,-1 0 2,1 0 3,-26 0 2,1 0-10</inkml:trace>
    </iact:actionData>
  </iact:action>
  <iact:action type="add" startTime="18570">
    <iact:property name="dataType"/>
    <iact:actionData xml:id="d1">
      <inkml:trace xmlns:inkml="http://www.w3.org/2003/InkML" xml:id="stk1" contextRef="#ctx0" brushRef="#br0">12633 6951 0,'0'-25'15,"25"25"-7,26 0 1,0 0 2,-1-26-5,-24 26 1,50 0 2,-25 0 8,50-25-3,-76 25-5,26 0-2,-25 0 3,24-51-1,1 51 14,-26 0 0,1 0-14,-1 0 8,26 0-12,-26-25 6,1 25 3,24 0 4</inkml:trace>
    </iact:actionData>
  </iact:action>
  <iact:action type="add" startTime="30051">
    <iact:property name="dataType"/>
    <iact:actionData xml:id="d2">
      <inkml:trace xmlns:inkml="http://www.w3.org/2003/InkML" xml:id="stk2" contextRef="#ctx0" brushRef="#br0">9005 9488 0,'76'0'25,"-50"0"-19,75 0 3,-50 0 0,25 0-1,-51 0 0,1 0 2,75 0-4,-76 0 4,26 0-4,0 0 2,-26 0 0,77 0-1,-77 0 9,51 0 8,-50 0-8,-1 0-7,0 0-1,1 0-3,-1 0 6,0 0-3,52 0 0,-27 0 9,26 25-11,-50-25 0,-1 0 2,51 0 10,-50 0-4,24 0-2,1 25-6,-26-25 3,26 0-3,0 0 1,25 0 5,-51 0-4,26 0 0,25 0 1,-50 0-5,75 26 8,-50-26 4,50 0 14,-25 0-23,-50 0 0,-1 0 17,1 0-3,-1 0-15,0 50 20,1-50-11,-1 0-7,26 0 0,-26 0-1,26 0 2,0 0-1,-26 0-4,26 0 8,25 0-4,-25 0-3,101 0 6,0 0-6,-51 0 6,52 0-3,-27 0 0,-75 0 0,101 0-1,-75 0-2,-27 0 7,52 0-1,75 77-9,-151-77 6,75 25-1,-75-25 2,24 25-1,-24-25 2,75 0-6,26 26 4,-102-26 1,77 0 1,-26 0-5,0 0 5,-51 0-1,51 0-2,-25 0 1,-25 0 0,24 0 1,1 0-3,-26 0 5,26 0-5,-26 0 6,1 0-6,50 0-1,-51 0 6,51 0 2,-50 0 19,-1 0 43,51 0 58,-50 0-122,50 0-5,-26 0 5,27 25-3,-52 0 0,0-25 0,26 0 4,25 26-1,0-26-6,-25 0 3,25 0 13,-51 0-10</inkml:trace>
    </iact:actionData>
  </iact:action>
</iact:actions>
</file>

<file path=ppt/ink/inkAction6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2:53:4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2829">
    <iact:property name="dataType"/>
    <iact:actionData xml:id="d0">
      <inkml:trace xmlns:inkml="http://www.w3.org/2003/InkML" xml:id="stk0" contextRef="#ctx0" brushRef="#br0">7838 5480 0,'0'25'201,"26"-25"-185,24 0-11,26 0 5,-50 0-4,-1 0 3,51 0-2,-50-25 1,-1 25 0,0 0 4,1 0-8,-1-26 6,51 26-2,-50 0 6,24-25-2,1 25 4,25-25-4,-51-1-3,1 26-2,-1 0 4,1 0-6,24 0 3,-24 0 9,-1 0-8,26 0 6,0 0 2,-26 0 0,26 0-12,-26 0 5,0-25-4,26 25 4,-26 0-4,1 0 4,-1 0-4,26 0 5,-26 0-4,1 0 2,50 0-4,-25 0 6,75 0-6,-24 0 13,25 0-12,-26 0 11,-75 0-7,75 0 0,-76 0-6,77 0 5,-51 0-3,25 0 3,-51 0 0,77 0-3,-52 0 2,-24 0 0,50 0 0,-51 0 1,26 0-2,50 25 1,-25-25 0,-25 26 1,25-26-2,51 0 2,-76 0-2,25 0 11,-25 25-10,-26-25 0,26 0 0,0 0 6,-1 0-5,1 25 0,-26-25 0,26 0-2,-26 0-1,26 0 5,25 0-6,-25 0 4,25 26 3,-50-1-9,50-25 15,-51 0-12,0 0 20,51 0-20,-50 26 4,-1-1-4,1 0 29,-1-25 12,0 0 183,1 0-214,24 0-8,-24 0 13,-1 26 1</inkml:trace>
    </iact:actionData>
  </iact:action>
  <iact:action type="add" startTime="22796">
    <iact:property name="dataType"/>
    <iact:actionData xml:id="d1">
      <inkml:trace xmlns:inkml="http://www.w3.org/2003/InkML" xml:id="stk1" contextRef="#ctx0" brushRef="#br0">20700 7661 0,'25'-25'199,"26"25"-190,-26 0-1,1 0 1,50 0-2,-25 0 2,25 0-2,-51 0 1,77 25 0,-77-25 8,0 0-10,26 0 6,0 26-7,-26-26 6,26 0-6,50 0 11,-75 25-7,24-25-1,27 0 11,-52 0-10,0 0-3,51 25 1,-50-25 2,50 0-1,-25 26-1,-26-26 3,-25 25-3,25-25 2,1 25 6,24-25 17,1 26-23,0-26-5,0 0 17,-1 0-16,52 0 11,-51 0-10,25 0 2,-51 0 0,0 0 0,1 0 0,50 0 1,25 0 9,-75 0-4,24 0-7,1 0 2,-25 0 0,-1 0-2,26 0 1,-1 0 1,52 0-3,-51 0 12,25 0-12,-51 0 4,51 0 4,-25 0-6,25-51 0,-51 51 0,1 0 2,75-25-3,-75 25 1,50-26-1,-51 26 3,26 0-3,0 0 1,-1-25 11,26 25-6,0-25-6,1-26 1,-52 51 2,0 0-4,51-25 5,-50 25 5,50-26-11,-51 26 11,26-51-5,-26 51 4,1-25 7</inkml:trace>
    </iact:actionData>
  </iact:action>
  <iact:action type="add" startTime="36795">
    <iact:property name="dataType"/>
    <iact:actionData xml:id="d2">
      <inkml:trace xmlns:inkml="http://www.w3.org/2003/InkML" xml:id="stk2" contextRef="#ctx0" brushRef="#br0">7305 8853 0,'77'0'233,"-27"0"-191,1 0-34,0 0-2,-26 0 4,26 0-4,0 0 4,-1 0 6,-24 0-6,24 0 1,1 0 0,-25 0-1,-1 0 12,26 0-16,-26 0 4,0 0-5,1 0 6,50 0-2,0 0 4,-51 0-4,26 0-3,25 0 13,-50 0-13,50 0 1,-51 0 2,0 0-2,26 0 12,-26 0-7,1 0-4,-1 0 0,26 0 3,-26 0-5,51 0 10,-50 0-7,25 0-1,25 0 7,-51 0-7,0 0 17,1 0-14,24 0-4,27 0 10,-27 0-10,26 0 2,-25 0-2,-25 0 3,24 0-4,1 0-1,-26 0 6,26 0 3,-26 0-6,102 0-1,-101 26 2,-1-26-2,77 0 3,-26 0-4,-26 0 4,1 25-3,-26-25 0,26 0 11,25 0-9,-50 0-2,-1 0 2,77 0-2,-26 0 0,-26 0 0,103 0 5,-27 0-6,-75 0 4,51 0-3,24 0-2,-75 0 5,51 0-4,-26 51 4,25-51 0,1 0-3,25 0 2,-77 0-3,1 0 8,0 0-5,0 0 8,-26 0-3,0 0-5,26 0 1,-26 0-4,26 0 1,0 0 2,0 0-1,25 0 4,-26 0-9,1 0 5,-25 0 3,50 0-5,0 0 9,-51 0-5,0 0-4,52 0 7,-52 0-10,26 0 17,-1 25-13,52-25 6,-51 0 6,-1 0-12,1 0 2,-26 26-1,52-26-2,-27 0 4,26 0 5,-50 0-8,-1 0 0,1 0 9,-1 0-4,0 0-5,1 0 7,24 0 4,-24 0-13,-1 0 15,26 0 0,-26 0 13</inkml:trace>
    </iact:actionData>
  </iact:action>
  <iact:action type="add" startTime="70845">
    <iact:property name="dataType"/>
    <iact:actionData xml:id="d3">
      <inkml:trace xmlns:inkml="http://www.w3.org/2003/InkML" xml:id="stk3" contextRef="#ctx0" brushRef="#br0">7204 13039 0,'25'0'271,"26"0"-245,25 0-16,-25 0-4,25 0 4,-25 0-4,-1 0-1,1 0 4,76 0-2,-102 0 4,26 0 14,-25 0-21,-1 0 7,51 25-2,-51-25 6,1 0-9,24 0 6,1 0 3,-25 0-9,24 0 8,-24 0-6,-1 0 1,0 0-2,77 0 2,-1 0 8,1 0-7,-102 26-4,51-26 4,-1 0-6,1 0 6,-26 0-2,52 0 1,-27 25-1,-24-25-3,50 0 6,0 0-3,0 0-2,0 0 1,-25 0 2,76 0-2,-51 0 2,25 0-2,26 0 1,-25 0 0,24 0 5,-24 0-10,-26 0 5,25 0 0,1 0 3,-51 0-4,25 0 1,0 0-3,25 0 5,-75 0-4,24 0 4,-24 0 6,75 0-1,-25 0-8,26 0 18,-51 0-13,25 0-5,0 0-2,-25 0 5,-1 0 0,1 0-3,25 0 3,0-25-4,-50-1 4,50 26-7,-26 0 10,27-25-8,-27 25 4,77-25-1,-51-1-1,-25 26 2,-26 0-1,26-51 16,0 26-19,0 25 6,101 0-6,-102-25 4,1-1 1,25 26-3,0-50 3,-25 50-1,0 0-3,25-26 3,-51 26-2,1 0-2,-1 0 6,26 0-1,-26 0 1,1 0-3,24-25 0,1 25 9,-26 0-7,52 0-1,-52 0-5,51 0 8,-51-25-7,1 25 5,75 0 3,1-77-4,-77 77 1,26-25-3,0 25 2,-1 0 1,26 0-4,-25 0 10,25 0-11,-25 0 6,25 0-6,-51 0 6,26 0 0,0 0-5,101 0 6,-76 0 8,-25 25-13,0-25 1,-26 0 9,51 0 7,-51 0-19,1 0 5,25 0-4,-26 0 4,0 0-4,26 0 9,-26 0-6,1 0 25</inkml:trace>
    </iact:actionData>
  </iact:action>
  <iact:action type="add" startTime="78427">
    <iact:property name="dataType"/>
    <iact:actionData xml:id="d4">
      <inkml:trace xmlns:inkml="http://www.w3.org/2003/InkML" xml:id="stk4" contextRef="#ctx0" brushRef="#br0">24886 13977 0,'76'0'81,"-26"0"-72,52 0-2,-26 0 2,26 0 1,24 0-4,-75 0 0,25 0 5,-25 0-2,0 0-2,-1 0 3,27 0 6,-52 0-13,51 0 9,-51 0-6,1 0 3,50 0-2,-51 26 2,1-26 0,75 0-2,-76 0 1,26 0 0,0 0 0,-26 0 0,51 25 1,-50-25 13,-1 0 4</inkml:trace>
    </iact:actionData>
  </iact:action>
  <iact:action type="add" startTime="80276">
    <iact:property name="dataType"/>
    <iact:actionData xml:id="d5">
      <inkml:trace xmlns:inkml="http://www.w3.org/2003/InkML" xml:id="stk5" contextRef="#ctx0" brushRef="#br0">10654 15094 0,'25'0'26,"1"0"-5,25 0-10,-26 0 85,0 0-44,26 0-35,-26 0-9,26 0 1,51 0-3,-1-51 5,77 51-1,-102 0-7,177 0 8,-100 0-4,50 0 1,-51-26 0,25 26 0,-24 0 0,50 0 1,50-25-1,-50 25 0,127-127 0,-279 127 0,-1 0 0,52-25-1,126-51 3,-177 25-5,-26 51 6,26 0-5,25-25 4,-51 25-4,1 0 121</inkml:trace>
    </iact:actionData>
  </iact:action>
  <iact:action type="add" startTime="93867">
    <iact:property name="dataType"/>
    <iact:actionData xml:id="d6">
      <inkml:trace xmlns:inkml="http://www.w3.org/2003/InkML" xml:id="stk6" contextRef="#ctx0" brushRef="#br0">16286 15550 0,'51'0'177,"50"0"-166,-76 0-7,51 0 8,1 0-8,24 0 7,-76 0-3,153-51 1,-77 26-2,-24 25-2,24 0 4,-76 0 1,1 0-4,-1 0 13,51 0-12,-25-25 2,25 25-4,26-26 2,-52 26 4,-24 0-2,75 0-2,-75 0 3,50 0 2,-51 0-2,0 0-5,1 0 4,24 0-2,-24 0 3,-1 0-4,26 0 2,-26 0 0,1 0 2,50 26-4,-25-26 10,25 25-1,-26-25-13,26 0 6,-25 25 1,-25-25 1,50 0-4,-26 26-1,1-26 6,-25 0-1,24 25-4,-24 1 9,24-26 8,-24 0-15,-1 25 2,0-25-5,1 0 12,-1 0 7,26 0 9</inkml:trace>
    </iact:actionData>
  </iact:action>
  <iact:action type="add" startTime="95738">
    <iact:property name="dataType"/>
    <iact:actionData xml:id="d7">
      <inkml:trace xmlns:inkml="http://www.w3.org/2003/InkML" xml:id="stk7" contextRef="#ctx0" brushRef="#br0">23110 15601 0,'76'0'162,"-25"0"-152,25 0-4,-25 0 2,25 0 0,-26 0 1,52-25-3,-1 25 10,26 0-8,-51 0 2,0 0-4,51 0 1,-76 0 3,101-77-2,-126 77-2,50 0 3,-51 0 0,51 0-1,-51 0 0,77 0 0,-51 0-1,25 0 1,-25 0 1,25 0-1,-26 0-1,26 0 5,-25 0-8,25 0 8,-25 0-8,-26 0 8,52 0-8,-27 0 4,26 0 3,-50 0-2,-1 0-5,0 0 9,1 0-10,-1 0 8,1 0 13</inkml:trace>
    </iact:actionData>
  </iact:action>
</iact:actions>
</file>

<file path=ppt/ink/inkAction7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9448">
    <iact:property name="dataType"/>
    <iact:actionData xml:id="d0">
      <inkml:trace xmlns:inkml="http://www.w3.org/2003/InkML" xml:id="stk0" contextRef="#ctx0" brushRef="#br0">9081 7255 0,'26'0'151,"-1"0"-141,102 0-1,-26 0-1,-50 0 0,50 0-1,-75 0 3,75 0-3,-75 0 2,-1 0-4,77 0 6,-52 0-5,52 0 5,-26-25-5,-25 25 2,50 0 0,-76 0-1,26-25 2,0 25-2,0-26 2,-1 26-2,52-50 1,-26 24 7,-25 26 2,25-51-1,-51 51 4,1 0-17,24 0 6,-24 0 1,24-50 6,-24 50-7,-1 0-5,0 0 9,1 0-7,25 0 7,-26 0 27,0 0 10,26 0-17,-26 0 7,1 0-10,-1 0-20,1 0-5,-1 0 23,0 0-13,1 0 30,24 0-20,-24 0-2</inkml:trace>
    </iact:actionData>
  </iact:action>
  <iact:action type="add" startTime="18130">
    <iact:property name="dataType"/>
    <iact:actionData xml:id="d1">
      <inkml:trace xmlns:inkml="http://www.w3.org/2003/InkML" xml:id="stk1" contextRef="#ctx0" brushRef="#br0">17021 8574 0,'51'0'158,"25"-25"-147,-25 25-6,25 0 3,-50 0 4,24 0-8,26-25 4,-50 25 3,-1 0-6,77-26 6,-77 26-3,26 0 0,-1 0 0,27 0 1,-27-25-5,-24 0 5,24 25-2,-24 0 2,-1 0 6,26 0-4,-26 0-7,1 0 7,-1 0-6,0 0 4,1 0 0,-1 0-1,0 0 0,26 0 0,-25 0 7,-1 0 9,26 0-8,-26 0-4,0 0-5,1 0 9,24 0-10,-24 0 10,-1 0-9,51 0 1,-25 25 1,25-25 9,-50 25-8,24-25-4,26 51-2,-50-51 8,50 25-6,-51-25 12,1 0-10,24 26 1,1-26 7,25 25-4,-50-25-3,-1 0 9,26 0-1,-26 0-9,51 51 5,-51-51 2,1 0-2,-1 0-7,1 0 19,-1 0-2,0 0 10,1 25 102,-1-25 57,26 0-187,25 0 6,-25 0-3,25 0 2,-26-25-4,1 25 2,25 0-3,-50 0 3,-1-25 4,0 25 11,26 0-14,-25 0-2,-1 0-1,0 0 10,1 0-9,-1-26 1</inkml:trace>
    </iact:actionData>
  </iact:action>
  <iact:action type="add" startTime="25961">
    <iact:property name="dataType"/>
    <iact:actionData xml:id="d2">
      <inkml:trace xmlns:inkml="http://www.w3.org/2003/InkML" xml:id="stk2" contextRef="#ctx0" brushRef="#br0">9538 10020 0,'101'0'154,"1"0"-146,-1 0-3,1 0 6,-26 0-6,25 0 5,-25 0-3,-25 0 2,25 0 0,-50 0-2,50 0-1,-51 0 10,51 0-4,-50 0-8,24 0 7,26 0 0,-50 0-5,-1 0 3,26 0-7,-26 0 23,1 0-8,24 0-3,-24 0 4,-1 0-3</inkml:trace>
    </iact:actionData>
  </iact:action>
  <iact:action type="add" startTime="27594">
    <iact:property name="dataType"/>
    <iact:actionData xml:id="d3">
      <inkml:trace xmlns:inkml="http://www.w3.org/2003/InkML" xml:id="stk3" contextRef="#ctx0" brushRef="#br0">14282 9893 0,'50'-25'138,"1"25"-134,51 0 7,24 0-3,-49 0-3,24 0 3,26 25 3,-76 1-5,25-26 4,-26 0-4,27 0 3,-27 0 1,52 0-2,-26 25 7,-51-25-10,1 0 5,-1 0-4,26 0 11,-26 0-10,51 0 21,-50 0 2</inkml:trace>
    </iact:actionData>
  </iact:action>
  <iact:action type="add" startTime="31752">
    <iact:property name="dataType"/>
    <iact:actionData xml:id="d4">
      <inkml:trace xmlns:inkml="http://www.w3.org/2003/InkML" xml:id="stk4" contextRef="#ctx0" brushRef="#br0">17656 9995 0,'25'0'240,"0"0"-225,1 0-6,25-25 7,-26-1-9,26 26 42,-26 0-1,0 0-30,1 0-12,-1 0 7,0 0-7,1 0 7,-1 0 14,1 0-19,-1 0 16,51 0-11,-25 0 3,-26 0-4,1 0-5,50 0 25,-51 0-19,26-25 28,-26 25-26,0 0-6,26 0-1,0 0 10,0 0-10,-1 0 0,-24 0-2,25 0 10,-26 0-9,0 0 3,51 0 8,-50 0-10,-1 0-4,51 0 7,-50 0 6,-1 0-13,0 0 5,1 0 6,-1 0-5,0 0-4,26 0 4,0 0 8,-26 0-10,1 0 15,-1 0-18,0 0 3,1 0 11,24 0-6,-24 25-3,-1-25 31,51 26-14,-50-26 27</inkml:trace>
    </iact:actionData>
  </iact:action>
  <iact:action type="add" startTime="53497">
    <iact:property name="dataType"/>
    <iact:actionData xml:id="d5">
      <inkml:trace xmlns:inkml="http://www.w3.org/2003/InkML" xml:id="stk5" contextRef="#ctx0" brushRef="#br0">15398 12836 0,'25'-25'183,"1"25"-175,24 0 0,52 0 3,-77 0-3,77 0 0,-77 0 8,51 0-9,26-26 2,-77 26 6,0 0-6,26-25-1,-26 25 0,1 0-1,-1 0-1,26 0 2,0 0 4,-26 0-6,51-25 0,-50-1 2,-1 26 0,51 0 0,-25-25 3,-1 25 26,-24 0-28,75 0-3,-50 0 30,0-26-30,-26 26 26,1 0-22,-1 0-4,51 0 4,-51 0-4,51 0 4,-25 0-4,25 0 9,-25 0-6,0 0 0,0 0-3,-1 26 3,-24-26-1,24 0 0,1 25 0,0-25-1,0 0 9,-1 0-6,-24 0-3,-1 0 2,26 0 1,0 0 3,-26 0 2,26 0 1,-26 0-6,0 0-4,26 0 2,-26 0 4,1 0-6,50 0 9,-25 0-7,-26 0-1,26 0 1,0 0 10,-1 0-2,1 0-8,-26 0 0,26 0 1,0 0 7,-26 0-11,1 26 18,-1-26 69</inkml:trace>
    </iact:actionData>
  </iact:action>
  <iact:action type="add" startTime="57537">
    <iact:property name="dataType"/>
    <iact:actionData xml:id="d6">
      <inkml:trace xmlns:inkml="http://www.w3.org/2003/InkML" xml:id="stk6" contextRef="#ctx0" brushRef="#br0">15474 14231 0,'51'25'264,"50"-25"-253,26 0-4,-76 0 1,0 0-3,25 0 11,0 0-6,-26 0-3,52 0 5,-1 0-5,-50 0-1,25 0 2,-50 0-2,-1 0 6,76 0-8,-50 0 4,25 0 2,-50 0-4,50 0 4,0 0-3,25 0 8,26 0-1,-101 0-12,24 0 6,1 0 3,101 0-6,-126 0 5,24-25-3,26 25-1,51 0 4,-51-25-4,-25 25 3,51 0 0,-52 0-1,52-26 0,-51 26 0,25 0 1,-26-50 0,1 50-3,-25-26 0,50 1 5,-26 25-6,-24 0 12,24 0-10,-24-25 2,25-26 1,-26 51-4,0 0 3,1 0 0,-1 0-1,26 0 5,-26 0-3,1-26-1,-1 26-1,26 0 5</inkml:trace>
    </iact:actionData>
  </iact:action>
</iact:actions>
</file>

<file path=ppt/ink/inkAction8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6799">
    <iact:property name="dataType"/>
    <iact:actionData xml:id="d0">
      <inkml:trace xmlns:inkml="http://www.w3.org/2003/InkML" xml:id="stk0" contextRef="#ctx0" brushRef="#br0">26661 7230 0,'102'0'95,"-51"0"-88,75 0 2,-75 0-1,25 0 0,-25 0 4,25 0-5,-50 0-3,-1 0 7,26 0-3,-26 0-3,76 0 11,-50 0-5,25 0-4,-25 0 1,51 0 0,-52 0-1,102 0 0,-75 25 4,-27 1-3,77-1-3,-51-25 4,51 26-2,-76-26 2,0 0-2,25 0 1,-26 25 2,27-25-4,49 51 2,-100-51 3,-1 0-6,26 0 3,-26 0 0,26 0 3,0 0-2,-1 25-1</inkml:trace>
    </iact:actionData>
  </iact:action>
  <iact:action type="add" startTime="19391">
    <iact:property name="dataType"/>
    <iact:actionData xml:id="d1">
      <inkml:trace xmlns:inkml="http://www.w3.org/2003/InkML" xml:id="stk1" contextRef="#ctx0" brushRef="#br0">5454 8067 0,'0'0'4,"25"0"0,0 0 3,1 0 0,-1 0 1,0 0 0,1 0 0,24 0 0,1 0-1,0 0 3,25 0-2,-25 0 0,25 0 0,-25 0 0,-26 0 0,51 0 0,-25 0 0,50 0-1,52 0 2,-1 0-1,25 0-1,-24 0 2,-1 0 0,-51 0 1,51 0-4,-101 0 4,101 0-4,-50 0 1,-77 0 2,127 0-3,-25 0 4,0 0-4,-25 0 5,-26 0-6,51 25 3,-26-25 0,26 0 0,25 0 3,-76 0-6,0 26 3,-25-26 0,25 0 2,-51 0-3,1 0 2,50 0 0,-25 0-1,-1 51 1,1-51-2,-25 0 2,24 0-2,1 0 3,-51 25-4,51-25 0,-26 0 9,0 0-7,1 25 2,25-25 9,-26 0 3,0 0 0</inkml:trace>
    </iact:actionData>
  </iact:action>
</iact:actions>
</file>

<file path=ppt/ink/inkAction9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38904">
    <iact:property name="dataType"/>
    <iact:actionData xml:id="d0">
      <inkml:trace xmlns:inkml="http://www.w3.org/2003/InkML" xml:id="stk0" contextRef="#ctx0" brushRef="#br0">14155 8143 0,'25'0'411,"51"0"-405,-50 0 4,-1 0-4,26 0 3,-26 0 14,1 0-13,24 0 5,-24 0-10,-1 0 17</inkml:trace>
    </iact:actionData>
  </iact:action>
  <iact:action type="add" startTime="50263">
    <iact:property name="dataType"/>
    <iact:actionData xml:id="d1">
      <inkml:trace xmlns:inkml="http://www.w3.org/2003/InkML" xml:id="stk1" contextRef="#ctx0" brushRef="#br0">21080 9665 0,'-25'-25'145,"50"-1"-128,1 1-11,75 25 4,-75 0-2,24 0 0,-24 25 40,50-25-38,-25 0-4,25 0 4,-51 26-4,26-26 0,0 0 4,25 25-1,-26-25-4,-24 0 12,24 0-8,1 0-3,-25 0 4,-1 0-4,26 51 2,-26-51 0,0 0 0,52 0 0,-52 0 2,26 0-3,25 0 2,-51 0 1,51 0-4,-50 0 3,-26 25-2,25-25 0,26 0 2,-26 0 1,0 0-4,1 0 4,25 0-4,-1 0 9,-24 26-6,-1-26-1,0 0 23,26 25-22,0-25 31,-26 0-16,1 0 14,24 0-12,1 0-9,25 0 5,-50 0 3,-1 0-19,0 0 2,26-51 2,-26 51-1,26-25 5,0 25 11,-51-25-14,25 25 10,1 0-11,24 0-4,-24 0 10,-1 0 0,0 0-1,26 0 130,-25-26 13</inkml:trace>
    </iact:actionData>
  </iact:action>
  <iact:action type="add" startTime="71097">
    <iact:property name="dataType"/>
    <iact:actionData xml:id="d2">
      <inkml:trace xmlns:inkml="http://www.w3.org/2003/InkML" xml:id="stk2" contextRef="#ctx0" brushRef="#br0">3120 13394 0,'25'0'96,"26"0"-86,25 0-5,76 0 6,-25-25-6,25 25 6,102 0-6,-51 0 7,355 0 6,-254 0-16,-101 0 9,0 0-4,-25 0 1,75 0-1,-50 0 1,51 25-1,76 51 2,-76-51-2,-128 26 1,77-25 0,-76 24 4,-101-50 3,-1 26-5</inkml:trace>
    </iact:actionData>
  </iact:action>
  <iact:action type="add" startTime="72320">
    <iact:property name="dataType"/>
    <iact:actionData xml:id="d3">
      <inkml:trace xmlns:inkml="http://www.w3.org/2003/InkML" xml:id="stk3" contextRef="#ctx0" brushRef="#br0">8828 13293 0,'25'0'140,"0"0"-135,51 0 2,-25 0 5,51 0-5,-52 0 1,26 0-3,-25 0 5,0 0-1,-26 0-1,1 0 1,-1 0-1,26 25-3,-1-25 11,27 0-9,-52 0 2,26 25-2,-26-25 1,0 0 0,77 0 0,-51 51 1,-26-51-2,26 0 1,-1 25 2,-24-25-1,50 0-2,-51 0 0,51 0 16,-76 26-13,26-26 156</inkml:trace>
    </iact:actionData>
  </iact:action>
  <iact:action type="add" startTime="73713">
    <iact:property name="dataType"/>
    <iact:actionData xml:id="d4">
      <inkml:trace xmlns:inkml="http://www.w3.org/2003/InkML" xml:id="stk4" contextRef="#ctx0" brushRef="#br0">11720 13318 0,'101'0'291,"-76"0"-284,26 0 3,25 0-4,26 0-1,-52 0 6,-24 0-1,25 0-4,25 0 2,-26 0-3,-24 0 3,-1 0 4,51 0-6,-25 0 1,50 0 25,26 76-22,-51-51-1,0-25-2,-25 26 4,0-26-6,25 50 0,-25-24 7,-26-26 0,26 25-3,25-25-2,-25 26 1,-1-26 3,1 0-5,25 0 1,-25 0 9,-26 0 0,26 0-7,-25 0 9,-1 0-9,0 0 7,51 25-10,-76 0 4,26-25 2,50 0-2,-51 0-4,1 0 4,24 0 1,-24 0-1,50 0 10,-51 0-12,26 0 0,0 0-1,-26 0-2,0 0 6,26 0 22,-26 0-19,1 0 1,-1 0 1</inkml:trace>
    </iact:actionData>
  </iact:action>
</iact:actions>
</file>

<file path=ppt/ink/inkAction10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142">
    <iact:property name="dataType"/>
    <iact:actionData xml:id="d0">
      <inkml:trace xmlns:inkml="http://www.w3.org/2003/InkML" xml:id="stk0" contextRef="#ctx0" brushRef="#br0">8599 3248 0,'51'0'105,"-26"25"-100,26-25 3,-26 0 0,26 0-1,51 25 2,-52-25-2,1 51 5,-26-51-2,77 25 1,-26-25 8,-25 0-15,25 0 7,-25 26-3,-26-26 1,26 0-1,-26 0-4,0 0 8,26 0-5,51 25 2,-26-25 4,-25 0-3,25 25 0,-26 1-3,26-26 2,-25 0-6,0 0 5,25 0 3,-51 0-6,52 0 7,-52 0-7,76 0 11,-75 0-5,50 0-1,25 0-3,-50 0-3,25 0 7,0 0-3,26 25 0,-52-25-4,52 0 5,25 0 2,-26 26-5,-25-26 3,77 0-2,-27 0 3,27 0-4,-77 0 4,0 25-5,51-25 5,-26 0-5,-50 76 6,76-51-6,-51-25 12,-51 0-7,26 0 0,50 0-4,1 0 3,-26 0-1,0 0-1,26 0 2,-52 0-1,1 0 0,25 0-1,26 0-1,-52 0 1,26 0 7,-25 0-12,25 0 8,-25 0-1,25 0-2,-25 0-1,25 0 7,-25 0-10,76 0 5,-77 0 0,26 0 6,26 0-8,-77 0 3,26 0-2,0 0 4,-1 0-9,-24 0 5,50-25 3,-25 25-1,25 0-1,-26-25-3,1 25 6,-25 0-3,-1 0 5,26 0 5,-26 0-1,0 0 14,1 0-1,-1 0 19</inkml:trace>
    </iact:actionData>
  </iact:action>
  <iact:action type="add" startTime="6612">
    <iact:property name="dataType"/>
    <iact:actionData xml:id="d1">
      <inkml:trace xmlns:inkml="http://www.w3.org/2003/InkML" xml:id="stk1" contextRef="#ctx0" brushRef="#br0">15804 5531 0,'51'0'123,"-1"0"-119,1 0 4,25 0 3,-25 0-5,0 0 4,25 0 4,-26 0-4,-24 0-1,50 0-1,-51 0-1,1 0 1,-1 0 0,0 0-2,1 0 4,-1 0-1,0 0-2,26 0 10,-25 0-10,-1 0 24,26 0 59,-26 0 325,77 0-407,-52 0-3,52 0 4,25 0 1,-77 0-1,52 0-2,-51 0 0,75 0 2,-50 0 5,-25 0-6,25 0 1,-50 0 0,-1 0-2,51 0 0,-50 0 2,50 0 0,-51 0 0,0 0-5,26 0 23,-26 0-14,26 0 6,0 0-5,-26 0 6,1 0 15,24 0-7,-24 0-22,-1 0 18,1 0-1,24 0-7,-24 0 1,-1 0 0,26 0-9,-26 0 1,0 0-2,26 0 16,-25 0-13,-1 0-2,0 0-3,51 0 2,-50 0 9,25 0-6,-26 0-3,0 0 1,1 0 0,24 0 0,-24 0 0,-1 0 1,26 0 23,-26 0 17</inkml:trace>
    </iact:actionData>
  </iact:action>
  <iact:action type="add" startTime="49132">
    <iact:property name="dataType"/>
    <iact:actionData xml:id="d2">
      <inkml:trace xmlns:inkml="http://www.w3.org/2003/InkML" xml:id="stk2" contextRef="#ctx0" brushRef="#br0">16489 7585 0,'25'0'90,"0"0"-82,26 0 0,0 0-2,25 0 2,-25 0 3,50 0-6,1 0 13,-52 0-9,-24 0-2,50 0 0,-51 0 0,51 0 5,-25 0-6,-25 0-1,24 0 6,1 0-6,50 0 6,-75 0-5,75 0 4,-25 0 4,-50 0-4,-1 0-4,51 0 2,-50 0 1,-1 0 6,0 0-4,1 0 28</inkml:trace>
    </iact:actionData>
  </iact:action>
  <iact:action type="add" startTime="51292">
    <iact:property name="dataType"/>
    <iact:actionData xml:id="d3">
      <inkml:trace xmlns:inkml="http://www.w3.org/2003/InkML" xml:id="stk3" contextRef="#ctx0" brushRef="#br0">5885 8777 0,'76'0'378,"-51"0"-372,1 0 4,24 0 6,-24 0-10,-1 0 1,0 0 7,26 0 0,-25 0 1,-1 0-6,51 0-2,-51 0 1,1 0 0,25 0-2,-26 0 10,0 0 3,26 0-12,-26 0 3,1 0 6,-1 0-5,0 0 5,1 0-7,-1 0 7,51 0-8,-50 0-1,-1 0 9,26 0 2,-26 0-12,1 0 3,-1 0-1,26 0 2,-26 0-5,0 0 4,26 0 10,0 0-12,-26 0 3,26 0 2,-26 0-5,1 0 10,50 0-2,-51 0-6,26 0-1,-26 0 0,1 0 0,-1 0 10,26 0-4,-1-25-4,-24 25 6,25 0-7,-26 0-1,0 0-3,1 0 5,-1-25 0,26 25-7,-26 0 11,51 0-10,-50 0 2,-1-26 2,26 26 0,-26 0 8,51 0-8,-50 0 0,-1 0 3,0 0-6,26 0 3,0 0 8,0 0-7,-26 0 0,26 0-1,25 0 8,-51 0-10,0 0 2,26 0 1,-25 0 0,-1 0-2,26 0 0,-26 0 6,26-25 2,-26 0-7,1 25 117,-1 0-101</inkml:trace>
    </iact:actionData>
  </iact:action>
  <iact:action type="add" startTime="55069">
    <iact:property name="dataType"/>
    <iact:actionData xml:id="d4">
      <inkml:trace xmlns:inkml="http://www.w3.org/2003/InkML" xml:id="stk4" contextRef="#ctx0" brushRef="#br0">20675 8701 0</inkml:trace>
    </iact:actionData>
  </iact:action>
  <iact:action type="add" startTime="117821">
    <iact:property name="dataType"/>
    <iact:actionData xml:id="d5">
      <inkml:trace xmlns:inkml="http://www.w3.org/2003/InkML" xml:id="stk5" contextRef="#ctx0" brushRef="#br0">17453 12912 0,'0'-51'113,"0"26"-82,50 25-14,1 0-8,-25 0-3,-1 0 4,26 0-3,-26 0 1,26 0-2,25 0 2,-25 0 3,25 0-3,-26 0-2,77 0 3,-51 0 1,-25 0-4,-25 0 1,50 0-1,0 0 11,-51 0-10,26 0 5,0 0-5,-26 0-1,0 0 2,26 0 16,-26 0-6,1 0-12,-1 0 13,26 0-6,-26 0-3,1 0 46,24 0-43,-24 0 5</inkml:trace>
    </iact:actionData>
  </iact:action>
  <iact:action type="add" startTime="130573">
    <iact:property name="dataType"/>
    <iact:actionData xml:id="d6">
      <inkml:trace xmlns:inkml="http://www.w3.org/2003/InkML" xml:id="stk6" contextRef="#ctx0" brushRef="#br0">12354 14815 0,'25'0'113,"26"0"-105,0 0 0,25 25 0,0-25 0,-51 0 0,51 0-2,-25 0 5,25 0-4,-25 0 2,76 25-2,-77 26 2,1-51 4,0 0-5,25 51 5,0-51-11,-25 0 17,25 25-14,51-25 7,-51 0-7,0 25 5,0 26-1,-51-51-2,77 0-1,-51 26 5,25-26-6,-26 0 6,1 0-7,0 25 46,-26-25-42,77 0 17,-77 0-12,26 0-4,0 0-1,-26 0 16,26 0-17,-26 0 2,0 0 6,52 0 1,-27 0-7,26 0 7,-50 0 1,-1 0 1,26 0 6,0-25 7,-26 25 7,0-26-27,1 26 43,-1-25-47</inkml:trace>
    </iact:actionData>
  </iact:action>
</iact:actions>
</file>

<file path=ppt/ink/inkAction1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15323">
    <iact:property name="dataType"/>
    <iact:actionData xml:id="d0">
      <inkml:trace xmlns:inkml="http://www.w3.org/2003/InkML" xml:id="stk0" contextRef="#ctx0" brushRef="#br0">4363 7484 0,'25'25'59,"0"0"-55,26 1 14,0-26-10,-26 0-2,26 0 7,25 0 6,-51 0-7,52 0-5,-52 0 3,26 0-4,25 0 4,-51 0-7,1 0 8,-1 0-3,26 0 0,-26 0 0,26 0-1,-26 0 1,0 0 1,1 0-1,25 0-1,-26 0-1,51 0 4,-51 0-4,1 0 5,50 0-5,-51 0 4,1 0 21,24 0-25,1 0 14,-26 0-15,1 0 4,-1 25 14,1-25 34,-1 0 21</inkml:trace>
    </iact:actionData>
  </iact:action>
  <iact:action type="add" startTime="19787">
    <iact:property name="dataType"/>
    <iact:actionData xml:id="d1">
      <inkml:trace xmlns:inkml="http://www.w3.org/2003/InkML" xml:id="stk1" contextRef="#ctx0" brushRef="#br0">11720 8676 0,'50'0'96,"-24"0"-85,50 0 0,-51 0 2,0 0-9,52 0 8,-27 0-8,-24 0 9,-1 0-10,0 0 9,1 0 0,-1 0-2,26 0 0,0 0 5,-26 0-10,0 0 11,1 0-8,-1 0 1,0 0-2,52 0 1,-52 0 3,0 0-5,1 0 12,-1 0-11,0 0 7,1 0-4,25 0-4,-26 0 1,0 0 9,26 0-4,-26 0-8,1 0 5,-1 0-2,26 0 5,-26 0 1,1 0 2,24 0-7,-24 0 1,-1 0-1,51 0 10,-50 0-11,50 0 15,-51 0-11,26 0 4,-1 0-7,-24 0 8,-1 0 9,26 0 6,-26 0-17,1 0 14,-1 0 2</inkml:trace>
    </iact:actionData>
  </iact:action>
  <iact:action type="add" startTime="37427">
    <iact:property name="dataType"/>
    <iact:actionData xml:id="d2">
      <inkml:trace xmlns:inkml="http://www.w3.org/2003/InkML" xml:id="stk2" contextRef="#ctx0" brushRef="#br0">19736 12354 0,'25'0'18,"1"0"12,24 0 0,-24 0-18,-1 0-6,0 0 19,1 0-11,-1 0-3,26 0-6,0 0 3,-26 0 0,0 0 2,1 0 4,-1 0 13,1 0-14,-1 0 3,0 0 16,26 0 7,-26 0-2,26-25 9,-51-1 26,25 26-33,1 0 25,-1 0 17,1 0-64,24 0 14,-24 0 24,-1-25-47,26 25 25,-26 0-16,1 0-4,-1-25-1,0 25 34,1 0 0</inkml:trace>
    </iact:actionData>
  </iact:action>
  <iact:action type="add" startTime="52539">
    <iact:property name="dataType"/>
    <iact:actionData xml:id="d3">
      <inkml:trace xmlns:inkml="http://www.w3.org/2003/InkML" xml:id="stk3" contextRef="#ctx0" brushRef="#br0">23719 13445 0,'50'0'63,"1"0"-45,-25 0-12,24 0 5,1 0-2,0 50-2,25-50 8,0 26-5,0-26-6,51 0 5,-51 25 2,-25-25-7,25 0 6,51 26-3,-26-26 1,1 76 0,-1-76 0,26 0 1,-26 25-3,52-25 2,-27 0 3,27 0-5,-1 25 4,-51-25-4,1 26 5,25-26-6,-77 51 1,27-51 4,-27 0-4,1 25 4,0-25-3,-26 0 0,51 0 3,-50 0-2,24 0 18,-24 0-13</inkml:trace>
    </iact:actionData>
  </iact:action>
</iact:actions>
</file>

<file path=ppt/ink/inkAction12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0-05-03T23:39:40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act:action type="add" startTime="5076">
    <iact:property name="dataType"/>
    <iact:actionData xml:id="d0">
      <inkml:trace xmlns:inkml="http://www.w3.org/2003/InkML" xml:id="stk0" contextRef="#ctx0" brushRef="#br0">19203 5810 0,'51'25'126,"-26"-25"-110,51 0 8,-50 0-13,24 0-6,27 0 15,-27 0-14,26 0 0,-50 0 4,50 0-4,-51 0 2,1 0 2,50 0 4,-26 0 2,1 0-7,-25 0-1,24 0 0,26 0-1,-50 0 6,75 0-9,-75 0 7,50 0-3,-26 0 7,1 0-10,-25 0 7,-1 0-7,0 0 5,26 0 0,-26 0 1,1 0-3,25 0 5,-1 0-7,-24 0-1,-1 0 3,0 0 2,1 0-2,-1 0 0,51 25-2,-50-25 11,-1 0-7,0 0-4,1 0 1,-1 0 2,51 0 0,-25 0 5,-26 0-2,26 0-6,-26 0 5,1 0 4,50 0-9,-51 0 0,1 0 2,24 0 3,-24 0 13,-1 0-1,26 0-8,-26 0 3,1 0-10,-1 0-1,0 0 0,1 0 2,-1 0 1,0 0-3,26 0-2,-26 0 3,1 0 5,25 0-8,-1 0 3,52 0-3,-77 0 3,102 0 0,-76 0 3,-1 0-5,1-25 3,25 25-2,-25 0 3,-26-25-4,52 25 4,-27 0 0,1 0-4,-26 0 2,77 0 0,-51 0 1,25-26 8,-51 26-14,51 0 5,-50 0 2,-1 0-4,51-51 5,-51 51-5,1 0 4,24 0-1,-24 0-1,-1 0 5,1 0-5,24 0 18,-24 0 4</inkml:trace>
    </iact:actionData>
  </iact:action>
  <iact:action type="add" startTime="18738">
    <iact:property name="dataType"/>
    <iact:actionData xml:id="d1">
      <inkml:trace xmlns:inkml="http://www.w3.org/2003/InkML" xml:id="stk1" contextRef="#ctx0" brushRef="#br0">4033 9538 0,'25'0'155,"1"0"-141,50 0-7,-26 0 1,27 0 1,24 0-1,-25 0-1,0 0 4,0-50-5,26 50 5,50-26 7,-101 1-6,0 25 4,-1 0-8,26 0-1,-50 0 1,-1 0 2,77-51-2,-77 51 9,26 0-4,-26 0-3,0 0-1,26-25-2,-25 25 3,-1 0-6,0 0 13,26 0-3,-26 0-1,1-26-10,50 26 31,-51 0-19,-25-25 1,26 25-7,24 0 0,-24 0-3,24 0 2,103 0 8,-103 0-7,1 0-3,51-25 4,-77 25-5,51 0 6,-25 0-6,50 0 3,26 0 2,-102 0-3,1 0 17,50 0-15,-51 0-1,51 0 1,-25 0-2,25 0 3,-25 0-3,-26 0 2,51 0-2,-50 0 3,25 0-4,-26 0 4,26 0-6,-1 50 5,-24-50 0,-1 0-2,51 0 2,-50 0-3,24 26 5,1-26-6,-26 0 5,102 25-4,-76-25 10,0 26 9,0-1-8,-1 26-8,-24-51-3,-1 0 1,51 25 9,-51-25-7,1 0-2,-26 25 3,25-25 8,26 0 4</inkml:trace>
    </iact:actionData>
  </iact:action>
  <iact:action type="add" startTime="20691">
    <iact:property name="dataType"/>
    <iact:actionData xml:id="d2">
      <inkml:trace xmlns:inkml="http://www.w3.org/2003/InkML" xml:id="stk2" contextRef="#ctx0" brushRef="#br0">16057 9716 0,'77'0'210,"-52"0"-200,0 0-4,26 0 4,-26 0-7,1 0 9,25 0-5,-1 0 1,26 0 1,26 0-5,-77 0 8,26 0-5,50 0 2,-50 0-2,25 0-1,-25 0 4,25 0-1,-25 0-2,25 0-1,0 0 4,0 0-1,51 0-2,-51 0-2,51 0 6,-51 0-6,0 0 6,0 0-1,-50 0-5,50 0 4,-26 0-4,-24 0 6,75 0-4,-75 0 2,24 0-4,1 0 5,76 25-4,-102-25 4,51 0-3,-25 0 3,25 26-1,-25-26-5,51 0 5,-1 0-2,-50 25 2,25-25 1,25 25-5,26 1 5,-51 24-5,-25-50 6,76 0-6,-26 26 5,-75-26-1,50 0-2,-25 0-1,75 25 4,-24-25 4,-1 51-6,-50-51 2,0 0-4,-26 0 4,26 0-2,50 25 0,-75-25 0,-1 0 1,26 0-2,0 0 2,-26 0-2,26 0 3,-26 0-4,0 0 4,26 0 6,-25 0-11,-1 26 4,51-26 7,-51 0-9,1 0 10,24 0 6,-24 0-14,-1 0-1,1 0-1,24 0 0,-24 0 19,-1 0-10,26 0 1,-26 0-11,1 0 12,-1 0-4,0 0-5,1 0-2,-1 0 1,0 0 2,26 0-2,-26 0-1,1 0 11,25 0-10,-26 0 0,0 0-3,1-26 6,50 1-3,0 25 14,-25 0-12,-26 0-1,51-25-2,-51 25-1,52 0 4,-52 0 0,76-26-7,-75 26 13,50-51-7,-25 26 0,-26 25-2,51-25 10,-51 25-8,1 0-1,-1 0-1,1 0 1,-1 0 121</inkml:trace>
    </iact:actionData>
  </iact:action>
  <iact:action type="add" startTime="41754">
    <iact:property name="dataType"/>
    <iact:actionData xml:id="d3">
      <inkml:trace xmlns:inkml="http://www.w3.org/2003/InkML" xml:id="stk3" contextRef="#ctx0" brushRef="#br0">14053 11289 0,'-25'-26'27,"76"26"500,-1 0-520,27 0 1,-27 0 0,52 0-1,25 0 6,-26 0-10,-25 0 5,51 0 3,-25 0-5,24 0 4,-75 0-4,51 0 1,-52 0 1,26 0 1,-50 0 0,75 0-2,-50 0 0,25 0 1,-25 0 5,25 0-10,-25 0 6,50 0-2,1 0 2,-26 0-1,0 0 1,51 0-1,-77 0 0,52 0 0,-1 0-2,-50 0 4,-26 0-4,77 0 2,-51 0 0,25 0 0,-25 0 0,25 0 0,0 0 1,51-50-1,-77 50 0,1 0 0,-26 0 0,26 0 0,-25 0 0,50 0-1,-51 0 1,0 0 0,51 0 3,-25 0-6,-25 0 5,-1 0-3,26-26 2,-26 26 7,51 0-10,-50 0 9,50-25-7,-51 25 2,26 0 0,-1 0-4,-24 0 4,-1 0-2,51 0 1,-50 0-5,-1 0 4,26 0 0,0 0 2,25 0 4,-51 0-6,0 0 0,26 0 1,-26 0 0,1 0-3,-1 0 4,51 0-1,-50 0 5,-1 0-5,0 0 1,1 0-4,-1 0 8,1 0 4,24 0-8,-24 0 2,-1 0 3021,26 0-3026,-26 0 19,0 0 14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60F02-A082-4DA5-BB16-90DDCD7AA535}" type="datetimeFigureOut">
              <a:rPr lang="en-MY" smtClean="0"/>
              <a:t>4/5/2020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E8FBD-9CE5-4541-A66D-D8673FD14B7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513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409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F6A6-5BDF-41D7-9B84-3DCB4D0C04F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47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2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1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96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7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3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96" y="6487367"/>
            <a:ext cx="12175067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12192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667" y="106364"/>
            <a:ext cx="1593851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3168651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3036" y="6620436"/>
            <a:ext cx="5588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59839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4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image" Target="../media/image4.png"/><Relationship Id="rId2" Type="http://schemas.openxmlformats.org/officeDocument/2006/relationships/audio" Target="../media/media2.m4a"/><Relationship Id="rId16" Type="http://schemas.openxmlformats.org/officeDocument/2006/relationships/image" Target="../media/image5.png"/><Relationship Id="rId1" Type="http://schemas.microsoft.com/office/2007/relationships/media" Target="../media/media2.m4a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microsoft.com/office/2011/relationships/inkAction" Target="../ink/inkAction1.xml"/><Relationship Id="rId10" Type="http://schemas.openxmlformats.org/officeDocument/2006/relationships/diagramData" Target="../diagrams/data2.xml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microsoft.com/office/2011/relationships/inkAction" Target="../ink/inkAction2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microsoft.com/office/2011/relationships/inkAction" Target="../ink/inkAction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microsoft.com/office/2011/relationships/inkAction" Target="../ink/inkAction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microsoft.com/office/2011/relationships/inkAction" Target="../ink/inkAction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microsoft.com/office/2011/relationships/inkAction" Target="../ink/inkAction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microsoft.com/office/2011/relationships/inkAction" Target="../ink/inkAction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microsoft.com/office/2011/relationships/inkAction" Target="../ink/inkAction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microsoft.com/office/2011/relationships/inkAction" Target="../ink/inkAction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microsoft.com/office/2011/relationships/inkAction" Target="../ink/inkAction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microsoft.com/office/2011/relationships/inkAction" Target="../ink/inkAction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microsoft.com/office/2011/relationships/inkAction" Target="../ink/inkAction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8: </a:t>
            </a:r>
            <a:b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Software Verification, Validation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 and Testing</a:t>
            </a:r>
            <a:br>
              <a:rPr lang="en-US" dirty="0">
                <a:cs typeface="Arial" panose="020B0604020202020204" pitchFamily="34" charset="0"/>
              </a:rPr>
            </a:br>
            <a:r>
              <a:rPr lang="en-US" dirty="0">
                <a:cs typeface="Arial" panose="020B0604020202020204" pitchFamily="34" charset="0"/>
              </a:rPr>
              <a:t>PART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62450"/>
            <a:ext cx="8534400" cy="1752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Software Engineering</a:t>
            </a:r>
          </a:p>
          <a:p>
            <a:r>
              <a:rPr lang="en-US" sz="2800" dirty="0"/>
              <a:t>School of Computing, Faculty of Engineering</a:t>
            </a:r>
          </a:p>
          <a:p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44B94CF2-9B09-4990-BFA8-FD348294D9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70"/>
    </mc:Choice>
    <mc:Fallback>
      <p:transition spd="slow" advTm="149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on SDLC Phases &amp; Artefacts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417639"/>
          <a:ext cx="3048000" cy="507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/>
        </p:nvGraphicFramePr>
        <p:xfrm>
          <a:off x="6781800" y="1330552"/>
          <a:ext cx="3048000" cy="507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1" name="Striped Right Arrow 7"/>
          <p:cNvSpPr>
            <a:spLocks/>
          </p:cNvSpPr>
          <p:nvPr/>
        </p:nvSpPr>
        <p:spPr bwMode="auto">
          <a:xfrm>
            <a:off x="5217210" y="1447801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Striped Right Arrow 9"/>
          <p:cNvSpPr>
            <a:spLocks/>
          </p:cNvSpPr>
          <p:nvPr/>
        </p:nvSpPr>
        <p:spPr bwMode="auto">
          <a:xfrm>
            <a:off x="5181600" y="2179755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Striped Right Arrow 10"/>
          <p:cNvSpPr>
            <a:spLocks/>
          </p:cNvSpPr>
          <p:nvPr/>
        </p:nvSpPr>
        <p:spPr bwMode="auto">
          <a:xfrm>
            <a:off x="5242610" y="2929322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Striped Right Arrow 11"/>
          <p:cNvSpPr>
            <a:spLocks/>
          </p:cNvSpPr>
          <p:nvPr/>
        </p:nvSpPr>
        <p:spPr bwMode="auto">
          <a:xfrm>
            <a:off x="5257800" y="3607991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Striped Right Arrow 12"/>
          <p:cNvSpPr>
            <a:spLocks/>
          </p:cNvSpPr>
          <p:nvPr/>
        </p:nvSpPr>
        <p:spPr bwMode="auto">
          <a:xfrm>
            <a:off x="5257800" y="4442633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Striped Right Arrow 13"/>
          <p:cNvSpPr>
            <a:spLocks/>
          </p:cNvSpPr>
          <p:nvPr/>
        </p:nvSpPr>
        <p:spPr bwMode="auto">
          <a:xfrm>
            <a:off x="5257800" y="5227403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Striped Right Arrow 14"/>
          <p:cNvSpPr>
            <a:spLocks/>
          </p:cNvSpPr>
          <p:nvPr/>
        </p:nvSpPr>
        <p:spPr bwMode="auto">
          <a:xfrm>
            <a:off x="5257800" y="5996547"/>
            <a:ext cx="1371600" cy="457200"/>
          </a:xfrm>
          <a:custGeom>
            <a:avLst/>
            <a:gdLst>
              <a:gd name="T0" fmla="*/ 0 w 1371600"/>
              <a:gd name="T1" fmla="*/ 84950 h 457200"/>
              <a:gd name="T2" fmla="*/ 14288 w 1371600"/>
              <a:gd name="T3" fmla="*/ 84950 h 457200"/>
              <a:gd name="T4" fmla="*/ 14288 w 1371600"/>
              <a:gd name="T5" fmla="*/ 372250 h 457200"/>
              <a:gd name="T6" fmla="*/ 0 w 1371600"/>
              <a:gd name="T7" fmla="*/ 372250 h 457200"/>
              <a:gd name="T8" fmla="*/ 0 w 1371600"/>
              <a:gd name="T9" fmla="*/ 84950 h 457200"/>
              <a:gd name="T10" fmla="*/ 28575 w 1371600"/>
              <a:gd name="T11" fmla="*/ 84950 h 457200"/>
              <a:gd name="T12" fmla="*/ 57150 w 1371600"/>
              <a:gd name="T13" fmla="*/ 84950 h 457200"/>
              <a:gd name="T14" fmla="*/ 57150 w 1371600"/>
              <a:gd name="T15" fmla="*/ 372250 h 457200"/>
              <a:gd name="T16" fmla="*/ 28575 w 1371600"/>
              <a:gd name="T17" fmla="*/ 372250 h 457200"/>
              <a:gd name="T18" fmla="*/ 28575 w 1371600"/>
              <a:gd name="T19" fmla="*/ 84950 h 457200"/>
              <a:gd name="T20" fmla="*/ 71438 w 1371600"/>
              <a:gd name="T21" fmla="*/ 84950 h 457200"/>
              <a:gd name="T22" fmla="*/ 1156547 w 1371600"/>
              <a:gd name="T23" fmla="*/ 84950 h 457200"/>
              <a:gd name="T24" fmla="*/ 1156547 w 1371600"/>
              <a:gd name="T25" fmla="*/ 0 h 457200"/>
              <a:gd name="T26" fmla="*/ 1371600 w 1371600"/>
              <a:gd name="T27" fmla="*/ 228600 h 457200"/>
              <a:gd name="T28" fmla="*/ 1156547 w 1371600"/>
              <a:gd name="T29" fmla="*/ 457200 h 457200"/>
              <a:gd name="T30" fmla="*/ 1156547 w 1371600"/>
              <a:gd name="T31" fmla="*/ 372250 h 457200"/>
              <a:gd name="T32" fmla="*/ 71438 w 1371600"/>
              <a:gd name="T33" fmla="*/ 372250 h 457200"/>
              <a:gd name="T34" fmla="*/ 71438 w 1371600"/>
              <a:gd name="T35" fmla="*/ 84950 h 457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371600" h="457200">
                <a:moveTo>
                  <a:pt x="0" y="84950"/>
                </a:moveTo>
                <a:lnTo>
                  <a:pt x="14288" y="84950"/>
                </a:lnTo>
                <a:lnTo>
                  <a:pt x="14288" y="372250"/>
                </a:lnTo>
                <a:lnTo>
                  <a:pt x="0" y="372250"/>
                </a:lnTo>
                <a:lnTo>
                  <a:pt x="0" y="84950"/>
                </a:lnTo>
                <a:close/>
                <a:moveTo>
                  <a:pt x="28575" y="84950"/>
                </a:moveTo>
                <a:lnTo>
                  <a:pt x="57150" y="84950"/>
                </a:lnTo>
                <a:lnTo>
                  <a:pt x="57150" y="372250"/>
                </a:lnTo>
                <a:lnTo>
                  <a:pt x="28575" y="372250"/>
                </a:lnTo>
                <a:lnTo>
                  <a:pt x="28575" y="84950"/>
                </a:lnTo>
                <a:close/>
                <a:moveTo>
                  <a:pt x="71438" y="84950"/>
                </a:moveTo>
                <a:lnTo>
                  <a:pt x="1156547" y="84950"/>
                </a:lnTo>
                <a:lnTo>
                  <a:pt x="1156547" y="0"/>
                </a:lnTo>
                <a:lnTo>
                  <a:pt x="1371600" y="228600"/>
                </a:lnTo>
                <a:lnTo>
                  <a:pt x="1156547" y="457200"/>
                </a:lnTo>
                <a:lnTo>
                  <a:pt x="1156547" y="372250"/>
                </a:lnTo>
                <a:lnTo>
                  <a:pt x="71438" y="372250"/>
                </a:lnTo>
                <a:lnTo>
                  <a:pt x="71438" y="84950"/>
                </a:lnTo>
                <a:close/>
              </a:path>
            </a:pathLst>
          </a:custGeom>
          <a:gradFill rotWithShape="1">
            <a:gsLst>
              <a:gs pos="0">
                <a:srgbClr val="FFE5E5"/>
              </a:gs>
              <a:gs pos="64999">
                <a:srgbClr val="FFBEBD"/>
              </a:gs>
              <a:gs pos="100000">
                <a:srgbClr val="FFA2A1"/>
              </a:gs>
            </a:gsLst>
            <a:lin ang="5400000" scaled="1"/>
          </a:gradFill>
          <a:ln w="9525" cap="flat" cmpd="sng">
            <a:solidFill>
              <a:srgbClr val="BE4B48"/>
            </a:solidFill>
            <a:prstDash val="solid"/>
            <a:round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8" name="Straight Connector 17"/>
          <p:cNvCxnSpPr>
            <a:cxnSpLocks noChangeShapeType="1"/>
          </p:cNvCxnSpPr>
          <p:nvPr/>
        </p:nvCxnSpPr>
        <p:spPr bwMode="auto">
          <a:xfrm>
            <a:off x="1524000" y="4386942"/>
            <a:ext cx="914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</p:cxnSp>
      <p:sp>
        <p:nvSpPr>
          <p:cNvPr id="19" name="Right Brace 18"/>
          <p:cNvSpPr/>
          <p:nvPr/>
        </p:nvSpPr>
        <p:spPr>
          <a:xfrm>
            <a:off x="9711267" y="2058938"/>
            <a:ext cx="270933" cy="1592500"/>
          </a:xfrm>
          <a:prstGeom prst="rightBrace">
            <a:avLst>
              <a:gd name="adj1" fmla="val 8333"/>
              <a:gd name="adj2" fmla="val 533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9939867" y="2748303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prstClr val="black"/>
                </a:solidFill>
              </a:rPr>
              <a:t>SRS</a:t>
            </a:r>
          </a:p>
        </p:txBody>
      </p:sp>
      <p:sp>
        <p:nvSpPr>
          <p:cNvPr id="21" name="Right Brace 20"/>
          <p:cNvSpPr/>
          <p:nvPr/>
        </p:nvSpPr>
        <p:spPr>
          <a:xfrm>
            <a:off x="9711267" y="3727177"/>
            <a:ext cx="228600" cy="606425"/>
          </a:xfrm>
          <a:prstGeom prst="rightBrace">
            <a:avLst>
              <a:gd name="adj1" fmla="val 8333"/>
              <a:gd name="adj2" fmla="val 533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9906000" y="388711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400" b="1" dirty="0">
                <a:solidFill>
                  <a:prstClr val="black"/>
                </a:solidFill>
              </a:rPr>
              <a:t>SDD</a:t>
            </a:r>
          </a:p>
        </p:txBody>
      </p:sp>
      <p:sp>
        <p:nvSpPr>
          <p:cNvPr id="23" name="Right Brace 22"/>
          <p:cNvSpPr/>
          <p:nvPr/>
        </p:nvSpPr>
        <p:spPr>
          <a:xfrm>
            <a:off x="9704011" y="5214889"/>
            <a:ext cx="228600" cy="606425"/>
          </a:xfrm>
          <a:prstGeom prst="rightBrace">
            <a:avLst>
              <a:gd name="adj1" fmla="val 8333"/>
              <a:gd name="adj2" fmla="val 5336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9898744" y="537483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1400" b="1">
                <a:solidFill>
                  <a:prstClr val="black"/>
                </a:solidFill>
              </a:rPr>
              <a:t>STD</a:t>
            </a:r>
            <a:endParaRPr lang="en-US" sz="1400" b="1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1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FF158E-16B0-4E87-9D7E-8D67D90A1B1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0146240" y="3059280"/>
              <a:ext cx="237600" cy="27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FF158E-16B0-4E87-9D7E-8D67D90A1B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36880" y="3049920"/>
                <a:ext cx="256320" cy="464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CA235D89-A4DD-4443-83F8-8039DF9B46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5879"/>
    </mc:Choice>
    <mc:Fallback>
      <p:transition spd="slow" advTm="1458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76800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sz="2800" dirty="0"/>
              <a:t>Verification and Validation (V&amp;V): Definition, goal, techniques and purposes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Inspection vs. testing: Complement to each other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Software testing: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Definition, goal, techniques and purposes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Stages: development, release, user/customer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Process: test cases, test data, test results, test reports</a:t>
            </a:r>
          </a:p>
          <a:p>
            <a:pPr lvl="1" algn="just">
              <a:lnSpc>
                <a:spcPct val="80000"/>
              </a:lnSpc>
            </a:pPr>
            <a:r>
              <a:rPr lang="en-US" dirty="0"/>
              <a:t>Focus in designing </a:t>
            </a:r>
            <a:r>
              <a:rPr lang="en-US" b="1" dirty="0">
                <a:solidFill>
                  <a:srgbClr val="C00000"/>
                </a:solidFill>
              </a:rPr>
              <a:t>test cases </a:t>
            </a:r>
            <a:r>
              <a:rPr lang="en-US" dirty="0"/>
              <a:t>to perform testing based on </a:t>
            </a:r>
            <a:r>
              <a:rPr lang="en-US" b="1" dirty="0">
                <a:solidFill>
                  <a:srgbClr val="C00000"/>
                </a:solidFill>
              </a:rPr>
              <a:t>three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strategies</a:t>
            </a:r>
            <a:r>
              <a:rPr lang="en-US" dirty="0"/>
              <a:t>: </a:t>
            </a:r>
          </a:p>
          <a:p>
            <a:pPr marL="457200" lvl="1" indent="0" algn="just">
              <a:lnSpc>
                <a:spcPct val="80000"/>
              </a:lnSpc>
              <a:buNone/>
            </a:pPr>
            <a:r>
              <a:rPr lang="en-US" dirty="0"/>
              <a:t>   (</a:t>
            </a:r>
            <a:r>
              <a:rPr lang="en-US" dirty="0" err="1"/>
              <a:t>i</a:t>
            </a:r>
            <a:r>
              <a:rPr lang="en-US" dirty="0"/>
              <a:t>) Requirement-based (ii) Black-box (iii) White-box</a:t>
            </a:r>
          </a:p>
          <a:p>
            <a:pPr algn="just">
              <a:lnSpc>
                <a:spcPct val="80000"/>
              </a:lnSpc>
            </a:pPr>
            <a:endParaRPr lang="en-US" sz="2800" dirty="0"/>
          </a:p>
          <a:p>
            <a:pPr marL="0" indent="0" algn="just">
              <a:buNone/>
            </a:pPr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D0244-1752-4955-983C-F48123CDB83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629800" y="1872360"/>
              <a:ext cx="7562160" cy="4411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D0244-1752-4955-983C-F48123CDB8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0440" y="1863000"/>
                <a:ext cx="7580880" cy="44298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37B0CA27-A8B1-4B47-B4D0-DD3B381EEF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24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187"/>
    </mc:Choice>
    <mc:Fallback>
      <p:transition spd="slow" advTm="641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discuss V&amp;V differences and techniques</a:t>
            </a:r>
          </a:p>
          <a:p>
            <a:r>
              <a:rPr lang="en-GB" dirty="0"/>
              <a:t>To describe different types of testing and its definition</a:t>
            </a:r>
          </a:p>
          <a:p>
            <a:r>
              <a:rPr lang="en-GB" dirty="0"/>
              <a:t>To learn three strategies for generating system test cases</a:t>
            </a:r>
          </a:p>
          <a:p>
            <a:pPr marL="514350" indent="-514350"/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2B4BA3F-64AA-43A4-81F6-455219FC255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775960" y="3388320"/>
              <a:ext cx="1562040" cy="146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2B4BA3F-64AA-43A4-81F6-455219FC25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6600" y="3378960"/>
                <a:ext cx="1580760" cy="1648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2BD06A35-BD29-4D1C-A48E-0FA085F311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86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282"/>
    </mc:Choice>
    <mc:Fallback>
      <p:transition spd="slow" advTm="172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Verification vs. Validation </a:t>
            </a:r>
            <a:br>
              <a:rPr lang="en-GB" dirty="0"/>
            </a:br>
            <a:r>
              <a:rPr lang="en-GB" dirty="0"/>
              <a:t>(Boehm, 1979)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Verification: </a:t>
            </a:r>
            <a:br>
              <a:rPr lang="en-GB" dirty="0"/>
            </a:br>
            <a:r>
              <a:rPr lang="en-GB" dirty="0"/>
              <a:t>	</a:t>
            </a:r>
            <a:r>
              <a:rPr lang="en-GB" i="1" dirty="0"/>
              <a:t>“Are we building the </a:t>
            </a:r>
            <a:r>
              <a:rPr lang="en-GB" i="1" dirty="0">
                <a:solidFill>
                  <a:srgbClr val="C00000"/>
                </a:solidFill>
              </a:rPr>
              <a:t>product right</a:t>
            </a:r>
            <a:r>
              <a:rPr lang="en-GB" altLang="en-US" i="1" dirty="0"/>
              <a:t>”</a:t>
            </a:r>
            <a:endParaRPr lang="en-GB" altLang="ja-JP" dirty="0"/>
          </a:p>
          <a:p>
            <a:pPr lvl="1">
              <a:lnSpc>
                <a:spcPct val="90000"/>
              </a:lnSpc>
            </a:pPr>
            <a:r>
              <a:rPr lang="en-GB" sz="3200" dirty="0"/>
              <a:t>The software should </a:t>
            </a:r>
            <a:r>
              <a:rPr lang="en-GB" sz="3200" b="1" dirty="0">
                <a:solidFill>
                  <a:srgbClr val="C00000"/>
                </a:solidFill>
              </a:rPr>
              <a:t>conform</a:t>
            </a:r>
            <a:r>
              <a:rPr lang="en-GB" sz="3200" dirty="0"/>
              <a:t> to </a:t>
            </a:r>
            <a:r>
              <a:rPr lang="en-GB" sz="3200" b="1" dirty="0">
                <a:solidFill>
                  <a:srgbClr val="C00000"/>
                </a:solidFill>
              </a:rPr>
              <a:t>its specification</a:t>
            </a:r>
            <a:endParaRPr lang="en-GB" sz="32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dirty="0"/>
              <a:t>Validation:</a:t>
            </a:r>
            <a:br>
              <a:rPr lang="en-GB" dirty="0"/>
            </a:br>
            <a:r>
              <a:rPr lang="en-GB" dirty="0"/>
              <a:t>	 </a:t>
            </a:r>
            <a:r>
              <a:rPr lang="en-GB" i="1" dirty="0"/>
              <a:t>“Are we building the </a:t>
            </a:r>
            <a:r>
              <a:rPr lang="en-GB" i="1" dirty="0">
                <a:solidFill>
                  <a:srgbClr val="C00000"/>
                </a:solidFill>
              </a:rPr>
              <a:t>right product</a:t>
            </a:r>
            <a:r>
              <a:rPr lang="en-GB" altLang="en-US" i="1" dirty="0"/>
              <a:t>”</a:t>
            </a:r>
            <a:endParaRPr lang="en-GB" i="1" dirty="0"/>
          </a:p>
          <a:p>
            <a:pPr lvl="1">
              <a:lnSpc>
                <a:spcPct val="90000"/>
              </a:lnSpc>
            </a:pPr>
            <a:r>
              <a:rPr lang="en-GB" sz="3200" dirty="0"/>
              <a:t>The software should </a:t>
            </a:r>
            <a:r>
              <a:rPr lang="en-GB" sz="3200" b="1" dirty="0">
                <a:solidFill>
                  <a:srgbClr val="C00000"/>
                </a:solidFill>
              </a:rPr>
              <a:t>do</a:t>
            </a:r>
            <a:r>
              <a:rPr lang="en-GB" sz="3200" dirty="0">
                <a:solidFill>
                  <a:srgbClr val="C00000"/>
                </a:solidFill>
              </a:rPr>
              <a:t> </a:t>
            </a:r>
            <a:r>
              <a:rPr lang="en-GB" sz="3200" b="1" dirty="0">
                <a:solidFill>
                  <a:srgbClr val="C00000"/>
                </a:solidFill>
              </a:rPr>
              <a:t>what the user really requires</a:t>
            </a:r>
            <a:endParaRPr lang="en-GB" sz="3200" dirty="0"/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49AF685-1F20-4E70-8EE7-D6149033EA7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287360" y="749160"/>
              <a:ext cx="6767640" cy="2931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49AF685-1F20-4E70-8EE7-D6149033EA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000" y="739800"/>
                <a:ext cx="6786360" cy="29502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B8CB0471-68F4-4818-930A-74A6CFCDA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91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881"/>
    </mc:Choice>
    <mc:Fallback>
      <p:transition spd="slow" advTm="958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V&amp;V Goal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GB" sz="2800" dirty="0"/>
              <a:t>V&amp;V should establish confidence that the software is </a:t>
            </a:r>
            <a:r>
              <a:rPr lang="en-GB" sz="2800" b="1" dirty="0">
                <a:solidFill>
                  <a:srgbClr val="C00000"/>
                </a:solidFill>
              </a:rPr>
              <a:t>fit for purpose</a:t>
            </a:r>
            <a:endParaRPr lang="en-GB" sz="2800" b="1" dirty="0"/>
          </a:p>
          <a:p>
            <a:pPr algn="just">
              <a:lnSpc>
                <a:spcPct val="90000"/>
              </a:lnSpc>
            </a:pPr>
            <a:r>
              <a:rPr lang="en-GB" sz="2800" dirty="0"/>
              <a:t>This does </a:t>
            </a:r>
            <a:r>
              <a:rPr lang="en-GB" sz="2800" b="1" dirty="0">
                <a:solidFill>
                  <a:srgbClr val="C00000"/>
                </a:solidFill>
              </a:rPr>
              <a:t>NOT</a:t>
            </a:r>
            <a:r>
              <a:rPr lang="en-GB" sz="2800" dirty="0"/>
              <a:t> mean completely free of defects</a:t>
            </a:r>
          </a:p>
          <a:p>
            <a:pPr algn="just">
              <a:lnSpc>
                <a:spcPct val="90000"/>
              </a:lnSpc>
            </a:pPr>
            <a:r>
              <a:rPr lang="en-GB" sz="2800" dirty="0"/>
              <a:t>It must be </a:t>
            </a:r>
            <a:r>
              <a:rPr lang="en-GB" sz="2800" b="1" dirty="0">
                <a:solidFill>
                  <a:srgbClr val="C00000"/>
                </a:solidFill>
              </a:rPr>
              <a:t>good enough </a:t>
            </a:r>
            <a:r>
              <a:rPr lang="en-GB" sz="2800" dirty="0"/>
              <a:t>for its intended use and the type of use will determine the </a:t>
            </a:r>
            <a:r>
              <a:rPr lang="en-GB" sz="2800" b="1" dirty="0">
                <a:solidFill>
                  <a:srgbClr val="C00000"/>
                </a:solidFill>
              </a:rPr>
              <a:t>degree of confidence</a:t>
            </a:r>
            <a:r>
              <a:rPr lang="en-GB" sz="2800" dirty="0"/>
              <a:t> that is needed</a:t>
            </a:r>
          </a:p>
          <a:p>
            <a:pPr algn="just">
              <a:lnSpc>
                <a:spcPct val="90000"/>
              </a:lnSpc>
              <a:buNone/>
            </a:pPr>
            <a:endParaRPr lang="en-US" sz="2800" dirty="0"/>
          </a:p>
          <a:p>
            <a:pPr algn="just"/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6E1B62-9BAE-4042-8FC6-956D06027B88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241800" y="2009160"/>
              <a:ext cx="2192040" cy="1534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6E1B62-9BAE-4042-8FC6-956D06027B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2440" y="1999800"/>
                <a:ext cx="2210760" cy="15534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79FC9627-DF7C-45D5-B0DD-BD276292ED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098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211"/>
    </mc:Choice>
    <mc:Fallback>
      <p:transition spd="slow" advTm="58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V&amp;V: Degree-of-Confidence Category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rmAutofit/>
          </a:bodyPr>
          <a:lstStyle/>
          <a:p>
            <a:pPr marL="514350" indent="-457200">
              <a:lnSpc>
                <a:spcPct val="90000"/>
              </a:lnSpc>
            </a:pPr>
            <a:r>
              <a:rPr lang="en-GB" sz="2400" b="1" dirty="0"/>
              <a:t>Software function/purpose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The level of confidence depends on </a:t>
            </a:r>
            <a:r>
              <a:rPr lang="en-GB" sz="2400" b="1" dirty="0">
                <a:solidFill>
                  <a:srgbClr val="C00000"/>
                </a:solidFill>
              </a:rPr>
              <a:t>how critical the software</a:t>
            </a:r>
            <a:r>
              <a:rPr lang="en-GB" sz="2400" b="1" dirty="0"/>
              <a:t> </a:t>
            </a:r>
            <a:r>
              <a:rPr lang="en-GB" sz="2400" dirty="0"/>
              <a:t>is to an organisation e.g. safety-critical system</a:t>
            </a:r>
          </a:p>
          <a:p>
            <a:pPr marL="514350" indent="-457200">
              <a:lnSpc>
                <a:spcPct val="90000"/>
              </a:lnSpc>
            </a:pPr>
            <a:r>
              <a:rPr lang="en-GB" sz="2400" b="1" dirty="0"/>
              <a:t>User expectations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Users may have </a:t>
            </a:r>
            <a:r>
              <a:rPr lang="en-GB" sz="2400" b="1" dirty="0">
                <a:solidFill>
                  <a:srgbClr val="C00000"/>
                </a:solidFill>
              </a:rPr>
              <a:t>low expectations </a:t>
            </a:r>
            <a:r>
              <a:rPr lang="en-GB" sz="2400" dirty="0"/>
              <a:t>of certain kinds of software (user previous experience, unreliable software especially newly installed software)</a:t>
            </a:r>
          </a:p>
          <a:p>
            <a:pPr marL="514350" indent="-457200">
              <a:lnSpc>
                <a:spcPct val="90000"/>
              </a:lnSpc>
            </a:pPr>
            <a:r>
              <a:rPr lang="en-GB" sz="2400" b="1" dirty="0"/>
              <a:t>Marketing environment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Getting a product to </a:t>
            </a:r>
            <a:r>
              <a:rPr lang="en-GB" sz="2400" b="1" dirty="0">
                <a:solidFill>
                  <a:srgbClr val="C00000"/>
                </a:solidFill>
              </a:rPr>
              <a:t>market early </a:t>
            </a:r>
            <a:r>
              <a:rPr lang="en-GB" sz="2400" dirty="0"/>
              <a:t>may be more important than finding defects in the program (competitive environment – release program first without fully tested to get the contract from customer)</a:t>
            </a:r>
          </a:p>
          <a:p>
            <a:pPr marL="514350" indent="-457200">
              <a:lnSpc>
                <a:spcPct val="90000"/>
              </a:lnSpc>
            </a:pPr>
            <a:endParaRPr lang="en-US" sz="2400" dirty="0"/>
          </a:p>
          <a:p>
            <a:endParaRPr lang="en-MY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A22C4AC-3133-4B67-BFEC-AB318194B659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593440" y="1927080"/>
              <a:ext cx="6922800" cy="3689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A22C4AC-3133-4B67-BFEC-AB318194B6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4080" y="1917720"/>
                <a:ext cx="6941520" cy="370836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EBD366F4-B1BE-46CE-8C0D-546622CF31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48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570"/>
    </mc:Choice>
    <mc:Fallback>
      <p:transition spd="slow" advTm="111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V&amp;V: The Techniques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458200" cy="4525963"/>
          </a:xfrm>
        </p:spPr>
        <p:txBody>
          <a:bodyPr/>
          <a:lstStyle/>
          <a:p>
            <a:pPr algn="just"/>
            <a:r>
              <a:rPr lang="en-US" sz="3000" dirty="0"/>
              <a:t>Verification Technique:</a:t>
            </a:r>
          </a:p>
          <a:p>
            <a:pPr marL="914400" lvl="1" indent="-457200" algn="just"/>
            <a:r>
              <a:rPr lang="en-US" sz="2600" dirty="0"/>
              <a:t>Prototyping</a:t>
            </a:r>
          </a:p>
          <a:p>
            <a:pPr marL="914400" lvl="1" indent="-457200" algn="just"/>
            <a:r>
              <a:rPr lang="en-US" sz="2600" dirty="0"/>
              <a:t>Model Analysis e.g. Model checking, can be validation</a:t>
            </a:r>
          </a:p>
          <a:p>
            <a:pPr marL="914400" lvl="1" indent="-457200" algn="just"/>
            <a:r>
              <a:rPr lang="en-US" sz="2600" dirty="0"/>
              <a:t>Inspection and review (Static testing)</a:t>
            </a:r>
          </a:p>
          <a:p>
            <a:pPr algn="just"/>
            <a:r>
              <a:rPr lang="en-US" sz="3000" dirty="0"/>
              <a:t>Validation Technique:</a:t>
            </a:r>
          </a:p>
          <a:p>
            <a:pPr marL="914400" lvl="1" indent="-457200" algn="just"/>
            <a:r>
              <a:rPr lang="en-US" sz="2600" dirty="0"/>
              <a:t>Software Testing (Dynamic testing)</a:t>
            </a:r>
          </a:p>
          <a:p>
            <a:pPr marL="914400" lvl="1" indent="-457200" algn="just"/>
            <a:r>
              <a:rPr lang="en-US" sz="2600" dirty="0"/>
              <a:t>Code Inspection (Static analysis)</a:t>
            </a:r>
          </a:p>
          <a:p>
            <a:pPr algn="just"/>
            <a:r>
              <a:rPr lang="en-US" sz="3000" dirty="0"/>
              <a:t>Independent V&amp;V</a:t>
            </a:r>
          </a:p>
          <a:p>
            <a:pPr algn="just"/>
            <a:endParaRPr lang="en-US" sz="3000" dirty="0"/>
          </a:p>
          <a:p>
            <a:pPr algn="just"/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0E5C920-13FF-4A6A-ACAA-DD0BB7341A0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3269160" y="2520720"/>
              <a:ext cx="4037040" cy="2611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0E5C920-13FF-4A6A-ACAA-DD0BB7341A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9800" y="2511360"/>
                <a:ext cx="4055760" cy="26305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2AE2475-C1D6-4996-A5DC-FA76708105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87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225"/>
    </mc:Choice>
    <mc:Fallback>
      <p:transition spd="slow" advTm="1022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Technique: Prototyping (Verification)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/>
              <a:t>“</a:t>
            </a:r>
            <a:r>
              <a:rPr lang="en-US" altLang="ja-JP" sz="2800" dirty="0"/>
              <a:t>A software prototype is a </a:t>
            </a:r>
            <a:r>
              <a:rPr lang="en-US" altLang="ja-JP" sz="2800" b="1" dirty="0">
                <a:solidFill>
                  <a:srgbClr val="C00000"/>
                </a:solidFill>
              </a:rPr>
              <a:t>partial implementation </a:t>
            </a:r>
            <a:r>
              <a:rPr lang="en-US" altLang="ja-JP" sz="2800" dirty="0"/>
              <a:t>constructed primarily to enable customers, users, or developers to learn more about a problem or its solution.</a:t>
            </a:r>
            <a:r>
              <a:rPr lang="ja-JP" altLang="en-US" sz="2800" dirty="0"/>
              <a:t>”</a:t>
            </a:r>
            <a:r>
              <a:rPr lang="en-US" altLang="ja-JP" sz="2800" dirty="0"/>
              <a:t> [Davis, 1990]</a:t>
            </a:r>
          </a:p>
          <a:p>
            <a:endParaRPr lang="en-US" sz="2800" dirty="0"/>
          </a:p>
          <a:p>
            <a:r>
              <a:rPr lang="ja-JP" altLang="en-US" sz="2800" dirty="0"/>
              <a:t>“</a:t>
            </a:r>
            <a:r>
              <a:rPr lang="en-US" altLang="ja-JP" sz="2800" dirty="0"/>
              <a:t>Prototyping is the process of building a </a:t>
            </a:r>
            <a:r>
              <a:rPr lang="en-US" altLang="ja-JP" sz="2800" b="1" dirty="0">
                <a:solidFill>
                  <a:srgbClr val="C00000"/>
                </a:solidFill>
              </a:rPr>
              <a:t>working model </a:t>
            </a:r>
            <a:r>
              <a:rPr lang="en-US" altLang="ja-JP" sz="2800" dirty="0"/>
              <a:t>of the system.</a:t>
            </a:r>
            <a:r>
              <a:rPr lang="ja-JP" altLang="en-US" sz="2800" dirty="0"/>
              <a:t>”</a:t>
            </a:r>
            <a:r>
              <a:rPr lang="en-US" altLang="ja-JP" sz="2800" dirty="0"/>
              <a:t> [Agresti,1986]</a:t>
            </a:r>
          </a:p>
          <a:p>
            <a:endParaRPr lang="en-US" sz="2800" dirty="0"/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C7E3D4-6AC0-47DD-9A08-787918760530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963440" y="2602800"/>
              <a:ext cx="8502480" cy="356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C7E3D4-6AC0-47DD-9A08-7879187605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4080" y="2593440"/>
                <a:ext cx="8521200" cy="37512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9FF6F971-0643-4EAB-B521-D9641575E5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2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407"/>
    </mc:Choice>
    <mc:Fallback>
      <p:transition spd="slow" advTm="554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Technique: Model Analysis (V&amp;V)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7244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Verification: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Is the model </a:t>
            </a:r>
            <a:r>
              <a:rPr lang="en-US" sz="2400" b="1" dirty="0">
                <a:solidFill>
                  <a:srgbClr val="C00000"/>
                </a:solidFill>
              </a:rPr>
              <a:t>well formed</a:t>
            </a:r>
            <a:r>
              <a:rPr lang="en-US" sz="2400" dirty="0"/>
              <a:t>?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Are the parts of the model </a:t>
            </a:r>
            <a:r>
              <a:rPr lang="en-US" sz="2400" b="1" dirty="0">
                <a:solidFill>
                  <a:srgbClr val="C00000"/>
                </a:solidFill>
              </a:rPr>
              <a:t>consistent</a:t>
            </a:r>
            <a:r>
              <a:rPr lang="en-US" sz="2400" dirty="0"/>
              <a:t> with one another?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Validation: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Animation of the model on </a:t>
            </a:r>
            <a:r>
              <a:rPr lang="en-US" sz="2600" b="1" dirty="0">
                <a:solidFill>
                  <a:srgbClr val="C00000"/>
                </a:solidFill>
              </a:rPr>
              <a:t>small examples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Formal challenges: </a:t>
            </a:r>
            <a:r>
              <a:rPr lang="ja-JP" altLang="en-US" sz="2600" dirty="0"/>
              <a:t>“</a:t>
            </a:r>
            <a:r>
              <a:rPr lang="en-US" altLang="ja-JP" sz="2600" dirty="0"/>
              <a:t>if the model is correct, then the following property should hold...</a:t>
            </a:r>
            <a:r>
              <a:rPr lang="ja-JP" altLang="en-US" sz="2600" dirty="0"/>
              <a:t>”</a:t>
            </a:r>
            <a:endParaRPr lang="en-US" altLang="ja-JP" sz="2600" dirty="0"/>
          </a:p>
          <a:p>
            <a:pPr lvl="1">
              <a:lnSpc>
                <a:spcPct val="80000"/>
              </a:lnSpc>
            </a:pPr>
            <a:r>
              <a:rPr lang="ja-JP" altLang="en-US" sz="2600" dirty="0"/>
              <a:t>‘</a:t>
            </a:r>
            <a:r>
              <a:rPr lang="en-US" altLang="ja-JP" sz="2600" b="1" dirty="0">
                <a:solidFill>
                  <a:srgbClr val="C00000"/>
                </a:solidFill>
              </a:rPr>
              <a:t>What if</a:t>
            </a:r>
            <a:r>
              <a:rPr lang="ja-JP" altLang="en-US" sz="2600" dirty="0"/>
              <a:t>’</a:t>
            </a:r>
            <a:r>
              <a:rPr lang="en-US" altLang="ja-JP" sz="2600" dirty="0"/>
              <a:t>questions:</a:t>
            </a:r>
          </a:p>
          <a:p>
            <a:pPr lvl="2">
              <a:lnSpc>
                <a:spcPct val="80000"/>
              </a:lnSpc>
            </a:pPr>
            <a:r>
              <a:rPr lang="en-US" sz="2600" dirty="0"/>
              <a:t>reasoning about the consequences of particular requirements</a:t>
            </a:r>
          </a:p>
          <a:p>
            <a:pPr lvl="2">
              <a:lnSpc>
                <a:spcPct val="80000"/>
              </a:lnSpc>
            </a:pPr>
            <a:r>
              <a:rPr lang="en-US" sz="2600" dirty="0"/>
              <a:t>reasoning about the effect of possible changes</a:t>
            </a:r>
          </a:p>
          <a:p>
            <a:pPr lvl="2">
              <a:lnSpc>
                <a:spcPct val="80000"/>
              </a:lnSpc>
            </a:pPr>
            <a:r>
              <a:rPr lang="ja-JP" altLang="en-US" sz="2600" dirty="0"/>
              <a:t>“</a:t>
            </a:r>
            <a:r>
              <a:rPr lang="en-US" altLang="ja-JP" sz="2600" dirty="0"/>
              <a:t>will the system ever do the following...</a:t>
            </a:r>
            <a:r>
              <a:rPr lang="ja-JP" altLang="en-US" sz="2600" dirty="0"/>
              <a:t>”</a:t>
            </a:r>
            <a:endParaRPr lang="en-US" altLang="ja-JP" sz="2600" dirty="0"/>
          </a:p>
          <a:p>
            <a:pPr>
              <a:lnSpc>
                <a:spcPct val="80000"/>
              </a:lnSpc>
            </a:pPr>
            <a:endParaRPr lang="en-US" sz="2600" dirty="0"/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33449D28-A687-44BC-B325-7A99109B98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30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444"/>
    </mc:Choice>
    <mc:Fallback>
      <p:transition spd="slow" advTm="1354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/>
              <a:t>Technique: Model Analysis Example</a:t>
            </a:r>
            <a:br>
              <a:rPr lang="en-US" sz="3800" dirty="0"/>
            </a:br>
            <a:r>
              <a:rPr lang="en-US" sz="3800" dirty="0"/>
              <a:t>Basic Cross-Check for UML (Verification)</a:t>
            </a:r>
            <a:endParaRPr lang="en-MY" sz="3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886" y="1483220"/>
            <a:ext cx="7394298" cy="4926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A9FE310B-B1BC-4D53-A00D-9E5A97C6A4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6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610"/>
    </mc:Choice>
    <mc:Fallback>
      <p:transition spd="slow" advTm="576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Technique: Software Inspection (Verification)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GB" sz="2800" dirty="0"/>
              <a:t>The technique involves </a:t>
            </a:r>
            <a:r>
              <a:rPr lang="en-GB" sz="2800" b="1" dirty="0">
                <a:solidFill>
                  <a:srgbClr val="C00000"/>
                </a:solidFill>
              </a:rPr>
              <a:t>people examining the source representation </a:t>
            </a:r>
            <a:r>
              <a:rPr lang="en-GB" sz="2800" dirty="0"/>
              <a:t>with the aim of discovering anomalies (deviation from standard/expectation) and defects (errors)</a:t>
            </a:r>
          </a:p>
          <a:p>
            <a:pPr algn="just"/>
            <a:r>
              <a:rPr lang="en-GB" sz="2800" dirty="0"/>
              <a:t>It </a:t>
            </a:r>
            <a:r>
              <a:rPr lang="en-GB" sz="2800" b="1" dirty="0">
                <a:solidFill>
                  <a:srgbClr val="C00000"/>
                </a:solidFill>
              </a:rPr>
              <a:t>does not require execution </a:t>
            </a:r>
            <a:r>
              <a:rPr lang="en-GB" sz="2800" dirty="0"/>
              <a:t>of a system – static test, so it may be used before implementation</a:t>
            </a:r>
          </a:p>
          <a:p>
            <a:pPr algn="just"/>
            <a:r>
              <a:rPr lang="en-GB" sz="2800" dirty="0"/>
              <a:t>They may be applied to any </a:t>
            </a:r>
            <a:r>
              <a:rPr lang="en-GB" sz="2800" b="1" dirty="0">
                <a:solidFill>
                  <a:srgbClr val="C00000"/>
                </a:solidFill>
              </a:rPr>
              <a:t>representation of the system </a:t>
            </a:r>
            <a:r>
              <a:rPr lang="en-GB" sz="2800" dirty="0"/>
              <a:t>(e.g. requirements, design, test data)</a:t>
            </a:r>
          </a:p>
          <a:p>
            <a:pPr algn="just"/>
            <a:r>
              <a:rPr lang="en-GB" sz="2800" dirty="0"/>
              <a:t>It is an effective technique for discovering program errors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ECEDDC-51D8-49C1-95B2-88CF2E89358B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123200" y="2931480"/>
              <a:ext cx="7361280" cy="1982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ECEDDC-51D8-49C1-95B2-88CF2E8935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3840" y="2922120"/>
                <a:ext cx="7380000" cy="20008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BD6162E2-54C3-4D37-AD96-0A5D7CB086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9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468"/>
    </mc:Choice>
    <mc:Fallback>
      <p:transition spd="slow" advTm="954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Verification - Inspection (Static) and </a:t>
            </a:r>
            <a:br>
              <a:rPr lang="en-US" dirty="0"/>
            </a:br>
            <a:r>
              <a:rPr lang="en-US" dirty="0"/>
              <a:t>Validation - Testing (Dynamic)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Content Placeholder 3" descr="8.2 InspectionsTesting.eps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604" b="-15604"/>
          <a:stretch>
            <a:fillRect/>
          </a:stretch>
        </p:blipFill>
        <p:spPr>
          <a:xfrm>
            <a:off x="1981200" y="1417638"/>
            <a:ext cx="8128000" cy="4470400"/>
          </a:xfrm>
        </p:spPr>
      </p:pic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DBD7D56C-6162-4D85-AB18-82F78B981B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20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652"/>
    </mc:Choice>
    <mc:Fallback>
      <p:transition spd="slow" advTm="336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Inspection (Static)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Content Placeholder 3" descr="8.2 InspectionsTesting.eps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604" b="-15604"/>
          <a:stretch>
            <a:fillRect/>
          </a:stretch>
        </p:blipFill>
        <p:spPr>
          <a:xfrm>
            <a:off x="1928813" y="1484313"/>
            <a:ext cx="8128000" cy="4470400"/>
          </a:xfrm>
        </p:spPr>
      </p:pic>
      <p:sp>
        <p:nvSpPr>
          <p:cNvPr id="8" name="Rectangle 7"/>
          <p:cNvSpPr/>
          <p:nvPr/>
        </p:nvSpPr>
        <p:spPr>
          <a:xfrm>
            <a:off x="1847850" y="3141664"/>
            <a:ext cx="8351838" cy="1150937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32400" y="1916114"/>
            <a:ext cx="1511300" cy="93662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6229" y="1943656"/>
            <a:ext cx="1853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/>
              </a:rPr>
              <a:t>Inspection (static)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C93B8383-8DAD-4289-86D4-7E7B900D37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02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365"/>
    </mc:Choice>
    <mc:Fallback>
      <p:transition spd="slow" advTm="223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Testing (Dynamic)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</a:p>
        </p:txBody>
      </p:sp>
      <p:pic>
        <p:nvPicPr>
          <p:cNvPr id="7" name="Content Placeholder 3" descr="8.2 InspectionsTesting.eps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604" b="-15604"/>
          <a:stretch>
            <a:fillRect/>
          </a:stretch>
        </p:blipFill>
        <p:spPr>
          <a:xfrm>
            <a:off x="1928813" y="1484313"/>
            <a:ext cx="8128000" cy="4470400"/>
          </a:xfrm>
        </p:spPr>
      </p:pic>
      <p:sp>
        <p:nvSpPr>
          <p:cNvPr id="8" name="Rectangle 7"/>
          <p:cNvSpPr/>
          <p:nvPr/>
        </p:nvSpPr>
        <p:spPr>
          <a:xfrm>
            <a:off x="8399464" y="3284538"/>
            <a:ext cx="1800225" cy="1008062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43925" y="4581525"/>
            <a:ext cx="1512888" cy="93503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03389" y="4365625"/>
            <a:ext cx="1944687" cy="1295400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9262" y="5419858"/>
            <a:ext cx="1827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alibri"/>
              </a:rPr>
              <a:t>Testing (dynamic)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D622A479-7AC5-4B88-8AB3-D1C62FB76A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0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381"/>
    </mc:Choice>
    <mc:Fallback>
      <p:transition spd="slow" advTm="27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Inspections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00201"/>
            <a:ext cx="8839200" cy="4525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During testing, errors can mask (hide) other errors. As inspection is a </a:t>
            </a:r>
            <a:r>
              <a:rPr lang="en-US" sz="2600" b="1" dirty="0">
                <a:solidFill>
                  <a:srgbClr val="C00000"/>
                </a:solidFill>
              </a:rPr>
              <a:t>static process</a:t>
            </a:r>
            <a:r>
              <a:rPr lang="en-US" sz="2600" dirty="0"/>
              <a:t>, it </a:t>
            </a:r>
            <a:r>
              <a:rPr lang="en-US" sz="2600" b="1" dirty="0">
                <a:solidFill>
                  <a:srgbClr val="C00000"/>
                </a:solidFill>
              </a:rPr>
              <a:t>need not</a:t>
            </a:r>
            <a:r>
              <a:rPr lang="en-US" altLang="ja-JP" sz="2600" b="1" dirty="0">
                <a:solidFill>
                  <a:srgbClr val="C00000"/>
                </a:solidFill>
              </a:rPr>
              <a:t> to be concerned with interactions</a:t>
            </a:r>
            <a:r>
              <a:rPr lang="en-US" altLang="ja-JP" sz="2600" dirty="0"/>
              <a:t> between errors.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Incomplete versions of a system can be </a:t>
            </a:r>
            <a:r>
              <a:rPr lang="en-US" sz="2600" b="1" dirty="0">
                <a:solidFill>
                  <a:srgbClr val="C00000"/>
                </a:solidFill>
              </a:rPr>
              <a:t>inspected without additional costs</a:t>
            </a:r>
            <a:r>
              <a:rPr lang="en-US" sz="2600" dirty="0"/>
              <a:t>. Compared to dynamic testing, if a program is incomplete, need to develop specialized test that is connected in order to test the parts that are available.</a:t>
            </a:r>
          </a:p>
          <a:p>
            <a:pPr>
              <a:lnSpc>
                <a:spcPct val="90000"/>
              </a:lnSpc>
            </a:pPr>
            <a:r>
              <a:rPr lang="en-US" sz="2600" dirty="0"/>
              <a:t>Besides searching for program defects, an inspection can also </a:t>
            </a:r>
            <a:r>
              <a:rPr lang="en-US" sz="2600" b="1" dirty="0">
                <a:solidFill>
                  <a:srgbClr val="C00000"/>
                </a:solidFill>
              </a:rPr>
              <a:t>consider broader quality attributes of a program</a:t>
            </a:r>
            <a:r>
              <a:rPr lang="en-US" sz="2600" dirty="0"/>
              <a:t>, such as compliance with standards, portability and maintainability (inefficiencies, inappropriate algorithms, poor programming style which make a system to be difficult to maintain &amp; update).</a:t>
            </a:r>
            <a:endParaRPr lang="en-MY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  <a:endParaRPr lang="en-US" dirty="0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7EB54A-6FF4-48D7-B6DA-E809ECDA367F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118600" y="1169280"/>
              <a:ext cx="5324760" cy="427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7EB54A-6FF4-48D7-B6DA-E809ECDA36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09240" y="1159920"/>
                <a:ext cx="5343480" cy="429264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6B2CFE2D-1FA8-4DCF-A271-34469B020B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50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1856"/>
    </mc:Choice>
    <mc:Fallback>
      <p:transition spd="slow" advTm="161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Inspections vs. Dynamic Testing?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  <a:spcAft>
                <a:spcPts val="600"/>
              </a:spcAft>
            </a:pPr>
            <a:r>
              <a:rPr lang="en-GB" sz="2800" dirty="0"/>
              <a:t>Software </a:t>
            </a:r>
            <a:r>
              <a:rPr lang="en-GB" sz="2800" b="1" dirty="0">
                <a:solidFill>
                  <a:srgbClr val="C00000"/>
                </a:solidFill>
              </a:rPr>
              <a:t>inspection</a:t>
            </a:r>
            <a:r>
              <a:rPr lang="en-GB" sz="2800" dirty="0"/>
              <a:t> and review concerned with checking and analysis of the static system representation to discover problems  (</a:t>
            </a:r>
            <a:r>
              <a:rPr lang="en-GB" altLang="en-US" sz="2800" dirty="0"/>
              <a:t>“</a:t>
            </a:r>
            <a:r>
              <a:rPr lang="en-GB" sz="2800" dirty="0"/>
              <a:t>static test”: </a:t>
            </a:r>
            <a:r>
              <a:rPr lang="en-GB" sz="2800" b="1" dirty="0">
                <a:solidFill>
                  <a:srgbClr val="C00000"/>
                </a:solidFill>
              </a:rPr>
              <a:t>no execution </a:t>
            </a:r>
            <a:r>
              <a:rPr lang="en-GB" sz="2800" dirty="0"/>
              <a:t>needed)</a:t>
            </a:r>
          </a:p>
          <a:p>
            <a:pPr lvl="1" algn="just">
              <a:lnSpc>
                <a:spcPct val="80000"/>
              </a:lnSpc>
              <a:spcAft>
                <a:spcPts val="600"/>
              </a:spcAft>
            </a:pPr>
            <a:r>
              <a:rPr lang="en-GB" sz="2400" dirty="0"/>
              <a:t>May be supported by tool-based document and code analysis (“static analysis”)</a:t>
            </a:r>
          </a:p>
          <a:p>
            <a:pPr algn="just">
              <a:lnSpc>
                <a:spcPct val="80000"/>
              </a:lnSpc>
              <a:spcAft>
                <a:spcPts val="600"/>
              </a:spcAft>
            </a:pPr>
            <a:r>
              <a:rPr lang="en-GB" sz="2800" dirty="0"/>
              <a:t>Software </a:t>
            </a:r>
            <a:r>
              <a:rPr lang="en-GB" sz="2800" b="1" dirty="0">
                <a:solidFill>
                  <a:srgbClr val="C00000"/>
                </a:solidFill>
              </a:rPr>
              <a:t>testing</a:t>
            </a:r>
            <a:r>
              <a:rPr lang="en-GB" sz="2800" dirty="0"/>
              <a:t> concerned with exercising and </a:t>
            </a:r>
            <a:br>
              <a:rPr lang="en-GB" sz="2800" dirty="0"/>
            </a:br>
            <a:r>
              <a:rPr lang="en-GB" sz="2800" dirty="0"/>
              <a:t>observing product behaviour (</a:t>
            </a:r>
            <a:r>
              <a:rPr lang="en-GB" altLang="en-US" sz="2800" dirty="0"/>
              <a:t>“</a:t>
            </a:r>
            <a:r>
              <a:rPr lang="en-GB" sz="2800" dirty="0"/>
              <a:t>dynamic test”</a:t>
            </a:r>
            <a:r>
              <a:rPr lang="en-GB" altLang="ja-JP" sz="2800" dirty="0"/>
              <a:t>: </a:t>
            </a:r>
            <a:r>
              <a:rPr lang="en-GB" altLang="ja-JP" sz="2800" b="1" dirty="0">
                <a:solidFill>
                  <a:srgbClr val="C00000"/>
                </a:solidFill>
              </a:rPr>
              <a:t>needs execution</a:t>
            </a:r>
            <a:r>
              <a:rPr lang="en-GB" altLang="ja-JP" sz="2800" dirty="0"/>
              <a:t>)</a:t>
            </a:r>
          </a:p>
          <a:p>
            <a:pPr lvl="1" algn="just">
              <a:lnSpc>
                <a:spcPct val="80000"/>
              </a:lnSpc>
              <a:spcAft>
                <a:spcPts val="600"/>
              </a:spcAft>
            </a:pPr>
            <a:r>
              <a:rPr lang="en-GB" sz="2400" dirty="0"/>
              <a:t>The system is executed with test data and its operational behaviour is observed</a:t>
            </a:r>
          </a:p>
          <a:p>
            <a:pPr lvl="1" algn="just">
              <a:lnSpc>
                <a:spcPct val="80000"/>
              </a:lnSpc>
              <a:spcAft>
                <a:spcPts val="600"/>
              </a:spcAft>
            </a:pPr>
            <a:r>
              <a:rPr lang="en-GB" altLang="en-US" sz="2400" dirty="0"/>
              <a:t>“</a:t>
            </a:r>
            <a:r>
              <a:rPr lang="en-GB" sz="2400" dirty="0"/>
              <a:t>Testing can only show the presence of errors, not their absence</a:t>
            </a:r>
            <a:r>
              <a:rPr lang="en-GB" altLang="en-US" sz="2400" dirty="0"/>
              <a:t>”</a:t>
            </a:r>
            <a:r>
              <a:rPr lang="en-GB" sz="2400" dirty="0"/>
              <a:t> (Dijkstra et al. 1972)</a:t>
            </a:r>
          </a:p>
          <a:p>
            <a:pPr algn="just">
              <a:lnSpc>
                <a:spcPct val="80000"/>
              </a:lnSpc>
            </a:pPr>
            <a:endParaRPr lang="en-GB" sz="2600" dirty="0"/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  <a:endParaRPr lang="en-US" dirty="0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40A247-B10B-4C4F-8FED-5FB27C96173E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570680" y="2694240"/>
              <a:ext cx="8009640" cy="227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40A247-B10B-4C4F-8FED-5FB27C9617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1320" y="2684880"/>
                <a:ext cx="8028360" cy="22928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144FEBAF-D139-422A-8F6E-79DCCBEEFB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32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902"/>
    </mc:Choice>
    <mc:Fallback>
      <p:transition spd="slow" advTm="649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Inspections vs. Dynamic Testing?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GB" sz="3000" dirty="0"/>
              <a:t>Inspections and dynamic testing are V&amp;V verification techniques</a:t>
            </a:r>
          </a:p>
          <a:p>
            <a:pPr algn="just">
              <a:lnSpc>
                <a:spcPct val="90000"/>
              </a:lnSpc>
            </a:pPr>
            <a:r>
              <a:rPr lang="en-GB" sz="3000" dirty="0"/>
              <a:t>Both should be used during the V&amp;V process</a:t>
            </a:r>
          </a:p>
          <a:p>
            <a:pPr algn="just">
              <a:lnSpc>
                <a:spcPct val="90000"/>
              </a:lnSpc>
            </a:pPr>
            <a:r>
              <a:rPr lang="en-GB" sz="3000" dirty="0"/>
              <a:t>Inspections can </a:t>
            </a:r>
            <a:r>
              <a:rPr lang="en-GB" sz="3000" b="1" dirty="0">
                <a:solidFill>
                  <a:srgbClr val="C00000"/>
                </a:solidFill>
              </a:rPr>
              <a:t>check conformance with a specification</a:t>
            </a:r>
            <a:r>
              <a:rPr lang="en-GB" sz="3000" dirty="0"/>
              <a:t> (system) but not conformance with the customer</a:t>
            </a:r>
            <a:r>
              <a:rPr lang="en-GB" altLang="en-US" sz="3000" dirty="0"/>
              <a:t>’</a:t>
            </a:r>
            <a:r>
              <a:rPr lang="en-GB" sz="3000" dirty="0"/>
              <a:t>s real requirements</a:t>
            </a:r>
          </a:p>
          <a:p>
            <a:pPr algn="just">
              <a:lnSpc>
                <a:spcPct val="90000"/>
              </a:lnSpc>
            </a:pPr>
            <a:r>
              <a:rPr lang="en-GB" sz="3000" dirty="0"/>
              <a:t>Inspections </a:t>
            </a:r>
            <a:r>
              <a:rPr lang="en-GB" sz="3000" b="1" dirty="0">
                <a:solidFill>
                  <a:srgbClr val="C00000"/>
                </a:solidFill>
              </a:rPr>
              <a:t>cannot check non-functional </a:t>
            </a:r>
            <a:r>
              <a:rPr lang="en-GB" sz="3000" dirty="0"/>
              <a:t>characteristics such as performance, usability,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Calibri"/>
              </a:rPr>
              <a:t>2020</a:t>
            </a:r>
            <a:endParaRPr lang="en-US" dirty="0">
              <a:latin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39C156-78DE-492B-80ED-B4FCEC227291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1451880" y="2063880"/>
              <a:ext cx="6986880" cy="200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39C156-78DE-492B-80ED-B4FCEC2272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2520" y="2054520"/>
                <a:ext cx="7005600" cy="201924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511A609C-855D-4463-8DD6-430E292488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3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238"/>
    </mc:Choice>
    <mc:Fallback>
      <p:transition spd="slow" advTm="632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878</Words>
  <Application>Microsoft Office PowerPoint</Application>
  <PresentationFormat>Widescreen</PresentationFormat>
  <Paragraphs>121</Paragraphs>
  <Slides>18</Slides>
  <Notes>2</Notes>
  <HiddenSlides>0</HiddenSlides>
  <MMClips>18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1_Office Theme</vt:lpstr>
      <vt:lpstr>Module 8:  Software Verification, Validation  and Testing PART 1</vt:lpstr>
      <vt:lpstr>Recap on SDLC Phases &amp; Artefacts</vt:lpstr>
      <vt:lpstr>Outline</vt:lpstr>
      <vt:lpstr>Objectives</vt:lpstr>
      <vt:lpstr>Verification vs. Validation  (Boehm, 1979)</vt:lpstr>
      <vt:lpstr>V&amp;V Goal</vt:lpstr>
      <vt:lpstr>V&amp;V: Degree-of-Confidence Category</vt:lpstr>
      <vt:lpstr>V&amp;V: The Techniques</vt:lpstr>
      <vt:lpstr>Technique: Prototyping (Verification)</vt:lpstr>
      <vt:lpstr>Technique: Model Analysis (V&amp;V) </vt:lpstr>
      <vt:lpstr>Technique: Model Analysis Example Basic Cross-Check for UML (Verification)</vt:lpstr>
      <vt:lpstr>Technique: Software Inspection (Verification)</vt:lpstr>
      <vt:lpstr>Verification - Inspection (Static) and  Validation - Testing (Dynamic)</vt:lpstr>
      <vt:lpstr>Inspection (Static)</vt:lpstr>
      <vt:lpstr>Testing (Dynamic)</vt:lpstr>
      <vt:lpstr>Advantages of Inspections</vt:lpstr>
      <vt:lpstr>Inspections vs. Dynamic Testing?</vt:lpstr>
      <vt:lpstr>Inspections vs. Dynamic Testing?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 Software Verification, Validation  and Testing</dc:title>
  <dc:creator>Norsham Idris</dc:creator>
  <cp:lastModifiedBy>Norsham Idris</cp:lastModifiedBy>
  <cp:revision>5</cp:revision>
  <dcterms:created xsi:type="dcterms:W3CDTF">2020-04-27T06:53:17Z</dcterms:created>
  <dcterms:modified xsi:type="dcterms:W3CDTF">2020-05-04T00:10:42Z</dcterms:modified>
</cp:coreProperties>
</file>