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Action1.xml" ContentType="application/vnd.ms-office.inkAction+xml"/>
  <Override PartName="/ppt/ink/inkAction2.xml" ContentType="application/vnd.ms-office.inkAction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Action3.xml" ContentType="application/vnd.ms-office.inkAction+xml"/>
  <Override PartName="/ppt/ink/inkAction4.xml" ContentType="application/vnd.ms-office.inkAction+xml"/>
  <Override PartName="/ppt/ink/inkAction5.xml" ContentType="application/vnd.ms-office.inkAction+xml"/>
  <Override PartName="/ppt/ink/inkAction6.xml" ContentType="application/vnd.ms-office.inkAction+xml"/>
  <Override PartName="/ppt/ink/inkAction7.xml" ContentType="application/vnd.ms-office.inkAction+xml"/>
  <Override PartName="/ppt/ink/inkAction8.xml" ContentType="application/vnd.ms-office.inkAction+xml"/>
  <Override PartName="/ppt/ink/inkAction9.xml" ContentType="application/vnd.ms-office.inkAction+xml"/>
  <Override PartName="/ppt/ink/inkAction10.xml" ContentType="application/vnd.ms-office.inkAction+xml"/>
  <Override PartName="/ppt/ink/inkAction11.xml" ContentType="application/vnd.ms-office.inkAction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Action12.xml" ContentType="application/vnd.ms-office.inkAction+xml"/>
  <Override PartName="/ppt/ink/inkAction13.xml" ContentType="application/vnd.ms-office.inkAction+xml"/>
  <Override PartName="/ppt/ink/inkAction14.xml" ContentType="application/vnd.ms-office.inkAction+xml"/>
  <Override PartName="/ppt/ink/inkAction15.xml" ContentType="application/vnd.ms-office.inkAction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Action16.xml" ContentType="application/vnd.ms-office.inkAction+xml"/>
  <Override PartName="/ppt/ink/inkAction17.xml" ContentType="application/vnd.ms-office.inkAction+xml"/>
  <Override PartName="/ppt/ink/inkAction18.xml" ContentType="application/vnd.ms-office.inkAction+xml"/>
  <Override PartName="/ppt/ink/inkAction19.xml" ContentType="application/vnd.ms-office.inkAction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ink/inkAction20.xml" ContentType="application/vnd.ms-office.inkAction+xml"/>
  <Override PartName="/ppt/ink/inkAction21.xml" ContentType="application/vnd.ms-office.inkAction+xml"/>
  <Override PartName="/ppt/ink/inkAction22.xml" ContentType="application/vnd.ms-office.inkAct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350" r:id="rId3"/>
    <p:sldId id="351" r:id="rId4"/>
    <p:sldId id="352" r:id="rId5"/>
    <p:sldId id="353" r:id="rId6"/>
    <p:sldId id="354" r:id="rId7"/>
    <p:sldId id="355" r:id="rId8"/>
    <p:sldId id="356" r:id="rId9"/>
    <p:sldId id="357" r:id="rId10"/>
    <p:sldId id="358" r:id="rId11"/>
    <p:sldId id="359" r:id="rId12"/>
    <p:sldId id="360" r:id="rId13"/>
    <p:sldId id="361" r:id="rId14"/>
    <p:sldId id="362" r:id="rId15"/>
    <p:sldId id="363" r:id="rId16"/>
    <p:sldId id="364" r:id="rId17"/>
    <p:sldId id="365" r:id="rId18"/>
    <p:sldId id="367" r:id="rId19"/>
    <p:sldId id="366" r:id="rId20"/>
    <p:sldId id="368" r:id="rId21"/>
    <p:sldId id="369" r:id="rId22"/>
    <p:sldId id="370" r:id="rId23"/>
    <p:sldId id="371" r:id="rId24"/>
    <p:sldId id="372" r:id="rId25"/>
    <p:sldId id="373" r:id="rId26"/>
    <p:sldId id="376" r:id="rId27"/>
    <p:sldId id="374" r:id="rId28"/>
    <p:sldId id="37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B308C0-526A-432E-BC92-74A594AE2D6F}" type="doc">
      <dgm:prSet loTypeId="urn:microsoft.com/office/officeart/2005/8/layout/orgChart1" loCatId="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2F3E8F93-34C7-4CC3-A033-933374700188}">
      <dgm:prSet phldrT="[Text]" custT="1"/>
      <dgm:spPr/>
      <dgm:t>
        <a:bodyPr/>
        <a:lstStyle/>
        <a:p>
          <a:r>
            <a:rPr lang="en-US" sz="1600" b="1" dirty="0"/>
            <a:t>Stages </a:t>
          </a:r>
          <a:r>
            <a:rPr lang="en-US" sz="1600" b="1"/>
            <a:t>/ Levels </a:t>
          </a:r>
          <a:r>
            <a:rPr lang="en-US" sz="1600" b="1" dirty="0"/>
            <a:t>of Software Testing </a:t>
          </a:r>
        </a:p>
      </dgm:t>
    </dgm:pt>
    <dgm:pt modelId="{61365931-13B6-45D8-8BD3-076A8437CAB1}" type="parTrans" cxnId="{125F7A49-5E61-41EA-8571-1EECB731EF14}">
      <dgm:prSet/>
      <dgm:spPr/>
      <dgm:t>
        <a:bodyPr/>
        <a:lstStyle/>
        <a:p>
          <a:endParaRPr lang="en-US" sz="1400"/>
        </a:p>
      </dgm:t>
    </dgm:pt>
    <dgm:pt modelId="{FA437FCF-F89D-4C49-BB4A-0008919024F8}" type="sibTrans" cxnId="{125F7A49-5E61-41EA-8571-1EECB731EF14}">
      <dgm:prSet/>
      <dgm:spPr/>
      <dgm:t>
        <a:bodyPr/>
        <a:lstStyle/>
        <a:p>
          <a:endParaRPr lang="en-US" sz="1400"/>
        </a:p>
      </dgm:t>
    </dgm:pt>
    <dgm:pt modelId="{FD3AA3EA-DE49-445A-8910-F3453A42E68C}">
      <dgm:prSet phldrT="[Text]" custT="1"/>
      <dgm:spPr/>
      <dgm:t>
        <a:bodyPr/>
        <a:lstStyle/>
        <a:p>
          <a:r>
            <a:rPr lang="en-US" sz="1400" dirty="0"/>
            <a:t>1. Component</a:t>
          </a:r>
        </a:p>
      </dgm:t>
    </dgm:pt>
    <dgm:pt modelId="{36941C24-8A53-4DD5-B792-1A78B5B1021E}" type="parTrans" cxnId="{47CAF057-1B36-4819-B6DD-33AF69FB8EC9}">
      <dgm:prSet/>
      <dgm:spPr/>
      <dgm:t>
        <a:bodyPr/>
        <a:lstStyle/>
        <a:p>
          <a:endParaRPr lang="en-US" sz="1400"/>
        </a:p>
      </dgm:t>
    </dgm:pt>
    <dgm:pt modelId="{7A389822-1953-49CD-BE7B-F5C369ABC0F3}" type="sibTrans" cxnId="{47CAF057-1B36-4819-B6DD-33AF69FB8EC9}">
      <dgm:prSet/>
      <dgm:spPr/>
      <dgm:t>
        <a:bodyPr/>
        <a:lstStyle/>
        <a:p>
          <a:endParaRPr lang="en-US" sz="1400"/>
        </a:p>
      </dgm:t>
    </dgm:pt>
    <dgm:pt modelId="{831EC54B-3877-40B6-9D7B-CF7B9FF76B48}">
      <dgm:prSet phldrT="[Text]" custT="1"/>
      <dgm:spPr/>
      <dgm:t>
        <a:bodyPr/>
        <a:lstStyle/>
        <a:p>
          <a:r>
            <a:rPr lang="en-US" sz="1400" dirty="0"/>
            <a:t>2. Integration</a:t>
          </a:r>
        </a:p>
      </dgm:t>
    </dgm:pt>
    <dgm:pt modelId="{AAF79145-7FC0-41A5-8F6A-DF12606FC9A4}" type="parTrans" cxnId="{EBE66F5E-F8D2-46A8-A9DF-2C8AECD394B4}">
      <dgm:prSet/>
      <dgm:spPr/>
      <dgm:t>
        <a:bodyPr/>
        <a:lstStyle/>
        <a:p>
          <a:endParaRPr lang="en-US" sz="1400"/>
        </a:p>
      </dgm:t>
    </dgm:pt>
    <dgm:pt modelId="{BF62FF1C-9EC1-4A1B-A794-64054440B278}" type="sibTrans" cxnId="{EBE66F5E-F8D2-46A8-A9DF-2C8AECD394B4}">
      <dgm:prSet/>
      <dgm:spPr/>
      <dgm:t>
        <a:bodyPr/>
        <a:lstStyle/>
        <a:p>
          <a:endParaRPr lang="en-US" sz="1400"/>
        </a:p>
      </dgm:t>
    </dgm:pt>
    <dgm:pt modelId="{E5607074-EEE3-402F-BC70-C1A534BD6029}">
      <dgm:prSet phldrT="[Text]" custT="1"/>
      <dgm:spPr/>
      <dgm:t>
        <a:bodyPr/>
        <a:lstStyle/>
        <a:p>
          <a:r>
            <a:rPr lang="en-US" sz="1400" dirty="0"/>
            <a:t>a) Alpha</a:t>
          </a:r>
        </a:p>
      </dgm:t>
    </dgm:pt>
    <dgm:pt modelId="{AE20B6A7-2017-425E-97BD-17575DC84FE8}" type="parTrans" cxnId="{132F3AA2-078C-4E57-85B6-2A0971608AB2}">
      <dgm:prSet/>
      <dgm:spPr/>
      <dgm:t>
        <a:bodyPr/>
        <a:lstStyle/>
        <a:p>
          <a:endParaRPr lang="en-US" sz="1400"/>
        </a:p>
      </dgm:t>
    </dgm:pt>
    <dgm:pt modelId="{5D09BEF4-F8F7-43AD-B2F5-FB7F609BAE49}" type="sibTrans" cxnId="{132F3AA2-078C-4E57-85B6-2A0971608AB2}">
      <dgm:prSet/>
      <dgm:spPr/>
      <dgm:t>
        <a:bodyPr/>
        <a:lstStyle/>
        <a:p>
          <a:endParaRPr lang="en-US" sz="1400"/>
        </a:p>
      </dgm:t>
    </dgm:pt>
    <dgm:pt modelId="{637ABECC-A3CA-4EB9-B844-655016402A73}">
      <dgm:prSet phldrT="[Text]" custT="1"/>
      <dgm:spPr/>
      <dgm:t>
        <a:bodyPr/>
        <a:lstStyle/>
        <a:p>
          <a:r>
            <a:rPr lang="en-US" sz="1400" dirty="0"/>
            <a:t>Object/Class</a:t>
          </a:r>
        </a:p>
      </dgm:t>
    </dgm:pt>
    <dgm:pt modelId="{D84A802C-7DC0-477B-AD62-8918F66C1163}" type="parTrans" cxnId="{B599D9F1-2FBA-4353-BD0B-AA2ADF4BCE70}">
      <dgm:prSet/>
      <dgm:spPr/>
      <dgm:t>
        <a:bodyPr/>
        <a:lstStyle/>
        <a:p>
          <a:endParaRPr lang="en-US" sz="1400"/>
        </a:p>
      </dgm:t>
    </dgm:pt>
    <dgm:pt modelId="{7C765446-240E-4869-B358-64C3FAC637FE}" type="sibTrans" cxnId="{B599D9F1-2FBA-4353-BD0B-AA2ADF4BCE70}">
      <dgm:prSet/>
      <dgm:spPr/>
      <dgm:t>
        <a:bodyPr/>
        <a:lstStyle/>
        <a:p>
          <a:endParaRPr lang="en-US" sz="1400"/>
        </a:p>
      </dgm:t>
    </dgm:pt>
    <dgm:pt modelId="{B1F62CDD-F1A0-4DA0-8782-D642A7E311FE}">
      <dgm:prSet phldrT="[Text]" custT="1"/>
      <dgm:spPr/>
      <dgm:t>
        <a:bodyPr/>
        <a:lstStyle/>
        <a:p>
          <a:r>
            <a:rPr lang="en-US" sz="1400" dirty="0"/>
            <a:t>Interface</a:t>
          </a:r>
        </a:p>
      </dgm:t>
    </dgm:pt>
    <dgm:pt modelId="{EC55709E-936C-48B4-A533-143F8A26A63C}" type="parTrans" cxnId="{5113F960-E739-4F89-B33A-3D6C62236B40}">
      <dgm:prSet/>
      <dgm:spPr/>
      <dgm:t>
        <a:bodyPr/>
        <a:lstStyle/>
        <a:p>
          <a:endParaRPr lang="en-US" sz="1400"/>
        </a:p>
      </dgm:t>
    </dgm:pt>
    <dgm:pt modelId="{9AF8ECDC-41BB-48A0-99F7-90A4F49B9D1F}" type="sibTrans" cxnId="{5113F960-E739-4F89-B33A-3D6C62236B40}">
      <dgm:prSet/>
      <dgm:spPr/>
      <dgm:t>
        <a:bodyPr/>
        <a:lstStyle/>
        <a:p>
          <a:endParaRPr lang="en-US" sz="1400"/>
        </a:p>
      </dgm:t>
    </dgm:pt>
    <dgm:pt modelId="{8A36933F-774C-4525-B31F-0A8BE7820AA1}">
      <dgm:prSet phldrT="[Text]" custT="1"/>
      <dgm:spPr/>
      <dgm:t>
        <a:bodyPr/>
        <a:lstStyle/>
        <a:p>
          <a:r>
            <a:rPr lang="en-US" sz="1400"/>
            <a:t>4. </a:t>
          </a:r>
          <a:r>
            <a:rPr lang="en-US" sz="1400" dirty="0"/>
            <a:t>Acceptance</a:t>
          </a:r>
        </a:p>
      </dgm:t>
    </dgm:pt>
    <dgm:pt modelId="{2D241D43-19F9-4C69-B6D3-D61FD0DBC4F7}" type="parTrans" cxnId="{90C3DA01-8D85-4EC5-B7EF-C892685614A7}">
      <dgm:prSet/>
      <dgm:spPr/>
      <dgm:t>
        <a:bodyPr/>
        <a:lstStyle/>
        <a:p>
          <a:endParaRPr lang="en-US" sz="1400"/>
        </a:p>
      </dgm:t>
    </dgm:pt>
    <dgm:pt modelId="{2D838C83-F9E7-4090-8AC4-AA227D23B691}" type="sibTrans" cxnId="{90C3DA01-8D85-4EC5-B7EF-C892685614A7}">
      <dgm:prSet/>
      <dgm:spPr/>
      <dgm:t>
        <a:bodyPr/>
        <a:lstStyle/>
        <a:p>
          <a:endParaRPr lang="en-US" sz="1400"/>
        </a:p>
      </dgm:t>
    </dgm:pt>
    <dgm:pt modelId="{DA969D17-97D0-440B-A86F-F56FD4E6498D}">
      <dgm:prSet phldrT="[Text]" custT="1"/>
      <dgm:spPr/>
      <dgm:t>
        <a:bodyPr/>
        <a:lstStyle/>
        <a:p>
          <a:r>
            <a:rPr lang="en-US" sz="1400" dirty="0"/>
            <a:t>b) Beta</a:t>
          </a:r>
        </a:p>
      </dgm:t>
    </dgm:pt>
    <dgm:pt modelId="{C7D20519-FBCE-4F1C-9937-1198FBC403A7}" type="parTrans" cxnId="{19BEF12B-A988-483E-B412-D6D898AB9A46}">
      <dgm:prSet/>
      <dgm:spPr/>
      <dgm:t>
        <a:bodyPr/>
        <a:lstStyle/>
        <a:p>
          <a:endParaRPr lang="en-US" sz="1400"/>
        </a:p>
      </dgm:t>
    </dgm:pt>
    <dgm:pt modelId="{623550A0-08B6-4851-8D58-74A689E7B136}" type="sibTrans" cxnId="{19BEF12B-A988-483E-B412-D6D898AB9A46}">
      <dgm:prSet/>
      <dgm:spPr/>
      <dgm:t>
        <a:bodyPr/>
        <a:lstStyle/>
        <a:p>
          <a:endParaRPr lang="en-US" sz="1400"/>
        </a:p>
      </dgm:t>
    </dgm:pt>
    <dgm:pt modelId="{E5417E3F-838F-4668-A8B7-6506E1EDC7D2}">
      <dgm:prSet phldrT="[Text]" custT="1"/>
      <dgm:spPr/>
      <dgm:t>
        <a:bodyPr/>
        <a:lstStyle/>
        <a:p>
          <a:r>
            <a:rPr lang="en-US" sz="1400" dirty="0"/>
            <a:t>c) UAT</a:t>
          </a:r>
        </a:p>
      </dgm:t>
    </dgm:pt>
    <dgm:pt modelId="{318A5B9D-AE84-48A9-9C57-9FF7B05414DC}" type="parTrans" cxnId="{35B5BD51-F0F1-4501-BE62-93D67207691C}">
      <dgm:prSet/>
      <dgm:spPr/>
      <dgm:t>
        <a:bodyPr/>
        <a:lstStyle/>
        <a:p>
          <a:endParaRPr lang="en-US" sz="1400"/>
        </a:p>
      </dgm:t>
    </dgm:pt>
    <dgm:pt modelId="{67FF5546-C49A-40BC-86A1-974A56EFC3A2}" type="sibTrans" cxnId="{35B5BD51-F0F1-4501-BE62-93D67207691C}">
      <dgm:prSet/>
      <dgm:spPr/>
      <dgm:t>
        <a:bodyPr/>
        <a:lstStyle/>
        <a:p>
          <a:endParaRPr lang="en-US" sz="1400"/>
        </a:p>
      </dgm:t>
    </dgm:pt>
    <dgm:pt modelId="{5DB9E89B-460A-42F6-A3A7-336522AD2095}">
      <dgm:prSet phldrT="[Text]" custT="1"/>
      <dgm:spPr/>
      <dgm:t>
        <a:bodyPr/>
        <a:lstStyle/>
        <a:p>
          <a:r>
            <a:rPr lang="en-US" sz="1200" dirty="0"/>
            <a:t>Parameter</a:t>
          </a:r>
        </a:p>
      </dgm:t>
    </dgm:pt>
    <dgm:pt modelId="{496FD8E8-E3C6-437F-A2E5-31B8BD436979}" type="parTrans" cxnId="{AC49EEBC-2E19-4CB6-91F7-E442185663F9}">
      <dgm:prSet/>
      <dgm:spPr/>
      <dgm:t>
        <a:bodyPr/>
        <a:lstStyle/>
        <a:p>
          <a:endParaRPr lang="en-US" sz="1400"/>
        </a:p>
      </dgm:t>
    </dgm:pt>
    <dgm:pt modelId="{FBDF4D61-794F-46FF-8C97-540C4ADDBBB9}" type="sibTrans" cxnId="{AC49EEBC-2E19-4CB6-91F7-E442185663F9}">
      <dgm:prSet/>
      <dgm:spPr/>
      <dgm:t>
        <a:bodyPr/>
        <a:lstStyle/>
        <a:p>
          <a:endParaRPr lang="en-US" sz="1400"/>
        </a:p>
      </dgm:t>
    </dgm:pt>
    <dgm:pt modelId="{F00F2390-423F-48F7-950C-4F1D5486698B}">
      <dgm:prSet phldrT="[Text]" custT="1"/>
      <dgm:spPr/>
      <dgm:t>
        <a:bodyPr/>
        <a:lstStyle/>
        <a:p>
          <a:r>
            <a:rPr lang="en-US" sz="1200" dirty="0"/>
            <a:t>Procedural</a:t>
          </a:r>
        </a:p>
      </dgm:t>
    </dgm:pt>
    <dgm:pt modelId="{B0C6064A-80F9-4D52-BF99-A9EEAF74F81A}" type="parTrans" cxnId="{A878E629-FE80-4B10-AD48-A1E045D3EB8C}">
      <dgm:prSet/>
      <dgm:spPr/>
      <dgm:t>
        <a:bodyPr/>
        <a:lstStyle/>
        <a:p>
          <a:endParaRPr lang="en-US" sz="1400"/>
        </a:p>
      </dgm:t>
    </dgm:pt>
    <dgm:pt modelId="{2162EE2A-2607-4E2D-B5D0-823659F9A190}" type="sibTrans" cxnId="{A878E629-FE80-4B10-AD48-A1E045D3EB8C}">
      <dgm:prSet/>
      <dgm:spPr/>
      <dgm:t>
        <a:bodyPr/>
        <a:lstStyle/>
        <a:p>
          <a:endParaRPr lang="en-US" sz="1400"/>
        </a:p>
      </dgm:t>
    </dgm:pt>
    <dgm:pt modelId="{77DE82C2-BA4A-4623-A3BC-C23CB98D3056}">
      <dgm:prSet phldrT="[Text]" custT="1"/>
      <dgm:spPr/>
      <dgm:t>
        <a:bodyPr/>
        <a:lstStyle/>
        <a:p>
          <a:r>
            <a:rPr lang="en-US" sz="1200" dirty="0"/>
            <a:t>Message Passing</a:t>
          </a:r>
        </a:p>
      </dgm:t>
    </dgm:pt>
    <dgm:pt modelId="{57693BDF-0026-468A-9320-C4EE4F3EEA91}" type="parTrans" cxnId="{DCD23E44-00FA-40DA-BF78-EDC07F29A914}">
      <dgm:prSet/>
      <dgm:spPr/>
      <dgm:t>
        <a:bodyPr/>
        <a:lstStyle/>
        <a:p>
          <a:endParaRPr lang="en-US" sz="1400"/>
        </a:p>
      </dgm:t>
    </dgm:pt>
    <dgm:pt modelId="{AD34205B-8D8B-41A3-BA0A-6D414378C8F2}" type="sibTrans" cxnId="{DCD23E44-00FA-40DA-BF78-EDC07F29A914}">
      <dgm:prSet/>
      <dgm:spPr/>
      <dgm:t>
        <a:bodyPr/>
        <a:lstStyle/>
        <a:p>
          <a:endParaRPr lang="en-US" sz="1400"/>
        </a:p>
      </dgm:t>
    </dgm:pt>
    <dgm:pt modelId="{3F99F189-2F3D-49D8-90FC-7CF18D7A5489}">
      <dgm:prSet phldrT="[Text]" custT="1"/>
      <dgm:spPr/>
      <dgm:t>
        <a:bodyPr/>
        <a:lstStyle/>
        <a:p>
          <a:r>
            <a:rPr lang="en-US" sz="1400" dirty="0"/>
            <a:t>Top-down</a:t>
          </a:r>
        </a:p>
      </dgm:t>
    </dgm:pt>
    <dgm:pt modelId="{688D2116-972D-44E7-A83B-CE746AD89B12}" type="parTrans" cxnId="{2E0C0981-BC13-4919-BBB2-639B21E03404}">
      <dgm:prSet/>
      <dgm:spPr/>
      <dgm:t>
        <a:bodyPr/>
        <a:lstStyle/>
        <a:p>
          <a:endParaRPr lang="en-US" sz="1400"/>
        </a:p>
      </dgm:t>
    </dgm:pt>
    <dgm:pt modelId="{4BA2A6E6-C467-49FA-BFCE-C30E2AA2D1D2}" type="sibTrans" cxnId="{2E0C0981-BC13-4919-BBB2-639B21E03404}">
      <dgm:prSet/>
      <dgm:spPr/>
      <dgm:t>
        <a:bodyPr/>
        <a:lstStyle/>
        <a:p>
          <a:endParaRPr lang="en-US" sz="1400"/>
        </a:p>
      </dgm:t>
    </dgm:pt>
    <dgm:pt modelId="{DDE27CAD-3B07-40DF-8C8B-C422EABBB36E}">
      <dgm:prSet phldrT="[Text]" custT="1"/>
      <dgm:spPr/>
      <dgm:t>
        <a:bodyPr/>
        <a:lstStyle/>
        <a:p>
          <a:r>
            <a:rPr lang="en-US" sz="1400" dirty="0"/>
            <a:t>Bottom-up</a:t>
          </a:r>
        </a:p>
      </dgm:t>
    </dgm:pt>
    <dgm:pt modelId="{8B9E42EF-D9ED-4245-B602-A84534AFEB40}" type="parTrans" cxnId="{67622D89-36D4-486E-98EF-CC26DF9527CE}">
      <dgm:prSet/>
      <dgm:spPr/>
      <dgm:t>
        <a:bodyPr/>
        <a:lstStyle/>
        <a:p>
          <a:endParaRPr lang="en-US" sz="1400"/>
        </a:p>
      </dgm:t>
    </dgm:pt>
    <dgm:pt modelId="{CCD2935F-1D8D-4D8B-97E0-BAF0DB547DE7}" type="sibTrans" cxnId="{67622D89-36D4-486E-98EF-CC26DF9527CE}">
      <dgm:prSet/>
      <dgm:spPr/>
      <dgm:t>
        <a:bodyPr/>
        <a:lstStyle/>
        <a:p>
          <a:endParaRPr lang="en-US" sz="1400"/>
        </a:p>
      </dgm:t>
    </dgm:pt>
    <dgm:pt modelId="{AC8D30A5-B598-B64B-85EF-7095E2488B21}">
      <dgm:prSet custT="1"/>
      <dgm:spPr/>
      <dgm:t>
        <a:bodyPr/>
        <a:lstStyle/>
        <a:p>
          <a:r>
            <a:rPr lang="en-US" sz="1400"/>
            <a:t>NF: Stress</a:t>
          </a:r>
          <a:endParaRPr lang="en-US" sz="1400" dirty="0"/>
        </a:p>
      </dgm:t>
    </dgm:pt>
    <dgm:pt modelId="{8CC6B28D-DAE3-F84E-8251-180257AC01C6}" type="parTrans" cxnId="{60FA3908-7C7A-504B-812A-EC2308FB9CA0}">
      <dgm:prSet/>
      <dgm:spPr/>
      <dgm:t>
        <a:bodyPr/>
        <a:lstStyle/>
        <a:p>
          <a:endParaRPr lang="en-US"/>
        </a:p>
      </dgm:t>
    </dgm:pt>
    <dgm:pt modelId="{8D476BAB-7C69-9344-9667-0A1A192224CE}" type="sibTrans" cxnId="{60FA3908-7C7A-504B-812A-EC2308FB9CA0}">
      <dgm:prSet/>
      <dgm:spPr/>
      <dgm:t>
        <a:bodyPr/>
        <a:lstStyle/>
        <a:p>
          <a:endParaRPr lang="en-US"/>
        </a:p>
      </dgm:t>
    </dgm:pt>
    <dgm:pt modelId="{1D8B17F4-FCBB-5B43-90AD-2C4C7D9DD457}">
      <dgm:prSet custT="1"/>
      <dgm:spPr/>
      <dgm:t>
        <a:bodyPr/>
        <a:lstStyle/>
        <a:p>
          <a:r>
            <a:rPr lang="en-US" sz="1400" dirty="0"/>
            <a:t>NF: Performance</a:t>
          </a:r>
        </a:p>
      </dgm:t>
    </dgm:pt>
    <dgm:pt modelId="{1687E9FF-6E7E-1D46-89C6-62920DF0D740}" type="parTrans" cxnId="{C8CD8594-2208-BE48-A826-4DC44096861C}">
      <dgm:prSet/>
      <dgm:spPr/>
      <dgm:t>
        <a:bodyPr/>
        <a:lstStyle/>
        <a:p>
          <a:endParaRPr lang="en-US"/>
        </a:p>
      </dgm:t>
    </dgm:pt>
    <dgm:pt modelId="{1EBB8296-19FB-EA41-8D93-64E56B79ED46}" type="sibTrans" cxnId="{C8CD8594-2208-BE48-A826-4DC44096861C}">
      <dgm:prSet/>
      <dgm:spPr/>
      <dgm:t>
        <a:bodyPr/>
        <a:lstStyle/>
        <a:p>
          <a:endParaRPr lang="en-US"/>
        </a:p>
      </dgm:t>
    </dgm:pt>
    <dgm:pt modelId="{27792511-E6D0-EC4F-A8FD-71B99E96798C}">
      <dgm:prSet custT="1"/>
      <dgm:spPr/>
      <dgm:t>
        <a:bodyPr/>
        <a:lstStyle/>
        <a:p>
          <a:r>
            <a:rPr lang="en-US" sz="1400" dirty="0"/>
            <a:t>NF: Usability</a:t>
          </a:r>
        </a:p>
      </dgm:t>
    </dgm:pt>
    <dgm:pt modelId="{2CEC264A-EF1F-104E-8355-97BAF480AD4C}" type="parTrans" cxnId="{A1705995-7ED4-BE46-8C03-40264E5FF3EB}">
      <dgm:prSet/>
      <dgm:spPr/>
      <dgm:t>
        <a:bodyPr/>
        <a:lstStyle/>
        <a:p>
          <a:endParaRPr lang="en-US"/>
        </a:p>
      </dgm:t>
    </dgm:pt>
    <dgm:pt modelId="{1D4DBB7E-301A-BC43-8DD4-A48724D0C96E}" type="sibTrans" cxnId="{A1705995-7ED4-BE46-8C03-40264E5FF3EB}">
      <dgm:prSet/>
      <dgm:spPr/>
      <dgm:t>
        <a:bodyPr/>
        <a:lstStyle/>
        <a:p>
          <a:endParaRPr lang="en-US"/>
        </a:p>
      </dgm:t>
    </dgm:pt>
    <dgm:pt modelId="{406C899F-FAAC-4A6A-A181-B4475C3FDFE1}">
      <dgm:prSet phldrT="[Text]" custT="1"/>
      <dgm:spPr/>
      <dgm:t>
        <a:bodyPr/>
        <a:lstStyle/>
        <a:p>
          <a:r>
            <a:rPr lang="en-US" sz="1400" dirty="0"/>
            <a:t>3. System</a:t>
          </a:r>
        </a:p>
      </dgm:t>
    </dgm:pt>
    <dgm:pt modelId="{DDCEBECD-1740-436B-B22A-F49D39B86898}" type="sibTrans" cxnId="{FAAC0D3C-19F7-4541-90CB-0C8B4771E79B}">
      <dgm:prSet/>
      <dgm:spPr/>
      <dgm:t>
        <a:bodyPr/>
        <a:lstStyle/>
        <a:p>
          <a:endParaRPr lang="en-US" sz="1400"/>
        </a:p>
      </dgm:t>
    </dgm:pt>
    <dgm:pt modelId="{EE77BF72-C109-4935-938C-082D9178610C}" type="parTrans" cxnId="{FAAC0D3C-19F7-4541-90CB-0C8B4771E79B}">
      <dgm:prSet/>
      <dgm:spPr/>
      <dgm:t>
        <a:bodyPr/>
        <a:lstStyle/>
        <a:p>
          <a:endParaRPr lang="en-US" sz="1400"/>
        </a:p>
      </dgm:t>
    </dgm:pt>
    <dgm:pt modelId="{B97A2C22-DFFA-164E-A295-9FEA53889D8A}">
      <dgm:prSet custT="1"/>
      <dgm:spPr/>
      <dgm:t>
        <a:bodyPr/>
        <a:lstStyle/>
        <a:p>
          <a:r>
            <a:rPr lang="en-US" sz="1400" dirty="0"/>
            <a:t>Functional</a:t>
          </a:r>
        </a:p>
      </dgm:t>
    </dgm:pt>
    <dgm:pt modelId="{1130EB40-3772-8D4F-B3AC-C906F28E3023}" type="parTrans" cxnId="{53AD279B-B6DC-B045-BCE5-3D4DF923FFA5}">
      <dgm:prSet/>
      <dgm:spPr/>
      <dgm:t>
        <a:bodyPr/>
        <a:lstStyle/>
        <a:p>
          <a:endParaRPr lang="en-US"/>
        </a:p>
      </dgm:t>
    </dgm:pt>
    <dgm:pt modelId="{2B2F1C3C-0EED-D446-9F19-EF5DCF3625B4}" type="sibTrans" cxnId="{53AD279B-B6DC-B045-BCE5-3D4DF923FFA5}">
      <dgm:prSet/>
      <dgm:spPr/>
      <dgm:t>
        <a:bodyPr/>
        <a:lstStyle/>
        <a:p>
          <a:endParaRPr lang="en-US"/>
        </a:p>
      </dgm:t>
    </dgm:pt>
    <dgm:pt modelId="{2CB3317D-D784-D74A-B6B1-2B19B22E75CB}" type="pres">
      <dgm:prSet presAssocID="{88B308C0-526A-432E-BC92-74A594AE2D6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DB9DA38-930C-334B-9FF7-443BFB50FEB2}" type="pres">
      <dgm:prSet presAssocID="{2F3E8F93-34C7-4CC3-A033-933374700188}" presName="hierRoot1" presStyleCnt="0">
        <dgm:presLayoutVars>
          <dgm:hierBranch val="init"/>
        </dgm:presLayoutVars>
      </dgm:prSet>
      <dgm:spPr/>
    </dgm:pt>
    <dgm:pt modelId="{F48C24CC-1272-8B4E-A785-9749ED67C2A0}" type="pres">
      <dgm:prSet presAssocID="{2F3E8F93-34C7-4CC3-A033-933374700188}" presName="rootComposite1" presStyleCnt="0"/>
      <dgm:spPr/>
    </dgm:pt>
    <dgm:pt modelId="{5B197F08-51E1-8A46-ABD5-21EDBC710ECD}" type="pres">
      <dgm:prSet presAssocID="{2F3E8F93-34C7-4CC3-A033-933374700188}" presName="rootText1" presStyleLbl="node0" presStyleIdx="0" presStyleCnt="1" custScaleX="167465">
        <dgm:presLayoutVars>
          <dgm:chPref val="3"/>
        </dgm:presLayoutVars>
      </dgm:prSet>
      <dgm:spPr/>
    </dgm:pt>
    <dgm:pt modelId="{6F15CB03-3380-5B4B-BCFC-7F34E44FD34C}" type="pres">
      <dgm:prSet presAssocID="{2F3E8F93-34C7-4CC3-A033-933374700188}" presName="rootConnector1" presStyleLbl="node1" presStyleIdx="0" presStyleCnt="0"/>
      <dgm:spPr/>
    </dgm:pt>
    <dgm:pt modelId="{E6727F23-DBDF-1844-993B-E6E1A452C7DC}" type="pres">
      <dgm:prSet presAssocID="{2F3E8F93-34C7-4CC3-A033-933374700188}" presName="hierChild2" presStyleCnt="0"/>
      <dgm:spPr/>
    </dgm:pt>
    <dgm:pt modelId="{CE5C2949-1A81-224F-8065-C4722452D2C5}" type="pres">
      <dgm:prSet presAssocID="{36941C24-8A53-4DD5-B792-1A78B5B1021E}" presName="Name37" presStyleLbl="parChTrans1D2" presStyleIdx="0" presStyleCnt="4"/>
      <dgm:spPr/>
    </dgm:pt>
    <dgm:pt modelId="{5914C6AA-C504-814E-AF87-482AF1616184}" type="pres">
      <dgm:prSet presAssocID="{FD3AA3EA-DE49-445A-8910-F3453A42E68C}" presName="hierRoot2" presStyleCnt="0">
        <dgm:presLayoutVars>
          <dgm:hierBranch val="init"/>
        </dgm:presLayoutVars>
      </dgm:prSet>
      <dgm:spPr/>
    </dgm:pt>
    <dgm:pt modelId="{3E0F4609-4D19-3746-A542-F35A1B3B8E8F}" type="pres">
      <dgm:prSet presAssocID="{FD3AA3EA-DE49-445A-8910-F3453A42E68C}" presName="rootComposite" presStyleCnt="0"/>
      <dgm:spPr/>
    </dgm:pt>
    <dgm:pt modelId="{B3280AC8-1A60-A446-AD00-909668609DA1}" type="pres">
      <dgm:prSet presAssocID="{FD3AA3EA-DE49-445A-8910-F3453A42E68C}" presName="rootText" presStyleLbl="node2" presStyleIdx="0" presStyleCnt="4">
        <dgm:presLayoutVars>
          <dgm:chPref val="3"/>
        </dgm:presLayoutVars>
      </dgm:prSet>
      <dgm:spPr/>
    </dgm:pt>
    <dgm:pt modelId="{D943F96B-9B06-B040-9A9F-3D683E5EDEB5}" type="pres">
      <dgm:prSet presAssocID="{FD3AA3EA-DE49-445A-8910-F3453A42E68C}" presName="rootConnector" presStyleLbl="node2" presStyleIdx="0" presStyleCnt="4"/>
      <dgm:spPr/>
    </dgm:pt>
    <dgm:pt modelId="{B2473287-3939-4742-8FE0-5C3757E42ECA}" type="pres">
      <dgm:prSet presAssocID="{FD3AA3EA-DE49-445A-8910-F3453A42E68C}" presName="hierChild4" presStyleCnt="0"/>
      <dgm:spPr/>
    </dgm:pt>
    <dgm:pt modelId="{498E9300-C78B-864C-BF1F-F5D2FDB5A2FA}" type="pres">
      <dgm:prSet presAssocID="{D84A802C-7DC0-477B-AD62-8918F66C1163}" presName="Name37" presStyleLbl="parChTrans1D3" presStyleIdx="0" presStyleCnt="11"/>
      <dgm:spPr/>
    </dgm:pt>
    <dgm:pt modelId="{91CDD307-651A-9242-887D-024B485A8854}" type="pres">
      <dgm:prSet presAssocID="{637ABECC-A3CA-4EB9-B844-655016402A73}" presName="hierRoot2" presStyleCnt="0">
        <dgm:presLayoutVars>
          <dgm:hierBranch val="init"/>
        </dgm:presLayoutVars>
      </dgm:prSet>
      <dgm:spPr/>
    </dgm:pt>
    <dgm:pt modelId="{6A6DAA34-CBB8-854F-B551-3EC4F97B6CBA}" type="pres">
      <dgm:prSet presAssocID="{637ABECC-A3CA-4EB9-B844-655016402A73}" presName="rootComposite" presStyleCnt="0"/>
      <dgm:spPr/>
    </dgm:pt>
    <dgm:pt modelId="{23C6863D-94AA-3449-9B61-48EAF1F33555}" type="pres">
      <dgm:prSet presAssocID="{637ABECC-A3CA-4EB9-B844-655016402A73}" presName="rootText" presStyleLbl="node3" presStyleIdx="0" presStyleCnt="11">
        <dgm:presLayoutVars>
          <dgm:chPref val="3"/>
        </dgm:presLayoutVars>
      </dgm:prSet>
      <dgm:spPr/>
    </dgm:pt>
    <dgm:pt modelId="{915E05EB-F584-A74A-BA04-C78B0DEB5599}" type="pres">
      <dgm:prSet presAssocID="{637ABECC-A3CA-4EB9-B844-655016402A73}" presName="rootConnector" presStyleLbl="node3" presStyleIdx="0" presStyleCnt="11"/>
      <dgm:spPr/>
    </dgm:pt>
    <dgm:pt modelId="{06EA8660-B3A1-6E41-B3EC-61A1618E8268}" type="pres">
      <dgm:prSet presAssocID="{637ABECC-A3CA-4EB9-B844-655016402A73}" presName="hierChild4" presStyleCnt="0"/>
      <dgm:spPr/>
    </dgm:pt>
    <dgm:pt modelId="{411E60F8-C239-D444-AD2C-B6EAECC42BE1}" type="pres">
      <dgm:prSet presAssocID="{637ABECC-A3CA-4EB9-B844-655016402A73}" presName="hierChild5" presStyleCnt="0"/>
      <dgm:spPr/>
    </dgm:pt>
    <dgm:pt modelId="{FCAE25AE-708B-7A4D-A50D-F7681280D092}" type="pres">
      <dgm:prSet presAssocID="{EC55709E-936C-48B4-A533-143F8A26A63C}" presName="Name37" presStyleLbl="parChTrans1D3" presStyleIdx="1" presStyleCnt="11"/>
      <dgm:spPr/>
    </dgm:pt>
    <dgm:pt modelId="{AF045AE2-24E2-0145-83CC-2266E42426F3}" type="pres">
      <dgm:prSet presAssocID="{B1F62CDD-F1A0-4DA0-8782-D642A7E311FE}" presName="hierRoot2" presStyleCnt="0">
        <dgm:presLayoutVars>
          <dgm:hierBranch val="init"/>
        </dgm:presLayoutVars>
      </dgm:prSet>
      <dgm:spPr/>
    </dgm:pt>
    <dgm:pt modelId="{6AAAA009-B904-D649-A22E-7F010F7771E0}" type="pres">
      <dgm:prSet presAssocID="{B1F62CDD-F1A0-4DA0-8782-D642A7E311FE}" presName="rootComposite" presStyleCnt="0"/>
      <dgm:spPr/>
    </dgm:pt>
    <dgm:pt modelId="{32EA64F8-A30A-2D47-8816-FE7619DE672E}" type="pres">
      <dgm:prSet presAssocID="{B1F62CDD-F1A0-4DA0-8782-D642A7E311FE}" presName="rootText" presStyleLbl="node3" presStyleIdx="1" presStyleCnt="11">
        <dgm:presLayoutVars>
          <dgm:chPref val="3"/>
        </dgm:presLayoutVars>
      </dgm:prSet>
      <dgm:spPr/>
    </dgm:pt>
    <dgm:pt modelId="{95EA068A-F8BA-2F44-8F74-C82EEF7F0074}" type="pres">
      <dgm:prSet presAssocID="{B1F62CDD-F1A0-4DA0-8782-D642A7E311FE}" presName="rootConnector" presStyleLbl="node3" presStyleIdx="1" presStyleCnt="11"/>
      <dgm:spPr/>
    </dgm:pt>
    <dgm:pt modelId="{6CDDEF8F-DF4D-CF4A-A0D0-9B0DA1A42C39}" type="pres">
      <dgm:prSet presAssocID="{B1F62CDD-F1A0-4DA0-8782-D642A7E311FE}" presName="hierChild4" presStyleCnt="0"/>
      <dgm:spPr/>
    </dgm:pt>
    <dgm:pt modelId="{45FE0EDD-2F35-8047-99B1-D106BEE231E7}" type="pres">
      <dgm:prSet presAssocID="{496FD8E8-E3C6-437F-A2E5-31B8BD436979}" presName="Name37" presStyleLbl="parChTrans1D4" presStyleIdx="0" presStyleCnt="3"/>
      <dgm:spPr/>
    </dgm:pt>
    <dgm:pt modelId="{94A12CC3-05D1-B64C-B835-DD6ECC0DF36C}" type="pres">
      <dgm:prSet presAssocID="{5DB9E89B-460A-42F6-A3A7-336522AD2095}" presName="hierRoot2" presStyleCnt="0">
        <dgm:presLayoutVars>
          <dgm:hierBranch val="init"/>
        </dgm:presLayoutVars>
      </dgm:prSet>
      <dgm:spPr/>
    </dgm:pt>
    <dgm:pt modelId="{DA6A5025-4DEF-1049-9C7A-25355C62185D}" type="pres">
      <dgm:prSet presAssocID="{5DB9E89B-460A-42F6-A3A7-336522AD2095}" presName="rootComposite" presStyleCnt="0"/>
      <dgm:spPr/>
    </dgm:pt>
    <dgm:pt modelId="{F219D5C6-9420-BA49-819A-BC6DC09B964E}" type="pres">
      <dgm:prSet presAssocID="{5DB9E89B-460A-42F6-A3A7-336522AD2095}" presName="rootText" presStyleLbl="node4" presStyleIdx="0" presStyleCnt="3">
        <dgm:presLayoutVars>
          <dgm:chPref val="3"/>
        </dgm:presLayoutVars>
      </dgm:prSet>
      <dgm:spPr/>
    </dgm:pt>
    <dgm:pt modelId="{C448FA0C-9E66-274F-8F28-FB448E255800}" type="pres">
      <dgm:prSet presAssocID="{5DB9E89B-460A-42F6-A3A7-336522AD2095}" presName="rootConnector" presStyleLbl="node4" presStyleIdx="0" presStyleCnt="3"/>
      <dgm:spPr/>
    </dgm:pt>
    <dgm:pt modelId="{5DE66FF0-1C22-3D44-A853-426AE3D25DFA}" type="pres">
      <dgm:prSet presAssocID="{5DB9E89B-460A-42F6-A3A7-336522AD2095}" presName="hierChild4" presStyleCnt="0"/>
      <dgm:spPr/>
    </dgm:pt>
    <dgm:pt modelId="{30A17EC8-E939-6340-A692-290B94256038}" type="pres">
      <dgm:prSet presAssocID="{5DB9E89B-460A-42F6-A3A7-336522AD2095}" presName="hierChild5" presStyleCnt="0"/>
      <dgm:spPr/>
    </dgm:pt>
    <dgm:pt modelId="{E696F085-0D48-EC45-BAAB-B0845268AA42}" type="pres">
      <dgm:prSet presAssocID="{B0C6064A-80F9-4D52-BF99-A9EEAF74F81A}" presName="Name37" presStyleLbl="parChTrans1D4" presStyleIdx="1" presStyleCnt="3"/>
      <dgm:spPr/>
    </dgm:pt>
    <dgm:pt modelId="{14292722-F74D-464E-8F71-5A7AADD1D123}" type="pres">
      <dgm:prSet presAssocID="{F00F2390-423F-48F7-950C-4F1D5486698B}" presName="hierRoot2" presStyleCnt="0">
        <dgm:presLayoutVars>
          <dgm:hierBranch val="init"/>
        </dgm:presLayoutVars>
      </dgm:prSet>
      <dgm:spPr/>
    </dgm:pt>
    <dgm:pt modelId="{1F74249D-B382-514C-A7D0-D93CDE139C94}" type="pres">
      <dgm:prSet presAssocID="{F00F2390-423F-48F7-950C-4F1D5486698B}" presName="rootComposite" presStyleCnt="0"/>
      <dgm:spPr/>
    </dgm:pt>
    <dgm:pt modelId="{CCBD3EBC-B743-3A4C-BDD1-BC8427B758F4}" type="pres">
      <dgm:prSet presAssocID="{F00F2390-423F-48F7-950C-4F1D5486698B}" presName="rootText" presStyleLbl="node4" presStyleIdx="1" presStyleCnt="3">
        <dgm:presLayoutVars>
          <dgm:chPref val="3"/>
        </dgm:presLayoutVars>
      </dgm:prSet>
      <dgm:spPr/>
    </dgm:pt>
    <dgm:pt modelId="{BF183BA5-3BCD-8A4C-844A-93C516422725}" type="pres">
      <dgm:prSet presAssocID="{F00F2390-423F-48F7-950C-4F1D5486698B}" presName="rootConnector" presStyleLbl="node4" presStyleIdx="1" presStyleCnt="3"/>
      <dgm:spPr/>
    </dgm:pt>
    <dgm:pt modelId="{AB3ADA41-8925-9B48-8534-FF0C3557645E}" type="pres">
      <dgm:prSet presAssocID="{F00F2390-423F-48F7-950C-4F1D5486698B}" presName="hierChild4" presStyleCnt="0"/>
      <dgm:spPr/>
    </dgm:pt>
    <dgm:pt modelId="{63E35F54-EC38-3C41-AA74-0BE04B3BD6EC}" type="pres">
      <dgm:prSet presAssocID="{F00F2390-423F-48F7-950C-4F1D5486698B}" presName="hierChild5" presStyleCnt="0"/>
      <dgm:spPr/>
    </dgm:pt>
    <dgm:pt modelId="{DF4C5805-EE6E-404C-BEE2-27D6A6D93D7D}" type="pres">
      <dgm:prSet presAssocID="{57693BDF-0026-468A-9320-C4EE4F3EEA91}" presName="Name37" presStyleLbl="parChTrans1D4" presStyleIdx="2" presStyleCnt="3"/>
      <dgm:spPr/>
    </dgm:pt>
    <dgm:pt modelId="{C228ACDB-7CC3-3B44-A062-B49598561565}" type="pres">
      <dgm:prSet presAssocID="{77DE82C2-BA4A-4623-A3BC-C23CB98D3056}" presName="hierRoot2" presStyleCnt="0">
        <dgm:presLayoutVars>
          <dgm:hierBranch val="init"/>
        </dgm:presLayoutVars>
      </dgm:prSet>
      <dgm:spPr/>
    </dgm:pt>
    <dgm:pt modelId="{FFBBB2FD-68A3-3E43-BD91-9B42ADCD928E}" type="pres">
      <dgm:prSet presAssocID="{77DE82C2-BA4A-4623-A3BC-C23CB98D3056}" presName="rootComposite" presStyleCnt="0"/>
      <dgm:spPr/>
    </dgm:pt>
    <dgm:pt modelId="{480591C3-8094-4344-8F82-A3D547F896CF}" type="pres">
      <dgm:prSet presAssocID="{77DE82C2-BA4A-4623-A3BC-C23CB98D3056}" presName="rootText" presStyleLbl="node4" presStyleIdx="2" presStyleCnt="3">
        <dgm:presLayoutVars>
          <dgm:chPref val="3"/>
        </dgm:presLayoutVars>
      </dgm:prSet>
      <dgm:spPr/>
    </dgm:pt>
    <dgm:pt modelId="{CC6F07D1-A727-5C4D-B3E2-85318D1EC1C4}" type="pres">
      <dgm:prSet presAssocID="{77DE82C2-BA4A-4623-A3BC-C23CB98D3056}" presName="rootConnector" presStyleLbl="node4" presStyleIdx="2" presStyleCnt="3"/>
      <dgm:spPr/>
    </dgm:pt>
    <dgm:pt modelId="{3081AD68-7366-FB4B-8C68-5AF2F977F863}" type="pres">
      <dgm:prSet presAssocID="{77DE82C2-BA4A-4623-A3BC-C23CB98D3056}" presName="hierChild4" presStyleCnt="0"/>
      <dgm:spPr/>
    </dgm:pt>
    <dgm:pt modelId="{C157A862-B0F2-7A41-81DE-559BA069A335}" type="pres">
      <dgm:prSet presAssocID="{77DE82C2-BA4A-4623-A3BC-C23CB98D3056}" presName="hierChild5" presStyleCnt="0"/>
      <dgm:spPr/>
    </dgm:pt>
    <dgm:pt modelId="{621B612A-DA7C-E94F-987B-173122B15A0F}" type="pres">
      <dgm:prSet presAssocID="{B1F62CDD-F1A0-4DA0-8782-D642A7E311FE}" presName="hierChild5" presStyleCnt="0"/>
      <dgm:spPr/>
    </dgm:pt>
    <dgm:pt modelId="{0D06EFCD-E148-5B47-9BCF-7311C4DBE924}" type="pres">
      <dgm:prSet presAssocID="{FD3AA3EA-DE49-445A-8910-F3453A42E68C}" presName="hierChild5" presStyleCnt="0"/>
      <dgm:spPr/>
    </dgm:pt>
    <dgm:pt modelId="{1B3C49F2-83E1-3749-B40D-E831D425BA46}" type="pres">
      <dgm:prSet presAssocID="{AAF79145-7FC0-41A5-8F6A-DF12606FC9A4}" presName="Name37" presStyleLbl="parChTrans1D2" presStyleIdx="1" presStyleCnt="4"/>
      <dgm:spPr/>
    </dgm:pt>
    <dgm:pt modelId="{4F7A84C8-9656-294A-A79B-622C79B3AF4D}" type="pres">
      <dgm:prSet presAssocID="{831EC54B-3877-40B6-9D7B-CF7B9FF76B48}" presName="hierRoot2" presStyleCnt="0">
        <dgm:presLayoutVars>
          <dgm:hierBranch val="init"/>
        </dgm:presLayoutVars>
      </dgm:prSet>
      <dgm:spPr/>
    </dgm:pt>
    <dgm:pt modelId="{ECFC2AF1-AEC5-5042-834B-4CD92550705B}" type="pres">
      <dgm:prSet presAssocID="{831EC54B-3877-40B6-9D7B-CF7B9FF76B48}" presName="rootComposite" presStyleCnt="0"/>
      <dgm:spPr/>
    </dgm:pt>
    <dgm:pt modelId="{BC04D3C0-D8A2-234D-AA91-8666421729DD}" type="pres">
      <dgm:prSet presAssocID="{831EC54B-3877-40B6-9D7B-CF7B9FF76B48}" presName="rootText" presStyleLbl="node2" presStyleIdx="1" presStyleCnt="4">
        <dgm:presLayoutVars>
          <dgm:chPref val="3"/>
        </dgm:presLayoutVars>
      </dgm:prSet>
      <dgm:spPr/>
    </dgm:pt>
    <dgm:pt modelId="{11A35C1A-707D-BB48-9CD9-BAC04197C653}" type="pres">
      <dgm:prSet presAssocID="{831EC54B-3877-40B6-9D7B-CF7B9FF76B48}" presName="rootConnector" presStyleLbl="node2" presStyleIdx="1" presStyleCnt="4"/>
      <dgm:spPr/>
    </dgm:pt>
    <dgm:pt modelId="{AFF1B070-103C-C542-B065-2AEA533D4180}" type="pres">
      <dgm:prSet presAssocID="{831EC54B-3877-40B6-9D7B-CF7B9FF76B48}" presName="hierChild4" presStyleCnt="0"/>
      <dgm:spPr/>
    </dgm:pt>
    <dgm:pt modelId="{B0E31135-22D6-CD4B-9F0B-5C3E6FB37BFD}" type="pres">
      <dgm:prSet presAssocID="{688D2116-972D-44E7-A83B-CE746AD89B12}" presName="Name37" presStyleLbl="parChTrans1D3" presStyleIdx="2" presStyleCnt="11"/>
      <dgm:spPr/>
    </dgm:pt>
    <dgm:pt modelId="{244EBB3F-2229-8D4F-9B6D-A30560071EE3}" type="pres">
      <dgm:prSet presAssocID="{3F99F189-2F3D-49D8-90FC-7CF18D7A5489}" presName="hierRoot2" presStyleCnt="0">
        <dgm:presLayoutVars>
          <dgm:hierBranch val="init"/>
        </dgm:presLayoutVars>
      </dgm:prSet>
      <dgm:spPr/>
    </dgm:pt>
    <dgm:pt modelId="{4FB5E625-CF69-4042-8923-52C4D6D77FC0}" type="pres">
      <dgm:prSet presAssocID="{3F99F189-2F3D-49D8-90FC-7CF18D7A5489}" presName="rootComposite" presStyleCnt="0"/>
      <dgm:spPr/>
    </dgm:pt>
    <dgm:pt modelId="{2004ACE5-7740-6D4A-B245-2E65E2497AD2}" type="pres">
      <dgm:prSet presAssocID="{3F99F189-2F3D-49D8-90FC-7CF18D7A5489}" presName="rootText" presStyleLbl="node3" presStyleIdx="2" presStyleCnt="11">
        <dgm:presLayoutVars>
          <dgm:chPref val="3"/>
        </dgm:presLayoutVars>
      </dgm:prSet>
      <dgm:spPr/>
    </dgm:pt>
    <dgm:pt modelId="{FADED707-AD76-E749-9FC2-E83134484A46}" type="pres">
      <dgm:prSet presAssocID="{3F99F189-2F3D-49D8-90FC-7CF18D7A5489}" presName="rootConnector" presStyleLbl="node3" presStyleIdx="2" presStyleCnt="11"/>
      <dgm:spPr/>
    </dgm:pt>
    <dgm:pt modelId="{846455C9-82DF-F64B-BD23-3E6DF73C96B1}" type="pres">
      <dgm:prSet presAssocID="{3F99F189-2F3D-49D8-90FC-7CF18D7A5489}" presName="hierChild4" presStyleCnt="0"/>
      <dgm:spPr/>
    </dgm:pt>
    <dgm:pt modelId="{E88A3EF0-5DA6-9743-82BE-0AB92AE56C34}" type="pres">
      <dgm:prSet presAssocID="{3F99F189-2F3D-49D8-90FC-7CF18D7A5489}" presName="hierChild5" presStyleCnt="0"/>
      <dgm:spPr/>
    </dgm:pt>
    <dgm:pt modelId="{AAC4D776-A7B0-CD46-8734-909F950EBA9B}" type="pres">
      <dgm:prSet presAssocID="{8B9E42EF-D9ED-4245-B602-A84534AFEB40}" presName="Name37" presStyleLbl="parChTrans1D3" presStyleIdx="3" presStyleCnt="11"/>
      <dgm:spPr/>
    </dgm:pt>
    <dgm:pt modelId="{4F76E1FA-6B98-7C44-ACCB-5FEB1C039913}" type="pres">
      <dgm:prSet presAssocID="{DDE27CAD-3B07-40DF-8C8B-C422EABBB36E}" presName="hierRoot2" presStyleCnt="0">
        <dgm:presLayoutVars>
          <dgm:hierBranch val="init"/>
        </dgm:presLayoutVars>
      </dgm:prSet>
      <dgm:spPr/>
    </dgm:pt>
    <dgm:pt modelId="{DF729D6D-ED16-5249-8221-7EA5C2245E7A}" type="pres">
      <dgm:prSet presAssocID="{DDE27CAD-3B07-40DF-8C8B-C422EABBB36E}" presName="rootComposite" presStyleCnt="0"/>
      <dgm:spPr/>
    </dgm:pt>
    <dgm:pt modelId="{259A0BC8-027A-6F40-BCE4-328BA4B4F1E3}" type="pres">
      <dgm:prSet presAssocID="{DDE27CAD-3B07-40DF-8C8B-C422EABBB36E}" presName="rootText" presStyleLbl="node3" presStyleIdx="3" presStyleCnt="11">
        <dgm:presLayoutVars>
          <dgm:chPref val="3"/>
        </dgm:presLayoutVars>
      </dgm:prSet>
      <dgm:spPr/>
    </dgm:pt>
    <dgm:pt modelId="{7295D486-E29C-2242-8A8C-2F344A380039}" type="pres">
      <dgm:prSet presAssocID="{DDE27CAD-3B07-40DF-8C8B-C422EABBB36E}" presName="rootConnector" presStyleLbl="node3" presStyleIdx="3" presStyleCnt="11"/>
      <dgm:spPr/>
    </dgm:pt>
    <dgm:pt modelId="{0F85DE83-E0DA-6946-AF08-692ECEDAA58B}" type="pres">
      <dgm:prSet presAssocID="{DDE27CAD-3B07-40DF-8C8B-C422EABBB36E}" presName="hierChild4" presStyleCnt="0"/>
      <dgm:spPr/>
    </dgm:pt>
    <dgm:pt modelId="{55F94385-C271-9249-A16B-982A33048CC7}" type="pres">
      <dgm:prSet presAssocID="{DDE27CAD-3B07-40DF-8C8B-C422EABBB36E}" presName="hierChild5" presStyleCnt="0"/>
      <dgm:spPr/>
    </dgm:pt>
    <dgm:pt modelId="{3994D28D-B5D6-614D-9D2F-CAFEAADEFCC2}" type="pres">
      <dgm:prSet presAssocID="{831EC54B-3877-40B6-9D7B-CF7B9FF76B48}" presName="hierChild5" presStyleCnt="0"/>
      <dgm:spPr/>
    </dgm:pt>
    <dgm:pt modelId="{CF9D552E-2E91-724F-BC1C-673895B3C9C8}" type="pres">
      <dgm:prSet presAssocID="{EE77BF72-C109-4935-938C-082D9178610C}" presName="Name37" presStyleLbl="parChTrans1D2" presStyleIdx="2" presStyleCnt="4"/>
      <dgm:spPr/>
    </dgm:pt>
    <dgm:pt modelId="{2D7DCE8B-0F42-944A-9F2D-596E1ADB047A}" type="pres">
      <dgm:prSet presAssocID="{406C899F-FAAC-4A6A-A181-B4475C3FDFE1}" presName="hierRoot2" presStyleCnt="0">
        <dgm:presLayoutVars>
          <dgm:hierBranch val="init"/>
        </dgm:presLayoutVars>
      </dgm:prSet>
      <dgm:spPr/>
    </dgm:pt>
    <dgm:pt modelId="{DCAFA045-9024-2D42-9F0C-DE89CB36B856}" type="pres">
      <dgm:prSet presAssocID="{406C899F-FAAC-4A6A-A181-B4475C3FDFE1}" presName="rootComposite" presStyleCnt="0"/>
      <dgm:spPr/>
    </dgm:pt>
    <dgm:pt modelId="{56BC7F51-04EA-C945-B086-47AFCB4D4B32}" type="pres">
      <dgm:prSet presAssocID="{406C899F-FAAC-4A6A-A181-B4475C3FDFE1}" presName="rootText" presStyleLbl="node2" presStyleIdx="2" presStyleCnt="4">
        <dgm:presLayoutVars>
          <dgm:chPref val="3"/>
        </dgm:presLayoutVars>
      </dgm:prSet>
      <dgm:spPr/>
    </dgm:pt>
    <dgm:pt modelId="{0F29258B-C174-E04F-B952-AD7E1A0B6176}" type="pres">
      <dgm:prSet presAssocID="{406C899F-FAAC-4A6A-A181-B4475C3FDFE1}" presName="rootConnector" presStyleLbl="node2" presStyleIdx="2" presStyleCnt="4"/>
      <dgm:spPr/>
    </dgm:pt>
    <dgm:pt modelId="{F75F351E-D86C-144A-B0DB-6D01F5A67304}" type="pres">
      <dgm:prSet presAssocID="{406C899F-FAAC-4A6A-A181-B4475C3FDFE1}" presName="hierChild4" presStyleCnt="0"/>
      <dgm:spPr/>
    </dgm:pt>
    <dgm:pt modelId="{5EB1C620-06D5-7946-AB9E-11433A983B41}" type="pres">
      <dgm:prSet presAssocID="{1130EB40-3772-8D4F-B3AC-C906F28E3023}" presName="Name37" presStyleLbl="parChTrans1D3" presStyleIdx="4" presStyleCnt="11"/>
      <dgm:spPr/>
    </dgm:pt>
    <dgm:pt modelId="{42A135E8-D6AF-F744-B0E3-C29042D7AD38}" type="pres">
      <dgm:prSet presAssocID="{B97A2C22-DFFA-164E-A295-9FEA53889D8A}" presName="hierRoot2" presStyleCnt="0">
        <dgm:presLayoutVars>
          <dgm:hierBranch val="init"/>
        </dgm:presLayoutVars>
      </dgm:prSet>
      <dgm:spPr/>
    </dgm:pt>
    <dgm:pt modelId="{764E7ED4-2D62-E747-85BA-BE05EF3A709D}" type="pres">
      <dgm:prSet presAssocID="{B97A2C22-DFFA-164E-A295-9FEA53889D8A}" presName="rootComposite" presStyleCnt="0"/>
      <dgm:spPr/>
    </dgm:pt>
    <dgm:pt modelId="{CAE53D00-9B4B-BF42-8DDE-326F853C2A9A}" type="pres">
      <dgm:prSet presAssocID="{B97A2C22-DFFA-164E-A295-9FEA53889D8A}" presName="rootText" presStyleLbl="node3" presStyleIdx="4" presStyleCnt="11">
        <dgm:presLayoutVars>
          <dgm:chPref val="3"/>
        </dgm:presLayoutVars>
      </dgm:prSet>
      <dgm:spPr/>
    </dgm:pt>
    <dgm:pt modelId="{7958F722-C9C7-C04C-9EA3-BEAF7078EE07}" type="pres">
      <dgm:prSet presAssocID="{B97A2C22-DFFA-164E-A295-9FEA53889D8A}" presName="rootConnector" presStyleLbl="node3" presStyleIdx="4" presStyleCnt="11"/>
      <dgm:spPr/>
    </dgm:pt>
    <dgm:pt modelId="{96AE049A-7FD4-7044-84C0-E238AE678449}" type="pres">
      <dgm:prSet presAssocID="{B97A2C22-DFFA-164E-A295-9FEA53889D8A}" presName="hierChild4" presStyleCnt="0"/>
      <dgm:spPr/>
    </dgm:pt>
    <dgm:pt modelId="{BF45E3AE-DB17-614B-B7BD-2D190715A1AD}" type="pres">
      <dgm:prSet presAssocID="{B97A2C22-DFFA-164E-A295-9FEA53889D8A}" presName="hierChild5" presStyleCnt="0"/>
      <dgm:spPr/>
    </dgm:pt>
    <dgm:pt modelId="{FB38F7DE-A1E2-8C4F-96E6-A5D6A070F68B}" type="pres">
      <dgm:prSet presAssocID="{2CEC264A-EF1F-104E-8355-97BAF480AD4C}" presName="Name37" presStyleLbl="parChTrans1D3" presStyleIdx="5" presStyleCnt="11"/>
      <dgm:spPr/>
    </dgm:pt>
    <dgm:pt modelId="{F2E138C9-6782-774E-BE50-54B704A54970}" type="pres">
      <dgm:prSet presAssocID="{27792511-E6D0-EC4F-A8FD-71B99E96798C}" presName="hierRoot2" presStyleCnt="0">
        <dgm:presLayoutVars>
          <dgm:hierBranch val="init"/>
        </dgm:presLayoutVars>
      </dgm:prSet>
      <dgm:spPr/>
    </dgm:pt>
    <dgm:pt modelId="{741DE6F3-8773-054C-9D51-EC8AFA1A5E42}" type="pres">
      <dgm:prSet presAssocID="{27792511-E6D0-EC4F-A8FD-71B99E96798C}" presName="rootComposite" presStyleCnt="0"/>
      <dgm:spPr/>
    </dgm:pt>
    <dgm:pt modelId="{02AA6DA3-18A1-E143-A0FA-95D1F0E10FD0}" type="pres">
      <dgm:prSet presAssocID="{27792511-E6D0-EC4F-A8FD-71B99E96798C}" presName="rootText" presStyleLbl="node3" presStyleIdx="5" presStyleCnt="11">
        <dgm:presLayoutVars>
          <dgm:chPref val="3"/>
        </dgm:presLayoutVars>
      </dgm:prSet>
      <dgm:spPr/>
    </dgm:pt>
    <dgm:pt modelId="{7B127E28-C19F-7145-8E77-F6F4F40F41C9}" type="pres">
      <dgm:prSet presAssocID="{27792511-E6D0-EC4F-A8FD-71B99E96798C}" presName="rootConnector" presStyleLbl="node3" presStyleIdx="5" presStyleCnt="11"/>
      <dgm:spPr/>
    </dgm:pt>
    <dgm:pt modelId="{1A33410E-CF8B-5346-BF30-228130EF37E9}" type="pres">
      <dgm:prSet presAssocID="{27792511-E6D0-EC4F-A8FD-71B99E96798C}" presName="hierChild4" presStyleCnt="0"/>
      <dgm:spPr/>
    </dgm:pt>
    <dgm:pt modelId="{78909982-4919-D345-8E50-1D380EC8E239}" type="pres">
      <dgm:prSet presAssocID="{27792511-E6D0-EC4F-A8FD-71B99E96798C}" presName="hierChild5" presStyleCnt="0"/>
      <dgm:spPr/>
    </dgm:pt>
    <dgm:pt modelId="{D34882CA-CC9D-3A43-A6A1-8B95D6EB08F9}" type="pres">
      <dgm:prSet presAssocID="{1687E9FF-6E7E-1D46-89C6-62920DF0D740}" presName="Name37" presStyleLbl="parChTrans1D3" presStyleIdx="6" presStyleCnt="11"/>
      <dgm:spPr/>
    </dgm:pt>
    <dgm:pt modelId="{BA2D2B28-B65A-4B48-B9D5-49311606EDA7}" type="pres">
      <dgm:prSet presAssocID="{1D8B17F4-FCBB-5B43-90AD-2C4C7D9DD457}" presName="hierRoot2" presStyleCnt="0">
        <dgm:presLayoutVars>
          <dgm:hierBranch val="init"/>
        </dgm:presLayoutVars>
      </dgm:prSet>
      <dgm:spPr/>
    </dgm:pt>
    <dgm:pt modelId="{011E5DAA-6308-CA4D-8193-4B6B9CCA9B9E}" type="pres">
      <dgm:prSet presAssocID="{1D8B17F4-FCBB-5B43-90AD-2C4C7D9DD457}" presName="rootComposite" presStyleCnt="0"/>
      <dgm:spPr/>
    </dgm:pt>
    <dgm:pt modelId="{3645C1AC-6F75-5A4F-90F0-9C4049EF7801}" type="pres">
      <dgm:prSet presAssocID="{1D8B17F4-FCBB-5B43-90AD-2C4C7D9DD457}" presName="rootText" presStyleLbl="node3" presStyleIdx="6" presStyleCnt="11">
        <dgm:presLayoutVars>
          <dgm:chPref val="3"/>
        </dgm:presLayoutVars>
      </dgm:prSet>
      <dgm:spPr/>
    </dgm:pt>
    <dgm:pt modelId="{1E76A607-37FF-5440-BF40-E94B6D3827A1}" type="pres">
      <dgm:prSet presAssocID="{1D8B17F4-FCBB-5B43-90AD-2C4C7D9DD457}" presName="rootConnector" presStyleLbl="node3" presStyleIdx="6" presStyleCnt="11"/>
      <dgm:spPr/>
    </dgm:pt>
    <dgm:pt modelId="{038B26C9-DB71-E643-8217-EFE3806C03BD}" type="pres">
      <dgm:prSet presAssocID="{1D8B17F4-FCBB-5B43-90AD-2C4C7D9DD457}" presName="hierChild4" presStyleCnt="0"/>
      <dgm:spPr/>
    </dgm:pt>
    <dgm:pt modelId="{58C0CBB1-9CA0-4643-BE1D-823BC56A4484}" type="pres">
      <dgm:prSet presAssocID="{1D8B17F4-FCBB-5B43-90AD-2C4C7D9DD457}" presName="hierChild5" presStyleCnt="0"/>
      <dgm:spPr/>
    </dgm:pt>
    <dgm:pt modelId="{78ABB670-CEC3-164B-8C71-B9CDB98ED8C1}" type="pres">
      <dgm:prSet presAssocID="{8CC6B28D-DAE3-F84E-8251-180257AC01C6}" presName="Name37" presStyleLbl="parChTrans1D3" presStyleIdx="7" presStyleCnt="11"/>
      <dgm:spPr/>
    </dgm:pt>
    <dgm:pt modelId="{5DA9EC41-FD0B-F842-92A3-F297EC7DEA05}" type="pres">
      <dgm:prSet presAssocID="{AC8D30A5-B598-B64B-85EF-7095E2488B21}" presName="hierRoot2" presStyleCnt="0">
        <dgm:presLayoutVars>
          <dgm:hierBranch val="init"/>
        </dgm:presLayoutVars>
      </dgm:prSet>
      <dgm:spPr/>
    </dgm:pt>
    <dgm:pt modelId="{3A1327E4-C963-1D4C-9FE1-05343475C2C4}" type="pres">
      <dgm:prSet presAssocID="{AC8D30A5-B598-B64B-85EF-7095E2488B21}" presName="rootComposite" presStyleCnt="0"/>
      <dgm:spPr/>
    </dgm:pt>
    <dgm:pt modelId="{84CA9605-3B0B-B34F-BB52-404C37E8FFAD}" type="pres">
      <dgm:prSet presAssocID="{AC8D30A5-B598-B64B-85EF-7095E2488B21}" presName="rootText" presStyleLbl="node3" presStyleIdx="7" presStyleCnt="11">
        <dgm:presLayoutVars>
          <dgm:chPref val="3"/>
        </dgm:presLayoutVars>
      </dgm:prSet>
      <dgm:spPr/>
    </dgm:pt>
    <dgm:pt modelId="{06E62283-2609-1E40-8A64-E386E694F7D4}" type="pres">
      <dgm:prSet presAssocID="{AC8D30A5-B598-B64B-85EF-7095E2488B21}" presName="rootConnector" presStyleLbl="node3" presStyleIdx="7" presStyleCnt="11"/>
      <dgm:spPr/>
    </dgm:pt>
    <dgm:pt modelId="{FE5F68B7-83D4-E744-BC16-DB79A95BD1E6}" type="pres">
      <dgm:prSet presAssocID="{AC8D30A5-B598-B64B-85EF-7095E2488B21}" presName="hierChild4" presStyleCnt="0"/>
      <dgm:spPr/>
    </dgm:pt>
    <dgm:pt modelId="{C64D211D-0677-0D4E-BE82-DF142E079A0C}" type="pres">
      <dgm:prSet presAssocID="{AC8D30A5-B598-B64B-85EF-7095E2488B21}" presName="hierChild5" presStyleCnt="0"/>
      <dgm:spPr/>
    </dgm:pt>
    <dgm:pt modelId="{820C0821-2CAE-A54D-86F2-A06F63C2B0EA}" type="pres">
      <dgm:prSet presAssocID="{406C899F-FAAC-4A6A-A181-B4475C3FDFE1}" presName="hierChild5" presStyleCnt="0"/>
      <dgm:spPr/>
    </dgm:pt>
    <dgm:pt modelId="{EDE920B8-DEBA-BB41-B107-4F3C2AAB2B1D}" type="pres">
      <dgm:prSet presAssocID="{2D241D43-19F9-4C69-B6D3-D61FD0DBC4F7}" presName="Name37" presStyleLbl="parChTrans1D2" presStyleIdx="3" presStyleCnt="4"/>
      <dgm:spPr/>
    </dgm:pt>
    <dgm:pt modelId="{2AFA16B3-BF11-484E-9A71-54D576367377}" type="pres">
      <dgm:prSet presAssocID="{8A36933F-774C-4525-B31F-0A8BE7820AA1}" presName="hierRoot2" presStyleCnt="0">
        <dgm:presLayoutVars>
          <dgm:hierBranch val="init"/>
        </dgm:presLayoutVars>
      </dgm:prSet>
      <dgm:spPr/>
    </dgm:pt>
    <dgm:pt modelId="{8E32007A-0C87-7D49-B82A-9FA367E36FEF}" type="pres">
      <dgm:prSet presAssocID="{8A36933F-774C-4525-B31F-0A8BE7820AA1}" presName="rootComposite" presStyleCnt="0"/>
      <dgm:spPr/>
    </dgm:pt>
    <dgm:pt modelId="{0C0DAF1E-17E8-9141-811C-9E9F817C44BE}" type="pres">
      <dgm:prSet presAssocID="{8A36933F-774C-4525-B31F-0A8BE7820AA1}" presName="rootText" presStyleLbl="node2" presStyleIdx="3" presStyleCnt="4">
        <dgm:presLayoutVars>
          <dgm:chPref val="3"/>
        </dgm:presLayoutVars>
      </dgm:prSet>
      <dgm:spPr/>
    </dgm:pt>
    <dgm:pt modelId="{EE4567E0-6027-7647-9E69-FBD950019454}" type="pres">
      <dgm:prSet presAssocID="{8A36933F-774C-4525-B31F-0A8BE7820AA1}" presName="rootConnector" presStyleLbl="node2" presStyleIdx="3" presStyleCnt="4"/>
      <dgm:spPr/>
    </dgm:pt>
    <dgm:pt modelId="{5A288C5E-CB91-0740-A9F6-29391C4A790B}" type="pres">
      <dgm:prSet presAssocID="{8A36933F-774C-4525-B31F-0A8BE7820AA1}" presName="hierChild4" presStyleCnt="0"/>
      <dgm:spPr/>
    </dgm:pt>
    <dgm:pt modelId="{FDC284C6-D403-6345-9E1A-E1E24CB46189}" type="pres">
      <dgm:prSet presAssocID="{AE20B6A7-2017-425E-97BD-17575DC84FE8}" presName="Name37" presStyleLbl="parChTrans1D3" presStyleIdx="8" presStyleCnt="11"/>
      <dgm:spPr/>
    </dgm:pt>
    <dgm:pt modelId="{25129BC3-E043-7844-9090-36C4387CCA6A}" type="pres">
      <dgm:prSet presAssocID="{E5607074-EEE3-402F-BC70-C1A534BD6029}" presName="hierRoot2" presStyleCnt="0">
        <dgm:presLayoutVars>
          <dgm:hierBranch val="init"/>
        </dgm:presLayoutVars>
      </dgm:prSet>
      <dgm:spPr/>
    </dgm:pt>
    <dgm:pt modelId="{94C6DC20-43B3-884B-9628-A8659319F3F4}" type="pres">
      <dgm:prSet presAssocID="{E5607074-EEE3-402F-BC70-C1A534BD6029}" presName="rootComposite" presStyleCnt="0"/>
      <dgm:spPr/>
    </dgm:pt>
    <dgm:pt modelId="{2B2536D9-7E0A-604B-BAE4-94F29120E4E4}" type="pres">
      <dgm:prSet presAssocID="{E5607074-EEE3-402F-BC70-C1A534BD6029}" presName="rootText" presStyleLbl="node3" presStyleIdx="8" presStyleCnt="11">
        <dgm:presLayoutVars>
          <dgm:chPref val="3"/>
        </dgm:presLayoutVars>
      </dgm:prSet>
      <dgm:spPr/>
    </dgm:pt>
    <dgm:pt modelId="{05D8D7CE-53BF-3548-94B7-5A177F59B1EA}" type="pres">
      <dgm:prSet presAssocID="{E5607074-EEE3-402F-BC70-C1A534BD6029}" presName="rootConnector" presStyleLbl="node3" presStyleIdx="8" presStyleCnt="11"/>
      <dgm:spPr/>
    </dgm:pt>
    <dgm:pt modelId="{63A09EA8-CFEF-2F42-9A2C-6EA0AC7793AE}" type="pres">
      <dgm:prSet presAssocID="{E5607074-EEE3-402F-BC70-C1A534BD6029}" presName="hierChild4" presStyleCnt="0"/>
      <dgm:spPr/>
    </dgm:pt>
    <dgm:pt modelId="{965CDC96-F296-5A4E-B480-D92BBF347F4F}" type="pres">
      <dgm:prSet presAssocID="{E5607074-EEE3-402F-BC70-C1A534BD6029}" presName="hierChild5" presStyleCnt="0"/>
      <dgm:spPr/>
    </dgm:pt>
    <dgm:pt modelId="{F24C4A0B-C0F6-7046-9D88-763F38F110DC}" type="pres">
      <dgm:prSet presAssocID="{C7D20519-FBCE-4F1C-9937-1198FBC403A7}" presName="Name37" presStyleLbl="parChTrans1D3" presStyleIdx="9" presStyleCnt="11"/>
      <dgm:spPr/>
    </dgm:pt>
    <dgm:pt modelId="{3CC78864-57CE-E247-9617-5FB54FDB08BC}" type="pres">
      <dgm:prSet presAssocID="{DA969D17-97D0-440B-A86F-F56FD4E6498D}" presName="hierRoot2" presStyleCnt="0">
        <dgm:presLayoutVars>
          <dgm:hierBranch val="init"/>
        </dgm:presLayoutVars>
      </dgm:prSet>
      <dgm:spPr/>
    </dgm:pt>
    <dgm:pt modelId="{AD19E9A5-EAC6-534A-87AF-E7A0498980A2}" type="pres">
      <dgm:prSet presAssocID="{DA969D17-97D0-440B-A86F-F56FD4E6498D}" presName="rootComposite" presStyleCnt="0"/>
      <dgm:spPr/>
    </dgm:pt>
    <dgm:pt modelId="{C3D82260-5EB3-A140-BF6A-C7144986B46F}" type="pres">
      <dgm:prSet presAssocID="{DA969D17-97D0-440B-A86F-F56FD4E6498D}" presName="rootText" presStyleLbl="node3" presStyleIdx="9" presStyleCnt="11">
        <dgm:presLayoutVars>
          <dgm:chPref val="3"/>
        </dgm:presLayoutVars>
      </dgm:prSet>
      <dgm:spPr/>
    </dgm:pt>
    <dgm:pt modelId="{2EC09ED1-609D-854E-942D-946BE771E6E7}" type="pres">
      <dgm:prSet presAssocID="{DA969D17-97D0-440B-A86F-F56FD4E6498D}" presName="rootConnector" presStyleLbl="node3" presStyleIdx="9" presStyleCnt="11"/>
      <dgm:spPr/>
    </dgm:pt>
    <dgm:pt modelId="{7CEC47B4-DC46-324F-809D-D818918B4643}" type="pres">
      <dgm:prSet presAssocID="{DA969D17-97D0-440B-A86F-F56FD4E6498D}" presName="hierChild4" presStyleCnt="0"/>
      <dgm:spPr/>
    </dgm:pt>
    <dgm:pt modelId="{4A596E2E-F801-FD4F-8858-F26B6C58C5D4}" type="pres">
      <dgm:prSet presAssocID="{DA969D17-97D0-440B-A86F-F56FD4E6498D}" presName="hierChild5" presStyleCnt="0"/>
      <dgm:spPr/>
    </dgm:pt>
    <dgm:pt modelId="{FC4B7BB3-6BC9-7340-84EB-B2924CF4BCF4}" type="pres">
      <dgm:prSet presAssocID="{318A5B9D-AE84-48A9-9C57-9FF7B05414DC}" presName="Name37" presStyleLbl="parChTrans1D3" presStyleIdx="10" presStyleCnt="11"/>
      <dgm:spPr/>
    </dgm:pt>
    <dgm:pt modelId="{0EF79923-71B5-C746-8BA0-9810B21C6195}" type="pres">
      <dgm:prSet presAssocID="{E5417E3F-838F-4668-A8B7-6506E1EDC7D2}" presName="hierRoot2" presStyleCnt="0">
        <dgm:presLayoutVars>
          <dgm:hierBranch val="init"/>
        </dgm:presLayoutVars>
      </dgm:prSet>
      <dgm:spPr/>
    </dgm:pt>
    <dgm:pt modelId="{E1A676F5-1499-A14A-8A2A-E1BF45331E5D}" type="pres">
      <dgm:prSet presAssocID="{E5417E3F-838F-4668-A8B7-6506E1EDC7D2}" presName="rootComposite" presStyleCnt="0"/>
      <dgm:spPr/>
    </dgm:pt>
    <dgm:pt modelId="{87003F05-4EA6-CE46-AF60-F9302885698D}" type="pres">
      <dgm:prSet presAssocID="{E5417E3F-838F-4668-A8B7-6506E1EDC7D2}" presName="rootText" presStyleLbl="node3" presStyleIdx="10" presStyleCnt="11">
        <dgm:presLayoutVars>
          <dgm:chPref val="3"/>
        </dgm:presLayoutVars>
      </dgm:prSet>
      <dgm:spPr/>
    </dgm:pt>
    <dgm:pt modelId="{66205841-D499-3B47-A9EA-5421AE35C382}" type="pres">
      <dgm:prSet presAssocID="{E5417E3F-838F-4668-A8B7-6506E1EDC7D2}" presName="rootConnector" presStyleLbl="node3" presStyleIdx="10" presStyleCnt="11"/>
      <dgm:spPr/>
    </dgm:pt>
    <dgm:pt modelId="{9184719A-EF29-A945-9D4F-AF3D839D04D1}" type="pres">
      <dgm:prSet presAssocID="{E5417E3F-838F-4668-A8B7-6506E1EDC7D2}" presName="hierChild4" presStyleCnt="0"/>
      <dgm:spPr/>
    </dgm:pt>
    <dgm:pt modelId="{740BA22F-187A-5644-9B2E-87662DB6BA81}" type="pres">
      <dgm:prSet presAssocID="{E5417E3F-838F-4668-A8B7-6506E1EDC7D2}" presName="hierChild5" presStyleCnt="0"/>
      <dgm:spPr/>
    </dgm:pt>
    <dgm:pt modelId="{355FDD9E-E8C0-F944-AB72-44AA4B173DC7}" type="pres">
      <dgm:prSet presAssocID="{8A36933F-774C-4525-B31F-0A8BE7820AA1}" presName="hierChild5" presStyleCnt="0"/>
      <dgm:spPr/>
    </dgm:pt>
    <dgm:pt modelId="{9B0C5637-A76F-FF4B-A6F4-8056EE7ED7A7}" type="pres">
      <dgm:prSet presAssocID="{2F3E8F93-34C7-4CC3-A033-933374700188}" presName="hierChild3" presStyleCnt="0"/>
      <dgm:spPr/>
    </dgm:pt>
  </dgm:ptLst>
  <dgm:cxnLst>
    <dgm:cxn modelId="{C8B55301-A467-403B-A4E5-FD60C61D0335}" type="presOf" srcId="{B1F62CDD-F1A0-4DA0-8782-D642A7E311FE}" destId="{32EA64F8-A30A-2D47-8816-FE7619DE672E}" srcOrd="0" destOrd="0" presId="urn:microsoft.com/office/officeart/2005/8/layout/orgChart1"/>
    <dgm:cxn modelId="{90C3DA01-8D85-4EC5-B7EF-C892685614A7}" srcId="{2F3E8F93-34C7-4CC3-A033-933374700188}" destId="{8A36933F-774C-4525-B31F-0A8BE7820AA1}" srcOrd="3" destOrd="0" parTransId="{2D241D43-19F9-4C69-B6D3-D61FD0DBC4F7}" sibTransId="{2D838C83-F9E7-4090-8AC4-AA227D23B691}"/>
    <dgm:cxn modelId="{FF132E08-15F9-4310-9FA0-64EEA68C411B}" type="presOf" srcId="{C7D20519-FBCE-4F1C-9937-1198FBC403A7}" destId="{F24C4A0B-C0F6-7046-9D88-763F38F110DC}" srcOrd="0" destOrd="0" presId="urn:microsoft.com/office/officeart/2005/8/layout/orgChart1"/>
    <dgm:cxn modelId="{60FA3908-7C7A-504B-812A-EC2308FB9CA0}" srcId="{406C899F-FAAC-4A6A-A181-B4475C3FDFE1}" destId="{AC8D30A5-B598-B64B-85EF-7095E2488B21}" srcOrd="3" destOrd="0" parTransId="{8CC6B28D-DAE3-F84E-8251-180257AC01C6}" sibTransId="{8D476BAB-7C69-9344-9667-0A1A192224CE}"/>
    <dgm:cxn modelId="{F1CFEA08-EFA9-472E-96D1-6A65FE85A0BD}" type="presOf" srcId="{2D241D43-19F9-4C69-B6D3-D61FD0DBC4F7}" destId="{EDE920B8-DEBA-BB41-B107-4F3C2AAB2B1D}" srcOrd="0" destOrd="0" presId="urn:microsoft.com/office/officeart/2005/8/layout/orgChart1"/>
    <dgm:cxn modelId="{5B6AFE0E-605E-4318-B26E-8189BB9287F3}" type="presOf" srcId="{5DB9E89B-460A-42F6-A3A7-336522AD2095}" destId="{C448FA0C-9E66-274F-8F28-FB448E255800}" srcOrd="1" destOrd="0" presId="urn:microsoft.com/office/officeart/2005/8/layout/orgChart1"/>
    <dgm:cxn modelId="{631ACF18-EC3C-414A-977D-6819D2E3ECC5}" type="presOf" srcId="{B97A2C22-DFFA-164E-A295-9FEA53889D8A}" destId="{7958F722-C9C7-C04C-9EA3-BEAF7078EE07}" srcOrd="1" destOrd="0" presId="urn:microsoft.com/office/officeart/2005/8/layout/orgChart1"/>
    <dgm:cxn modelId="{8A4C171D-5581-44F5-86D4-A1BFFE9EC147}" type="presOf" srcId="{F00F2390-423F-48F7-950C-4F1D5486698B}" destId="{BF183BA5-3BCD-8A4C-844A-93C516422725}" srcOrd="1" destOrd="0" presId="urn:microsoft.com/office/officeart/2005/8/layout/orgChart1"/>
    <dgm:cxn modelId="{46AF601D-04DF-45BD-BD0A-821C72E09932}" type="presOf" srcId="{3F99F189-2F3D-49D8-90FC-7CF18D7A5489}" destId="{FADED707-AD76-E749-9FC2-E83134484A46}" srcOrd="1" destOrd="0" presId="urn:microsoft.com/office/officeart/2005/8/layout/orgChart1"/>
    <dgm:cxn modelId="{A878E629-FE80-4B10-AD48-A1E045D3EB8C}" srcId="{B1F62CDD-F1A0-4DA0-8782-D642A7E311FE}" destId="{F00F2390-423F-48F7-950C-4F1D5486698B}" srcOrd="1" destOrd="0" parTransId="{B0C6064A-80F9-4D52-BF99-A9EEAF74F81A}" sibTransId="{2162EE2A-2607-4E2D-B5D0-823659F9A190}"/>
    <dgm:cxn modelId="{19BEF12B-A988-483E-B412-D6D898AB9A46}" srcId="{8A36933F-774C-4525-B31F-0A8BE7820AA1}" destId="{DA969D17-97D0-440B-A86F-F56FD4E6498D}" srcOrd="1" destOrd="0" parTransId="{C7D20519-FBCE-4F1C-9937-1198FBC403A7}" sibTransId="{623550A0-08B6-4851-8D58-74A689E7B136}"/>
    <dgm:cxn modelId="{6C85852C-DD00-43F0-B51D-08176DD93F0E}" type="presOf" srcId="{2F3E8F93-34C7-4CC3-A033-933374700188}" destId="{6F15CB03-3380-5B4B-BCFC-7F34E44FD34C}" srcOrd="1" destOrd="0" presId="urn:microsoft.com/office/officeart/2005/8/layout/orgChart1"/>
    <dgm:cxn modelId="{4C9D732E-7FBF-4442-A37D-8F0044A1755B}" type="presOf" srcId="{FD3AA3EA-DE49-445A-8910-F3453A42E68C}" destId="{B3280AC8-1A60-A446-AD00-909668609DA1}" srcOrd="0" destOrd="0" presId="urn:microsoft.com/office/officeart/2005/8/layout/orgChart1"/>
    <dgm:cxn modelId="{80E43A31-C3EF-426D-A113-E5DD53CF8D4D}" type="presOf" srcId="{D84A802C-7DC0-477B-AD62-8918F66C1163}" destId="{498E9300-C78B-864C-BF1F-F5D2FDB5A2FA}" srcOrd="0" destOrd="0" presId="urn:microsoft.com/office/officeart/2005/8/layout/orgChart1"/>
    <dgm:cxn modelId="{5A6EFB36-4661-4F4F-BA6D-C897A0CA9FDE}" type="presOf" srcId="{F00F2390-423F-48F7-950C-4F1D5486698B}" destId="{CCBD3EBC-B743-3A4C-BDD1-BC8427B758F4}" srcOrd="0" destOrd="0" presId="urn:microsoft.com/office/officeart/2005/8/layout/orgChart1"/>
    <dgm:cxn modelId="{84AA3638-414D-4250-B0A3-F84A75391AA6}" type="presOf" srcId="{1D8B17F4-FCBB-5B43-90AD-2C4C7D9DD457}" destId="{1E76A607-37FF-5440-BF40-E94B6D3827A1}" srcOrd="1" destOrd="0" presId="urn:microsoft.com/office/officeart/2005/8/layout/orgChart1"/>
    <dgm:cxn modelId="{B21EAB38-CFD0-4F90-B9B6-4DF225403CD5}" type="presOf" srcId="{3F99F189-2F3D-49D8-90FC-7CF18D7A5489}" destId="{2004ACE5-7740-6D4A-B245-2E65E2497AD2}" srcOrd="0" destOrd="0" presId="urn:microsoft.com/office/officeart/2005/8/layout/orgChart1"/>
    <dgm:cxn modelId="{FAAC0D3C-19F7-4541-90CB-0C8B4771E79B}" srcId="{2F3E8F93-34C7-4CC3-A033-933374700188}" destId="{406C899F-FAAC-4A6A-A181-B4475C3FDFE1}" srcOrd="2" destOrd="0" parTransId="{EE77BF72-C109-4935-938C-082D9178610C}" sibTransId="{DDCEBECD-1740-436B-B22A-F49D39B86898}"/>
    <dgm:cxn modelId="{8DA2103F-7F0F-48CC-98ED-D1D2672C7C80}" type="presOf" srcId="{8CC6B28D-DAE3-F84E-8251-180257AC01C6}" destId="{78ABB670-CEC3-164B-8C71-B9CDB98ED8C1}" srcOrd="0" destOrd="0" presId="urn:microsoft.com/office/officeart/2005/8/layout/orgChart1"/>
    <dgm:cxn modelId="{1F659D40-A80B-40EF-8577-313E0E5936C3}" type="presOf" srcId="{1687E9FF-6E7E-1D46-89C6-62920DF0D740}" destId="{D34882CA-CC9D-3A43-A6A1-8B95D6EB08F9}" srcOrd="0" destOrd="0" presId="urn:microsoft.com/office/officeart/2005/8/layout/orgChart1"/>
    <dgm:cxn modelId="{D7E11B5E-ECDC-4A9B-92D6-956AC9B25545}" type="presOf" srcId="{36941C24-8A53-4DD5-B792-1A78B5B1021E}" destId="{CE5C2949-1A81-224F-8065-C4722452D2C5}" srcOrd="0" destOrd="0" presId="urn:microsoft.com/office/officeart/2005/8/layout/orgChart1"/>
    <dgm:cxn modelId="{EBE66F5E-F8D2-46A8-A9DF-2C8AECD394B4}" srcId="{2F3E8F93-34C7-4CC3-A033-933374700188}" destId="{831EC54B-3877-40B6-9D7B-CF7B9FF76B48}" srcOrd="1" destOrd="0" parTransId="{AAF79145-7FC0-41A5-8F6A-DF12606FC9A4}" sibTransId="{BF62FF1C-9EC1-4A1B-A794-64054440B278}"/>
    <dgm:cxn modelId="{12A7965E-D1E1-4B91-9694-A4DAD931C5F7}" type="presOf" srcId="{AC8D30A5-B598-B64B-85EF-7095E2488B21}" destId="{84CA9605-3B0B-B34F-BB52-404C37E8FFAD}" srcOrd="0" destOrd="0" presId="urn:microsoft.com/office/officeart/2005/8/layout/orgChart1"/>
    <dgm:cxn modelId="{5113F960-E739-4F89-B33A-3D6C62236B40}" srcId="{FD3AA3EA-DE49-445A-8910-F3453A42E68C}" destId="{B1F62CDD-F1A0-4DA0-8782-D642A7E311FE}" srcOrd="1" destOrd="0" parTransId="{EC55709E-936C-48B4-A533-143F8A26A63C}" sibTransId="{9AF8ECDC-41BB-48A0-99F7-90A4F49B9D1F}"/>
    <dgm:cxn modelId="{D4BE1961-C233-4113-8275-3565D3BFBEF3}" type="presOf" srcId="{E5417E3F-838F-4668-A8B7-6506E1EDC7D2}" destId="{87003F05-4EA6-CE46-AF60-F9302885698D}" srcOrd="0" destOrd="0" presId="urn:microsoft.com/office/officeart/2005/8/layout/orgChart1"/>
    <dgm:cxn modelId="{DCD23E44-00FA-40DA-BF78-EDC07F29A914}" srcId="{B1F62CDD-F1A0-4DA0-8782-D642A7E311FE}" destId="{77DE82C2-BA4A-4623-A3BC-C23CB98D3056}" srcOrd="2" destOrd="0" parTransId="{57693BDF-0026-468A-9320-C4EE4F3EEA91}" sibTransId="{AD34205B-8D8B-41A3-BA0A-6D414378C8F2}"/>
    <dgm:cxn modelId="{D8CDA465-B58E-4CA7-BF5F-EAFA5D973F0E}" type="presOf" srcId="{406C899F-FAAC-4A6A-A181-B4475C3FDFE1}" destId="{56BC7F51-04EA-C945-B086-47AFCB4D4B32}" srcOrd="0" destOrd="0" presId="urn:microsoft.com/office/officeart/2005/8/layout/orgChart1"/>
    <dgm:cxn modelId="{954ADE65-F7E0-480C-BFE3-635EA37E38CB}" type="presOf" srcId="{831EC54B-3877-40B6-9D7B-CF7B9FF76B48}" destId="{BC04D3C0-D8A2-234D-AA91-8666421729DD}" srcOrd="0" destOrd="0" presId="urn:microsoft.com/office/officeart/2005/8/layout/orgChart1"/>
    <dgm:cxn modelId="{125F7A49-5E61-41EA-8571-1EECB731EF14}" srcId="{88B308C0-526A-432E-BC92-74A594AE2D6F}" destId="{2F3E8F93-34C7-4CC3-A033-933374700188}" srcOrd="0" destOrd="0" parTransId="{61365931-13B6-45D8-8BD3-076A8437CAB1}" sibTransId="{FA437FCF-F89D-4C49-BB4A-0008919024F8}"/>
    <dgm:cxn modelId="{5E36BD49-5DB5-4A00-9FE9-0655DF1A8F9C}" type="presOf" srcId="{DDE27CAD-3B07-40DF-8C8B-C422EABBB36E}" destId="{7295D486-E29C-2242-8A8C-2F344A380039}" srcOrd="1" destOrd="0" presId="urn:microsoft.com/office/officeart/2005/8/layout/orgChart1"/>
    <dgm:cxn modelId="{1949444A-29DD-4E6F-BF46-58B8B5F372AE}" type="presOf" srcId="{5DB9E89B-460A-42F6-A3A7-336522AD2095}" destId="{F219D5C6-9420-BA49-819A-BC6DC09B964E}" srcOrd="0" destOrd="0" presId="urn:microsoft.com/office/officeart/2005/8/layout/orgChart1"/>
    <dgm:cxn modelId="{D187A54A-7009-441F-8499-05D1D87C2B55}" type="presOf" srcId="{318A5B9D-AE84-48A9-9C57-9FF7B05414DC}" destId="{FC4B7BB3-6BC9-7340-84EB-B2924CF4BCF4}" srcOrd="0" destOrd="0" presId="urn:microsoft.com/office/officeart/2005/8/layout/orgChart1"/>
    <dgm:cxn modelId="{58185F4C-892B-4C63-9D29-EA5F82DC8727}" type="presOf" srcId="{77DE82C2-BA4A-4623-A3BC-C23CB98D3056}" destId="{480591C3-8094-4344-8F82-A3D547F896CF}" srcOrd="0" destOrd="0" presId="urn:microsoft.com/office/officeart/2005/8/layout/orgChart1"/>
    <dgm:cxn modelId="{35B5BD51-F0F1-4501-BE62-93D67207691C}" srcId="{8A36933F-774C-4525-B31F-0A8BE7820AA1}" destId="{E5417E3F-838F-4668-A8B7-6506E1EDC7D2}" srcOrd="2" destOrd="0" parTransId="{318A5B9D-AE84-48A9-9C57-9FF7B05414DC}" sibTransId="{67FF5546-C49A-40BC-86A1-974A56EFC3A2}"/>
    <dgm:cxn modelId="{41499154-24C2-40AE-B6D1-67D6E75C02C5}" type="presOf" srcId="{57693BDF-0026-468A-9320-C4EE4F3EEA91}" destId="{DF4C5805-EE6E-404C-BEE2-27D6A6D93D7D}" srcOrd="0" destOrd="0" presId="urn:microsoft.com/office/officeart/2005/8/layout/orgChart1"/>
    <dgm:cxn modelId="{9B9F7D56-AE71-43DC-8379-8453726B16FF}" type="presOf" srcId="{2F3E8F93-34C7-4CC3-A033-933374700188}" destId="{5B197F08-51E1-8A46-ABD5-21EDBC710ECD}" srcOrd="0" destOrd="0" presId="urn:microsoft.com/office/officeart/2005/8/layout/orgChart1"/>
    <dgm:cxn modelId="{47CAF057-1B36-4819-B6DD-33AF69FB8EC9}" srcId="{2F3E8F93-34C7-4CC3-A033-933374700188}" destId="{FD3AA3EA-DE49-445A-8910-F3453A42E68C}" srcOrd="0" destOrd="0" parTransId="{36941C24-8A53-4DD5-B792-1A78B5B1021E}" sibTransId="{7A389822-1953-49CD-BE7B-F5C369ABC0F3}"/>
    <dgm:cxn modelId="{23D5205A-D08A-46EE-B61D-C531FCEF5F89}" type="presOf" srcId="{27792511-E6D0-EC4F-A8FD-71B99E96798C}" destId="{02AA6DA3-18A1-E143-A0FA-95D1F0E10FD0}" srcOrd="0" destOrd="0" presId="urn:microsoft.com/office/officeart/2005/8/layout/orgChart1"/>
    <dgm:cxn modelId="{74FEFF7F-0199-42D6-A7E7-6AEF75AFCBAF}" type="presOf" srcId="{EC55709E-936C-48B4-A533-143F8A26A63C}" destId="{FCAE25AE-708B-7A4D-A50D-F7681280D092}" srcOrd="0" destOrd="0" presId="urn:microsoft.com/office/officeart/2005/8/layout/orgChart1"/>
    <dgm:cxn modelId="{2E0C0981-BC13-4919-BBB2-639B21E03404}" srcId="{831EC54B-3877-40B6-9D7B-CF7B9FF76B48}" destId="{3F99F189-2F3D-49D8-90FC-7CF18D7A5489}" srcOrd="0" destOrd="0" parTransId="{688D2116-972D-44E7-A83B-CE746AD89B12}" sibTransId="{4BA2A6E6-C467-49FA-BFCE-C30E2AA2D1D2}"/>
    <dgm:cxn modelId="{103C8B86-6B32-480B-B167-F03DE45672C4}" type="presOf" srcId="{DA969D17-97D0-440B-A86F-F56FD4E6498D}" destId="{C3D82260-5EB3-A140-BF6A-C7144986B46F}" srcOrd="0" destOrd="0" presId="urn:microsoft.com/office/officeart/2005/8/layout/orgChart1"/>
    <dgm:cxn modelId="{E9741A89-6029-4A13-8348-F5F941DC28B3}" type="presOf" srcId="{AE20B6A7-2017-425E-97BD-17575DC84FE8}" destId="{FDC284C6-D403-6345-9E1A-E1E24CB46189}" srcOrd="0" destOrd="0" presId="urn:microsoft.com/office/officeart/2005/8/layout/orgChart1"/>
    <dgm:cxn modelId="{67622D89-36D4-486E-98EF-CC26DF9527CE}" srcId="{831EC54B-3877-40B6-9D7B-CF7B9FF76B48}" destId="{DDE27CAD-3B07-40DF-8C8B-C422EABBB36E}" srcOrd="1" destOrd="0" parTransId="{8B9E42EF-D9ED-4245-B602-A84534AFEB40}" sibTransId="{CCD2935F-1D8D-4D8B-97E0-BAF0DB547DE7}"/>
    <dgm:cxn modelId="{CCC1C792-E24D-419B-9A18-29217FAC39B9}" type="presOf" srcId="{8A36933F-774C-4525-B31F-0A8BE7820AA1}" destId="{EE4567E0-6027-7647-9E69-FBD950019454}" srcOrd="1" destOrd="0" presId="urn:microsoft.com/office/officeart/2005/8/layout/orgChart1"/>
    <dgm:cxn modelId="{BB7B7693-3407-4143-8AF6-143CB4F26416}" type="presOf" srcId="{1130EB40-3772-8D4F-B3AC-C906F28E3023}" destId="{5EB1C620-06D5-7946-AB9E-11433A983B41}" srcOrd="0" destOrd="0" presId="urn:microsoft.com/office/officeart/2005/8/layout/orgChart1"/>
    <dgm:cxn modelId="{C8CD8594-2208-BE48-A826-4DC44096861C}" srcId="{406C899F-FAAC-4A6A-A181-B4475C3FDFE1}" destId="{1D8B17F4-FCBB-5B43-90AD-2C4C7D9DD457}" srcOrd="2" destOrd="0" parTransId="{1687E9FF-6E7E-1D46-89C6-62920DF0D740}" sibTransId="{1EBB8296-19FB-EA41-8D93-64E56B79ED46}"/>
    <dgm:cxn modelId="{026AD394-EC65-4E9E-9AFF-4196D448F77B}" type="presOf" srcId="{E5607074-EEE3-402F-BC70-C1A534BD6029}" destId="{2B2536D9-7E0A-604B-BAE4-94F29120E4E4}" srcOrd="0" destOrd="0" presId="urn:microsoft.com/office/officeart/2005/8/layout/orgChart1"/>
    <dgm:cxn modelId="{A1705995-7ED4-BE46-8C03-40264E5FF3EB}" srcId="{406C899F-FAAC-4A6A-A181-B4475C3FDFE1}" destId="{27792511-E6D0-EC4F-A8FD-71B99E96798C}" srcOrd="1" destOrd="0" parTransId="{2CEC264A-EF1F-104E-8355-97BAF480AD4C}" sibTransId="{1D4DBB7E-301A-BC43-8DD4-A48724D0C96E}"/>
    <dgm:cxn modelId="{66797D99-3823-41E7-B879-F03EA3965DC2}" type="presOf" srcId="{DDE27CAD-3B07-40DF-8C8B-C422EABBB36E}" destId="{259A0BC8-027A-6F40-BCE4-328BA4B4F1E3}" srcOrd="0" destOrd="0" presId="urn:microsoft.com/office/officeart/2005/8/layout/orgChart1"/>
    <dgm:cxn modelId="{53AD279B-B6DC-B045-BCE5-3D4DF923FFA5}" srcId="{406C899F-FAAC-4A6A-A181-B4475C3FDFE1}" destId="{B97A2C22-DFFA-164E-A295-9FEA53889D8A}" srcOrd="0" destOrd="0" parTransId="{1130EB40-3772-8D4F-B3AC-C906F28E3023}" sibTransId="{2B2F1C3C-0EED-D446-9F19-EF5DCF3625B4}"/>
    <dgm:cxn modelId="{132F3AA2-078C-4E57-85B6-2A0971608AB2}" srcId="{8A36933F-774C-4525-B31F-0A8BE7820AA1}" destId="{E5607074-EEE3-402F-BC70-C1A534BD6029}" srcOrd="0" destOrd="0" parTransId="{AE20B6A7-2017-425E-97BD-17575DC84FE8}" sibTransId="{5D09BEF4-F8F7-43AD-B2F5-FB7F609BAE49}"/>
    <dgm:cxn modelId="{BDC3A1A6-4FC1-4E53-AE16-2A4795A9961E}" type="presOf" srcId="{88B308C0-526A-432E-BC92-74A594AE2D6F}" destId="{2CB3317D-D784-D74A-B6B1-2B19B22E75CB}" srcOrd="0" destOrd="0" presId="urn:microsoft.com/office/officeart/2005/8/layout/orgChart1"/>
    <dgm:cxn modelId="{2A1589AE-21B4-4FD5-B2DD-0E35E3EE5340}" type="presOf" srcId="{831EC54B-3877-40B6-9D7B-CF7B9FF76B48}" destId="{11A35C1A-707D-BB48-9CD9-BAC04197C653}" srcOrd="1" destOrd="0" presId="urn:microsoft.com/office/officeart/2005/8/layout/orgChart1"/>
    <dgm:cxn modelId="{3BD7C9AE-44FE-4E95-B0A7-2DE3875FA058}" type="presOf" srcId="{DA969D17-97D0-440B-A86F-F56FD4E6498D}" destId="{2EC09ED1-609D-854E-942D-946BE771E6E7}" srcOrd="1" destOrd="0" presId="urn:microsoft.com/office/officeart/2005/8/layout/orgChart1"/>
    <dgm:cxn modelId="{93CD0AB0-9274-4812-95EF-D04B1723EA40}" type="presOf" srcId="{E5607074-EEE3-402F-BC70-C1A534BD6029}" destId="{05D8D7CE-53BF-3548-94B7-5A177F59B1EA}" srcOrd="1" destOrd="0" presId="urn:microsoft.com/office/officeart/2005/8/layout/orgChart1"/>
    <dgm:cxn modelId="{431271B0-AF77-43F7-A133-A366874E9B71}" type="presOf" srcId="{1D8B17F4-FCBB-5B43-90AD-2C4C7D9DD457}" destId="{3645C1AC-6F75-5A4F-90F0-9C4049EF7801}" srcOrd="0" destOrd="0" presId="urn:microsoft.com/office/officeart/2005/8/layout/orgChart1"/>
    <dgm:cxn modelId="{AC49EEBC-2E19-4CB6-91F7-E442185663F9}" srcId="{B1F62CDD-F1A0-4DA0-8782-D642A7E311FE}" destId="{5DB9E89B-460A-42F6-A3A7-336522AD2095}" srcOrd="0" destOrd="0" parTransId="{496FD8E8-E3C6-437F-A2E5-31B8BD436979}" sibTransId="{FBDF4D61-794F-46FF-8C97-540C4ADDBBB9}"/>
    <dgm:cxn modelId="{9D2A9BBD-EDA1-41DC-9D20-FBB365498BC1}" type="presOf" srcId="{8A36933F-774C-4525-B31F-0A8BE7820AA1}" destId="{0C0DAF1E-17E8-9141-811C-9E9F817C44BE}" srcOrd="0" destOrd="0" presId="urn:microsoft.com/office/officeart/2005/8/layout/orgChart1"/>
    <dgm:cxn modelId="{8C7E01C2-CDEB-4F3B-9176-CE9FF38A0DBA}" type="presOf" srcId="{406C899F-FAAC-4A6A-A181-B4475C3FDFE1}" destId="{0F29258B-C174-E04F-B952-AD7E1A0B6176}" srcOrd="1" destOrd="0" presId="urn:microsoft.com/office/officeart/2005/8/layout/orgChart1"/>
    <dgm:cxn modelId="{9DDCB7C9-74AE-460D-B951-B42D6AED7CA3}" type="presOf" srcId="{688D2116-972D-44E7-A83B-CE746AD89B12}" destId="{B0E31135-22D6-CD4B-9F0B-5C3E6FB37BFD}" srcOrd="0" destOrd="0" presId="urn:microsoft.com/office/officeart/2005/8/layout/orgChart1"/>
    <dgm:cxn modelId="{5B5210CC-1057-4A63-9E96-FD27CE568D33}" type="presOf" srcId="{637ABECC-A3CA-4EB9-B844-655016402A73}" destId="{915E05EB-F584-A74A-BA04-C78B0DEB5599}" srcOrd="1" destOrd="0" presId="urn:microsoft.com/office/officeart/2005/8/layout/orgChart1"/>
    <dgm:cxn modelId="{F424D5CF-03EB-42D9-8349-584E4FB8163E}" type="presOf" srcId="{8B9E42EF-D9ED-4245-B602-A84534AFEB40}" destId="{AAC4D776-A7B0-CD46-8734-909F950EBA9B}" srcOrd="0" destOrd="0" presId="urn:microsoft.com/office/officeart/2005/8/layout/orgChart1"/>
    <dgm:cxn modelId="{DD7E7ED0-2E23-4423-89A1-B1EDDB4332C4}" type="presOf" srcId="{B1F62CDD-F1A0-4DA0-8782-D642A7E311FE}" destId="{95EA068A-F8BA-2F44-8F74-C82EEF7F0074}" srcOrd="1" destOrd="0" presId="urn:microsoft.com/office/officeart/2005/8/layout/orgChart1"/>
    <dgm:cxn modelId="{612995D2-CAEF-4309-857C-A19DA037377A}" type="presOf" srcId="{77DE82C2-BA4A-4623-A3BC-C23CB98D3056}" destId="{CC6F07D1-A727-5C4D-B3E2-85318D1EC1C4}" srcOrd="1" destOrd="0" presId="urn:microsoft.com/office/officeart/2005/8/layout/orgChart1"/>
    <dgm:cxn modelId="{8DD385D8-43F5-4AED-8E3D-D152A4709E16}" type="presOf" srcId="{EE77BF72-C109-4935-938C-082D9178610C}" destId="{CF9D552E-2E91-724F-BC1C-673895B3C9C8}" srcOrd="0" destOrd="0" presId="urn:microsoft.com/office/officeart/2005/8/layout/orgChart1"/>
    <dgm:cxn modelId="{C879EDD9-48BC-429C-ABB6-BF80AF19A5B7}" type="presOf" srcId="{27792511-E6D0-EC4F-A8FD-71B99E96798C}" destId="{7B127E28-C19F-7145-8E77-F6F4F40F41C9}" srcOrd="1" destOrd="0" presId="urn:microsoft.com/office/officeart/2005/8/layout/orgChart1"/>
    <dgm:cxn modelId="{FEC772DB-5428-48B4-B493-C9A98649AB16}" type="presOf" srcId="{2CEC264A-EF1F-104E-8355-97BAF480AD4C}" destId="{FB38F7DE-A1E2-8C4F-96E6-A5D6A070F68B}" srcOrd="0" destOrd="0" presId="urn:microsoft.com/office/officeart/2005/8/layout/orgChart1"/>
    <dgm:cxn modelId="{8FDBE5DB-D441-499E-A855-216418FA85D8}" type="presOf" srcId="{B0C6064A-80F9-4D52-BF99-A9EEAF74F81A}" destId="{E696F085-0D48-EC45-BAAB-B0845268AA42}" srcOrd="0" destOrd="0" presId="urn:microsoft.com/office/officeart/2005/8/layout/orgChart1"/>
    <dgm:cxn modelId="{162209E4-39D5-498C-88C6-138ECDBBF8A2}" type="presOf" srcId="{AC8D30A5-B598-B64B-85EF-7095E2488B21}" destId="{06E62283-2609-1E40-8A64-E386E694F7D4}" srcOrd="1" destOrd="0" presId="urn:microsoft.com/office/officeart/2005/8/layout/orgChart1"/>
    <dgm:cxn modelId="{936627E4-BA54-46AC-B9C0-925210B803CF}" type="presOf" srcId="{E5417E3F-838F-4668-A8B7-6506E1EDC7D2}" destId="{66205841-D499-3B47-A9EA-5421AE35C382}" srcOrd="1" destOrd="0" presId="urn:microsoft.com/office/officeart/2005/8/layout/orgChart1"/>
    <dgm:cxn modelId="{2C296DE6-EC9A-4400-AB63-5BB5189630A0}" type="presOf" srcId="{AAF79145-7FC0-41A5-8F6A-DF12606FC9A4}" destId="{1B3C49F2-83E1-3749-B40D-E831D425BA46}" srcOrd="0" destOrd="0" presId="urn:microsoft.com/office/officeart/2005/8/layout/orgChart1"/>
    <dgm:cxn modelId="{5F931FE9-C87F-4AE0-981C-6368311C2C41}" type="presOf" srcId="{637ABECC-A3CA-4EB9-B844-655016402A73}" destId="{23C6863D-94AA-3449-9B61-48EAF1F33555}" srcOrd="0" destOrd="0" presId="urn:microsoft.com/office/officeart/2005/8/layout/orgChart1"/>
    <dgm:cxn modelId="{B599D9F1-2FBA-4353-BD0B-AA2ADF4BCE70}" srcId="{FD3AA3EA-DE49-445A-8910-F3453A42E68C}" destId="{637ABECC-A3CA-4EB9-B844-655016402A73}" srcOrd="0" destOrd="0" parTransId="{D84A802C-7DC0-477B-AD62-8918F66C1163}" sibTransId="{7C765446-240E-4869-B358-64C3FAC637FE}"/>
    <dgm:cxn modelId="{AC0433F2-56DA-4749-A79A-99EBEA2051BC}" type="presOf" srcId="{FD3AA3EA-DE49-445A-8910-F3453A42E68C}" destId="{D943F96B-9B06-B040-9A9F-3D683E5EDEB5}" srcOrd="1" destOrd="0" presId="urn:microsoft.com/office/officeart/2005/8/layout/orgChart1"/>
    <dgm:cxn modelId="{96AC0BF4-FBF2-464C-8158-6FDC1C1D42F7}" type="presOf" srcId="{B97A2C22-DFFA-164E-A295-9FEA53889D8A}" destId="{CAE53D00-9B4B-BF42-8DDE-326F853C2A9A}" srcOrd="0" destOrd="0" presId="urn:microsoft.com/office/officeart/2005/8/layout/orgChart1"/>
    <dgm:cxn modelId="{F52F4FF8-A7B7-4537-9046-E2EAD900D4D4}" type="presOf" srcId="{496FD8E8-E3C6-437F-A2E5-31B8BD436979}" destId="{45FE0EDD-2F35-8047-99B1-D106BEE231E7}" srcOrd="0" destOrd="0" presId="urn:microsoft.com/office/officeart/2005/8/layout/orgChart1"/>
    <dgm:cxn modelId="{3F16028A-8A32-4841-BA47-D0C4226F8005}" type="presParOf" srcId="{2CB3317D-D784-D74A-B6B1-2B19B22E75CB}" destId="{3DB9DA38-930C-334B-9FF7-443BFB50FEB2}" srcOrd="0" destOrd="0" presId="urn:microsoft.com/office/officeart/2005/8/layout/orgChart1"/>
    <dgm:cxn modelId="{5595D2B8-02E3-4954-99DA-B080DCC4B215}" type="presParOf" srcId="{3DB9DA38-930C-334B-9FF7-443BFB50FEB2}" destId="{F48C24CC-1272-8B4E-A785-9749ED67C2A0}" srcOrd="0" destOrd="0" presId="urn:microsoft.com/office/officeart/2005/8/layout/orgChart1"/>
    <dgm:cxn modelId="{9C07EF71-E948-4893-9DAD-F413A861C1A5}" type="presParOf" srcId="{F48C24CC-1272-8B4E-A785-9749ED67C2A0}" destId="{5B197F08-51E1-8A46-ABD5-21EDBC710ECD}" srcOrd="0" destOrd="0" presId="urn:microsoft.com/office/officeart/2005/8/layout/orgChart1"/>
    <dgm:cxn modelId="{E9A4B96A-09DF-485C-B556-5AD0334DB242}" type="presParOf" srcId="{F48C24CC-1272-8B4E-A785-9749ED67C2A0}" destId="{6F15CB03-3380-5B4B-BCFC-7F34E44FD34C}" srcOrd="1" destOrd="0" presId="urn:microsoft.com/office/officeart/2005/8/layout/orgChart1"/>
    <dgm:cxn modelId="{13B22841-4A9B-4F2B-AEC3-C04A903FB641}" type="presParOf" srcId="{3DB9DA38-930C-334B-9FF7-443BFB50FEB2}" destId="{E6727F23-DBDF-1844-993B-E6E1A452C7DC}" srcOrd="1" destOrd="0" presId="urn:microsoft.com/office/officeart/2005/8/layout/orgChart1"/>
    <dgm:cxn modelId="{7BCE4167-A1CF-4240-AA58-5FD02B7349F0}" type="presParOf" srcId="{E6727F23-DBDF-1844-993B-E6E1A452C7DC}" destId="{CE5C2949-1A81-224F-8065-C4722452D2C5}" srcOrd="0" destOrd="0" presId="urn:microsoft.com/office/officeart/2005/8/layout/orgChart1"/>
    <dgm:cxn modelId="{7B3301D6-1804-4FC7-8367-D1E27B866F8B}" type="presParOf" srcId="{E6727F23-DBDF-1844-993B-E6E1A452C7DC}" destId="{5914C6AA-C504-814E-AF87-482AF1616184}" srcOrd="1" destOrd="0" presId="urn:microsoft.com/office/officeart/2005/8/layout/orgChart1"/>
    <dgm:cxn modelId="{32196985-65C9-4AC2-AEA7-67F891E9C1C2}" type="presParOf" srcId="{5914C6AA-C504-814E-AF87-482AF1616184}" destId="{3E0F4609-4D19-3746-A542-F35A1B3B8E8F}" srcOrd="0" destOrd="0" presId="urn:microsoft.com/office/officeart/2005/8/layout/orgChart1"/>
    <dgm:cxn modelId="{6AB4389E-5AC0-484C-A7EB-0C62F21D4234}" type="presParOf" srcId="{3E0F4609-4D19-3746-A542-F35A1B3B8E8F}" destId="{B3280AC8-1A60-A446-AD00-909668609DA1}" srcOrd="0" destOrd="0" presId="urn:microsoft.com/office/officeart/2005/8/layout/orgChart1"/>
    <dgm:cxn modelId="{88BD05F0-35E5-40D5-AC62-AD8270BC62F7}" type="presParOf" srcId="{3E0F4609-4D19-3746-A542-F35A1B3B8E8F}" destId="{D943F96B-9B06-B040-9A9F-3D683E5EDEB5}" srcOrd="1" destOrd="0" presId="urn:microsoft.com/office/officeart/2005/8/layout/orgChart1"/>
    <dgm:cxn modelId="{18F46D32-C80C-49B7-ADBB-7E6CC9319CC3}" type="presParOf" srcId="{5914C6AA-C504-814E-AF87-482AF1616184}" destId="{B2473287-3939-4742-8FE0-5C3757E42ECA}" srcOrd="1" destOrd="0" presId="urn:microsoft.com/office/officeart/2005/8/layout/orgChart1"/>
    <dgm:cxn modelId="{81D59DE4-5F2D-4845-AD1C-537FD2CCAD91}" type="presParOf" srcId="{B2473287-3939-4742-8FE0-5C3757E42ECA}" destId="{498E9300-C78B-864C-BF1F-F5D2FDB5A2FA}" srcOrd="0" destOrd="0" presId="urn:microsoft.com/office/officeart/2005/8/layout/orgChart1"/>
    <dgm:cxn modelId="{C20DAA47-AB4D-400C-BEA0-8F45ADA8B351}" type="presParOf" srcId="{B2473287-3939-4742-8FE0-5C3757E42ECA}" destId="{91CDD307-651A-9242-887D-024B485A8854}" srcOrd="1" destOrd="0" presId="urn:microsoft.com/office/officeart/2005/8/layout/orgChart1"/>
    <dgm:cxn modelId="{9A8B18BD-FEEC-4BDC-BEB8-E2B79E05CEAA}" type="presParOf" srcId="{91CDD307-651A-9242-887D-024B485A8854}" destId="{6A6DAA34-CBB8-854F-B551-3EC4F97B6CBA}" srcOrd="0" destOrd="0" presId="urn:microsoft.com/office/officeart/2005/8/layout/orgChart1"/>
    <dgm:cxn modelId="{80C82BBD-454E-4B7F-8BD1-592602D9B653}" type="presParOf" srcId="{6A6DAA34-CBB8-854F-B551-3EC4F97B6CBA}" destId="{23C6863D-94AA-3449-9B61-48EAF1F33555}" srcOrd="0" destOrd="0" presId="urn:microsoft.com/office/officeart/2005/8/layout/orgChart1"/>
    <dgm:cxn modelId="{6ACB1540-74BE-46EF-8D3A-B7736FFDE31A}" type="presParOf" srcId="{6A6DAA34-CBB8-854F-B551-3EC4F97B6CBA}" destId="{915E05EB-F584-A74A-BA04-C78B0DEB5599}" srcOrd="1" destOrd="0" presId="urn:microsoft.com/office/officeart/2005/8/layout/orgChart1"/>
    <dgm:cxn modelId="{BAA5BFEE-E727-4E52-83F2-45F6334761BA}" type="presParOf" srcId="{91CDD307-651A-9242-887D-024B485A8854}" destId="{06EA8660-B3A1-6E41-B3EC-61A1618E8268}" srcOrd="1" destOrd="0" presId="urn:microsoft.com/office/officeart/2005/8/layout/orgChart1"/>
    <dgm:cxn modelId="{BE280A69-CE70-4720-AB72-B05766773144}" type="presParOf" srcId="{91CDD307-651A-9242-887D-024B485A8854}" destId="{411E60F8-C239-D444-AD2C-B6EAECC42BE1}" srcOrd="2" destOrd="0" presId="urn:microsoft.com/office/officeart/2005/8/layout/orgChart1"/>
    <dgm:cxn modelId="{2E34EC66-E1C8-4D34-9A2D-9DBD984FE43F}" type="presParOf" srcId="{B2473287-3939-4742-8FE0-5C3757E42ECA}" destId="{FCAE25AE-708B-7A4D-A50D-F7681280D092}" srcOrd="2" destOrd="0" presId="urn:microsoft.com/office/officeart/2005/8/layout/orgChart1"/>
    <dgm:cxn modelId="{FC68D5E9-4E1F-45D3-B930-C4DF0760963B}" type="presParOf" srcId="{B2473287-3939-4742-8FE0-5C3757E42ECA}" destId="{AF045AE2-24E2-0145-83CC-2266E42426F3}" srcOrd="3" destOrd="0" presId="urn:microsoft.com/office/officeart/2005/8/layout/orgChart1"/>
    <dgm:cxn modelId="{079C6313-CD34-44D8-BFC1-4B35CBF62174}" type="presParOf" srcId="{AF045AE2-24E2-0145-83CC-2266E42426F3}" destId="{6AAAA009-B904-D649-A22E-7F010F7771E0}" srcOrd="0" destOrd="0" presId="urn:microsoft.com/office/officeart/2005/8/layout/orgChart1"/>
    <dgm:cxn modelId="{4FE5F0F9-A184-400A-B9B7-65DBC1A47E47}" type="presParOf" srcId="{6AAAA009-B904-D649-A22E-7F010F7771E0}" destId="{32EA64F8-A30A-2D47-8816-FE7619DE672E}" srcOrd="0" destOrd="0" presId="urn:microsoft.com/office/officeart/2005/8/layout/orgChart1"/>
    <dgm:cxn modelId="{B8550B47-CA4B-499B-A552-08554330D3F5}" type="presParOf" srcId="{6AAAA009-B904-D649-A22E-7F010F7771E0}" destId="{95EA068A-F8BA-2F44-8F74-C82EEF7F0074}" srcOrd="1" destOrd="0" presId="urn:microsoft.com/office/officeart/2005/8/layout/orgChart1"/>
    <dgm:cxn modelId="{1CD5C7C4-913A-413B-B853-FA60F648874B}" type="presParOf" srcId="{AF045AE2-24E2-0145-83CC-2266E42426F3}" destId="{6CDDEF8F-DF4D-CF4A-A0D0-9B0DA1A42C39}" srcOrd="1" destOrd="0" presId="urn:microsoft.com/office/officeart/2005/8/layout/orgChart1"/>
    <dgm:cxn modelId="{403ECDD9-5E2E-4959-A16F-D40A6BDE1D7B}" type="presParOf" srcId="{6CDDEF8F-DF4D-CF4A-A0D0-9B0DA1A42C39}" destId="{45FE0EDD-2F35-8047-99B1-D106BEE231E7}" srcOrd="0" destOrd="0" presId="urn:microsoft.com/office/officeart/2005/8/layout/orgChart1"/>
    <dgm:cxn modelId="{AE219B16-69D3-4619-B1F8-A18D5C28E83F}" type="presParOf" srcId="{6CDDEF8F-DF4D-CF4A-A0D0-9B0DA1A42C39}" destId="{94A12CC3-05D1-B64C-B835-DD6ECC0DF36C}" srcOrd="1" destOrd="0" presId="urn:microsoft.com/office/officeart/2005/8/layout/orgChart1"/>
    <dgm:cxn modelId="{E4834E5B-CCFD-41AE-9662-0DFC8E87977E}" type="presParOf" srcId="{94A12CC3-05D1-B64C-B835-DD6ECC0DF36C}" destId="{DA6A5025-4DEF-1049-9C7A-25355C62185D}" srcOrd="0" destOrd="0" presId="urn:microsoft.com/office/officeart/2005/8/layout/orgChart1"/>
    <dgm:cxn modelId="{02A3AF63-861D-4E9E-A4C4-6C4D5B0DB1B2}" type="presParOf" srcId="{DA6A5025-4DEF-1049-9C7A-25355C62185D}" destId="{F219D5C6-9420-BA49-819A-BC6DC09B964E}" srcOrd="0" destOrd="0" presId="urn:microsoft.com/office/officeart/2005/8/layout/orgChart1"/>
    <dgm:cxn modelId="{F944DB5C-D097-4AD7-BD38-D1D33D3CF9E5}" type="presParOf" srcId="{DA6A5025-4DEF-1049-9C7A-25355C62185D}" destId="{C448FA0C-9E66-274F-8F28-FB448E255800}" srcOrd="1" destOrd="0" presId="urn:microsoft.com/office/officeart/2005/8/layout/orgChart1"/>
    <dgm:cxn modelId="{64624464-4BA1-4FF9-B06D-BADF01F05968}" type="presParOf" srcId="{94A12CC3-05D1-B64C-B835-DD6ECC0DF36C}" destId="{5DE66FF0-1C22-3D44-A853-426AE3D25DFA}" srcOrd="1" destOrd="0" presId="urn:microsoft.com/office/officeart/2005/8/layout/orgChart1"/>
    <dgm:cxn modelId="{16EA8F2F-1829-471F-AF65-D7CC27C37006}" type="presParOf" srcId="{94A12CC3-05D1-B64C-B835-DD6ECC0DF36C}" destId="{30A17EC8-E939-6340-A692-290B94256038}" srcOrd="2" destOrd="0" presId="urn:microsoft.com/office/officeart/2005/8/layout/orgChart1"/>
    <dgm:cxn modelId="{A1A85740-DABB-4E2A-8109-C13019B26B99}" type="presParOf" srcId="{6CDDEF8F-DF4D-CF4A-A0D0-9B0DA1A42C39}" destId="{E696F085-0D48-EC45-BAAB-B0845268AA42}" srcOrd="2" destOrd="0" presId="urn:microsoft.com/office/officeart/2005/8/layout/orgChart1"/>
    <dgm:cxn modelId="{1C8D2016-1120-4BC7-B390-F3DB1D92C8DB}" type="presParOf" srcId="{6CDDEF8F-DF4D-CF4A-A0D0-9B0DA1A42C39}" destId="{14292722-F74D-464E-8F71-5A7AADD1D123}" srcOrd="3" destOrd="0" presId="urn:microsoft.com/office/officeart/2005/8/layout/orgChart1"/>
    <dgm:cxn modelId="{F0B0CEF9-09FA-4527-BE10-A597CB94A9C3}" type="presParOf" srcId="{14292722-F74D-464E-8F71-5A7AADD1D123}" destId="{1F74249D-B382-514C-A7D0-D93CDE139C94}" srcOrd="0" destOrd="0" presId="urn:microsoft.com/office/officeart/2005/8/layout/orgChart1"/>
    <dgm:cxn modelId="{01746E67-73C1-4315-B869-F9F4589A94EF}" type="presParOf" srcId="{1F74249D-B382-514C-A7D0-D93CDE139C94}" destId="{CCBD3EBC-B743-3A4C-BDD1-BC8427B758F4}" srcOrd="0" destOrd="0" presId="urn:microsoft.com/office/officeart/2005/8/layout/orgChart1"/>
    <dgm:cxn modelId="{6A36FB77-543C-47BD-9AAF-65EBF7611C12}" type="presParOf" srcId="{1F74249D-B382-514C-A7D0-D93CDE139C94}" destId="{BF183BA5-3BCD-8A4C-844A-93C516422725}" srcOrd="1" destOrd="0" presId="urn:microsoft.com/office/officeart/2005/8/layout/orgChart1"/>
    <dgm:cxn modelId="{F4C30F46-69BD-4BE9-BE4C-B515857B51C2}" type="presParOf" srcId="{14292722-F74D-464E-8F71-5A7AADD1D123}" destId="{AB3ADA41-8925-9B48-8534-FF0C3557645E}" srcOrd="1" destOrd="0" presId="urn:microsoft.com/office/officeart/2005/8/layout/orgChart1"/>
    <dgm:cxn modelId="{7221CC54-425C-4DEF-817E-1D662F336493}" type="presParOf" srcId="{14292722-F74D-464E-8F71-5A7AADD1D123}" destId="{63E35F54-EC38-3C41-AA74-0BE04B3BD6EC}" srcOrd="2" destOrd="0" presId="urn:microsoft.com/office/officeart/2005/8/layout/orgChart1"/>
    <dgm:cxn modelId="{ED92BEB8-4AA3-4EA7-9D8A-A29449A07BE1}" type="presParOf" srcId="{6CDDEF8F-DF4D-CF4A-A0D0-9B0DA1A42C39}" destId="{DF4C5805-EE6E-404C-BEE2-27D6A6D93D7D}" srcOrd="4" destOrd="0" presId="urn:microsoft.com/office/officeart/2005/8/layout/orgChart1"/>
    <dgm:cxn modelId="{AE3509A4-86AB-4E83-A713-36D47AA11767}" type="presParOf" srcId="{6CDDEF8F-DF4D-CF4A-A0D0-9B0DA1A42C39}" destId="{C228ACDB-7CC3-3B44-A062-B49598561565}" srcOrd="5" destOrd="0" presId="urn:microsoft.com/office/officeart/2005/8/layout/orgChart1"/>
    <dgm:cxn modelId="{76C61E24-E0AC-4954-9591-38B3180E20AE}" type="presParOf" srcId="{C228ACDB-7CC3-3B44-A062-B49598561565}" destId="{FFBBB2FD-68A3-3E43-BD91-9B42ADCD928E}" srcOrd="0" destOrd="0" presId="urn:microsoft.com/office/officeart/2005/8/layout/orgChart1"/>
    <dgm:cxn modelId="{E2B29CAA-8D48-4145-A0BB-327DDED840DA}" type="presParOf" srcId="{FFBBB2FD-68A3-3E43-BD91-9B42ADCD928E}" destId="{480591C3-8094-4344-8F82-A3D547F896CF}" srcOrd="0" destOrd="0" presId="urn:microsoft.com/office/officeart/2005/8/layout/orgChart1"/>
    <dgm:cxn modelId="{13ED4F94-FD4A-43A7-9010-8E229511CBC6}" type="presParOf" srcId="{FFBBB2FD-68A3-3E43-BD91-9B42ADCD928E}" destId="{CC6F07D1-A727-5C4D-B3E2-85318D1EC1C4}" srcOrd="1" destOrd="0" presId="urn:microsoft.com/office/officeart/2005/8/layout/orgChart1"/>
    <dgm:cxn modelId="{CE0474C4-7BD6-44BE-8AEA-460B4E946254}" type="presParOf" srcId="{C228ACDB-7CC3-3B44-A062-B49598561565}" destId="{3081AD68-7366-FB4B-8C68-5AF2F977F863}" srcOrd="1" destOrd="0" presId="urn:microsoft.com/office/officeart/2005/8/layout/orgChart1"/>
    <dgm:cxn modelId="{B6C20E3B-1CCD-4A4A-8196-D07B72BE0EB0}" type="presParOf" srcId="{C228ACDB-7CC3-3B44-A062-B49598561565}" destId="{C157A862-B0F2-7A41-81DE-559BA069A335}" srcOrd="2" destOrd="0" presId="urn:microsoft.com/office/officeart/2005/8/layout/orgChart1"/>
    <dgm:cxn modelId="{D1DD3D79-84B8-414E-8E9A-B075EB84F2C2}" type="presParOf" srcId="{AF045AE2-24E2-0145-83CC-2266E42426F3}" destId="{621B612A-DA7C-E94F-987B-173122B15A0F}" srcOrd="2" destOrd="0" presId="urn:microsoft.com/office/officeart/2005/8/layout/orgChart1"/>
    <dgm:cxn modelId="{B5D342B2-82D3-4A78-8A6A-B1A8AB4EA048}" type="presParOf" srcId="{5914C6AA-C504-814E-AF87-482AF1616184}" destId="{0D06EFCD-E148-5B47-9BCF-7311C4DBE924}" srcOrd="2" destOrd="0" presId="urn:microsoft.com/office/officeart/2005/8/layout/orgChart1"/>
    <dgm:cxn modelId="{0FC9005C-2DAF-4C3F-BD96-C46CF5E347B6}" type="presParOf" srcId="{E6727F23-DBDF-1844-993B-E6E1A452C7DC}" destId="{1B3C49F2-83E1-3749-B40D-E831D425BA46}" srcOrd="2" destOrd="0" presId="urn:microsoft.com/office/officeart/2005/8/layout/orgChart1"/>
    <dgm:cxn modelId="{2A49F278-FFFF-4D6C-AD78-CBC4A4744439}" type="presParOf" srcId="{E6727F23-DBDF-1844-993B-E6E1A452C7DC}" destId="{4F7A84C8-9656-294A-A79B-622C79B3AF4D}" srcOrd="3" destOrd="0" presId="urn:microsoft.com/office/officeart/2005/8/layout/orgChart1"/>
    <dgm:cxn modelId="{86FADAA7-082B-4E68-BB41-35B735B0C0A5}" type="presParOf" srcId="{4F7A84C8-9656-294A-A79B-622C79B3AF4D}" destId="{ECFC2AF1-AEC5-5042-834B-4CD92550705B}" srcOrd="0" destOrd="0" presId="urn:microsoft.com/office/officeart/2005/8/layout/orgChart1"/>
    <dgm:cxn modelId="{3C54EF49-0B9E-44C5-8961-CC6CC4EC354E}" type="presParOf" srcId="{ECFC2AF1-AEC5-5042-834B-4CD92550705B}" destId="{BC04D3C0-D8A2-234D-AA91-8666421729DD}" srcOrd="0" destOrd="0" presId="urn:microsoft.com/office/officeart/2005/8/layout/orgChart1"/>
    <dgm:cxn modelId="{B200B37E-89CA-4011-9BE1-62BAA731EC5A}" type="presParOf" srcId="{ECFC2AF1-AEC5-5042-834B-4CD92550705B}" destId="{11A35C1A-707D-BB48-9CD9-BAC04197C653}" srcOrd="1" destOrd="0" presId="urn:microsoft.com/office/officeart/2005/8/layout/orgChart1"/>
    <dgm:cxn modelId="{DDECAE27-1713-48E0-9DEC-BAC5F6E60C95}" type="presParOf" srcId="{4F7A84C8-9656-294A-A79B-622C79B3AF4D}" destId="{AFF1B070-103C-C542-B065-2AEA533D4180}" srcOrd="1" destOrd="0" presId="urn:microsoft.com/office/officeart/2005/8/layout/orgChart1"/>
    <dgm:cxn modelId="{BE621983-DB7C-48D7-A09B-5F5C27076976}" type="presParOf" srcId="{AFF1B070-103C-C542-B065-2AEA533D4180}" destId="{B0E31135-22D6-CD4B-9F0B-5C3E6FB37BFD}" srcOrd="0" destOrd="0" presId="urn:microsoft.com/office/officeart/2005/8/layout/orgChart1"/>
    <dgm:cxn modelId="{924D9EA4-A2AF-4F24-AAF7-17DA6DB929E0}" type="presParOf" srcId="{AFF1B070-103C-C542-B065-2AEA533D4180}" destId="{244EBB3F-2229-8D4F-9B6D-A30560071EE3}" srcOrd="1" destOrd="0" presId="urn:microsoft.com/office/officeart/2005/8/layout/orgChart1"/>
    <dgm:cxn modelId="{F28DF206-D280-4A0C-A6BD-68D8D593A9AC}" type="presParOf" srcId="{244EBB3F-2229-8D4F-9B6D-A30560071EE3}" destId="{4FB5E625-CF69-4042-8923-52C4D6D77FC0}" srcOrd="0" destOrd="0" presId="urn:microsoft.com/office/officeart/2005/8/layout/orgChart1"/>
    <dgm:cxn modelId="{82EB57A3-4BC5-4A33-A35B-94F283B4592B}" type="presParOf" srcId="{4FB5E625-CF69-4042-8923-52C4D6D77FC0}" destId="{2004ACE5-7740-6D4A-B245-2E65E2497AD2}" srcOrd="0" destOrd="0" presId="urn:microsoft.com/office/officeart/2005/8/layout/orgChart1"/>
    <dgm:cxn modelId="{9BA7D693-38A5-413D-9ACD-3CBD5D309F89}" type="presParOf" srcId="{4FB5E625-CF69-4042-8923-52C4D6D77FC0}" destId="{FADED707-AD76-E749-9FC2-E83134484A46}" srcOrd="1" destOrd="0" presId="urn:microsoft.com/office/officeart/2005/8/layout/orgChart1"/>
    <dgm:cxn modelId="{2BA9FBD9-DF1F-46ED-BEF6-DABD2C7B61A2}" type="presParOf" srcId="{244EBB3F-2229-8D4F-9B6D-A30560071EE3}" destId="{846455C9-82DF-F64B-BD23-3E6DF73C96B1}" srcOrd="1" destOrd="0" presId="urn:microsoft.com/office/officeart/2005/8/layout/orgChart1"/>
    <dgm:cxn modelId="{BE3C4DCE-C76A-44E4-A816-65422302CE95}" type="presParOf" srcId="{244EBB3F-2229-8D4F-9B6D-A30560071EE3}" destId="{E88A3EF0-5DA6-9743-82BE-0AB92AE56C34}" srcOrd="2" destOrd="0" presId="urn:microsoft.com/office/officeart/2005/8/layout/orgChart1"/>
    <dgm:cxn modelId="{A69A7B86-A109-47D0-9017-A80FB6FC9D42}" type="presParOf" srcId="{AFF1B070-103C-C542-B065-2AEA533D4180}" destId="{AAC4D776-A7B0-CD46-8734-909F950EBA9B}" srcOrd="2" destOrd="0" presId="urn:microsoft.com/office/officeart/2005/8/layout/orgChart1"/>
    <dgm:cxn modelId="{DD5AA485-5545-43E1-99EB-8D3DA3156101}" type="presParOf" srcId="{AFF1B070-103C-C542-B065-2AEA533D4180}" destId="{4F76E1FA-6B98-7C44-ACCB-5FEB1C039913}" srcOrd="3" destOrd="0" presId="urn:microsoft.com/office/officeart/2005/8/layout/orgChart1"/>
    <dgm:cxn modelId="{FF695787-5206-4768-B56F-0037E24CE495}" type="presParOf" srcId="{4F76E1FA-6B98-7C44-ACCB-5FEB1C039913}" destId="{DF729D6D-ED16-5249-8221-7EA5C2245E7A}" srcOrd="0" destOrd="0" presId="urn:microsoft.com/office/officeart/2005/8/layout/orgChart1"/>
    <dgm:cxn modelId="{53C1A3C2-7BCF-4264-BCC0-C19C8D0E5799}" type="presParOf" srcId="{DF729D6D-ED16-5249-8221-7EA5C2245E7A}" destId="{259A0BC8-027A-6F40-BCE4-328BA4B4F1E3}" srcOrd="0" destOrd="0" presId="urn:microsoft.com/office/officeart/2005/8/layout/orgChart1"/>
    <dgm:cxn modelId="{78C76D34-164D-46AB-860A-FA96FC3495FC}" type="presParOf" srcId="{DF729D6D-ED16-5249-8221-7EA5C2245E7A}" destId="{7295D486-E29C-2242-8A8C-2F344A380039}" srcOrd="1" destOrd="0" presId="urn:microsoft.com/office/officeart/2005/8/layout/orgChart1"/>
    <dgm:cxn modelId="{B38FC474-9234-4D59-A3B7-8B43FE368AAC}" type="presParOf" srcId="{4F76E1FA-6B98-7C44-ACCB-5FEB1C039913}" destId="{0F85DE83-E0DA-6946-AF08-692ECEDAA58B}" srcOrd="1" destOrd="0" presId="urn:microsoft.com/office/officeart/2005/8/layout/orgChart1"/>
    <dgm:cxn modelId="{75D9EEC1-E59C-489B-B4E8-35A8BFDEC8A8}" type="presParOf" srcId="{4F76E1FA-6B98-7C44-ACCB-5FEB1C039913}" destId="{55F94385-C271-9249-A16B-982A33048CC7}" srcOrd="2" destOrd="0" presId="urn:microsoft.com/office/officeart/2005/8/layout/orgChart1"/>
    <dgm:cxn modelId="{71289A6E-7482-4514-900D-E1B534A946CA}" type="presParOf" srcId="{4F7A84C8-9656-294A-A79B-622C79B3AF4D}" destId="{3994D28D-B5D6-614D-9D2F-CAFEAADEFCC2}" srcOrd="2" destOrd="0" presId="urn:microsoft.com/office/officeart/2005/8/layout/orgChart1"/>
    <dgm:cxn modelId="{5252CCD7-47EA-495A-834A-4A3647A3CD0D}" type="presParOf" srcId="{E6727F23-DBDF-1844-993B-E6E1A452C7DC}" destId="{CF9D552E-2E91-724F-BC1C-673895B3C9C8}" srcOrd="4" destOrd="0" presId="urn:microsoft.com/office/officeart/2005/8/layout/orgChart1"/>
    <dgm:cxn modelId="{319A41C5-E9DC-4CA3-A29E-B66B78B2C6F6}" type="presParOf" srcId="{E6727F23-DBDF-1844-993B-E6E1A452C7DC}" destId="{2D7DCE8B-0F42-944A-9F2D-596E1ADB047A}" srcOrd="5" destOrd="0" presId="urn:microsoft.com/office/officeart/2005/8/layout/orgChart1"/>
    <dgm:cxn modelId="{29DD7875-A176-446B-A5D6-28C0D77A4E87}" type="presParOf" srcId="{2D7DCE8B-0F42-944A-9F2D-596E1ADB047A}" destId="{DCAFA045-9024-2D42-9F0C-DE89CB36B856}" srcOrd="0" destOrd="0" presId="urn:microsoft.com/office/officeart/2005/8/layout/orgChart1"/>
    <dgm:cxn modelId="{75B0084C-EB4D-46DD-904E-DCCA215E692B}" type="presParOf" srcId="{DCAFA045-9024-2D42-9F0C-DE89CB36B856}" destId="{56BC7F51-04EA-C945-B086-47AFCB4D4B32}" srcOrd="0" destOrd="0" presId="urn:microsoft.com/office/officeart/2005/8/layout/orgChart1"/>
    <dgm:cxn modelId="{CF62C3BC-3268-4F26-8317-EF1A34B56249}" type="presParOf" srcId="{DCAFA045-9024-2D42-9F0C-DE89CB36B856}" destId="{0F29258B-C174-E04F-B952-AD7E1A0B6176}" srcOrd="1" destOrd="0" presId="urn:microsoft.com/office/officeart/2005/8/layout/orgChart1"/>
    <dgm:cxn modelId="{72A1781C-A875-4772-A82A-4B63F2CBD628}" type="presParOf" srcId="{2D7DCE8B-0F42-944A-9F2D-596E1ADB047A}" destId="{F75F351E-D86C-144A-B0DB-6D01F5A67304}" srcOrd="1" destOrd="0" presId="urn:microsoft.com/office/officeart/2005/8/layout/orgChart1"/>
    <dgm:cxn modelId="{79EEE1F7-355F-49B2-9E55-EDD095D48687}" type="presParOf" srcId="{F75F351E-D86C-144A-B0DB-6D01F5A67304}" destId="{5EB1C620-06D5-7946-AB9E-11433A983B41}" srcOrd="0" destOrd="0" presId="urn:microsoft.com/office/officeart/2005/8/layout/orgChart1"/>
    <dgm:cxn modelId="{363FE27D-24C1-47ED-8F3C-F8F80AB10023}" type="presParOf" srcId="{F75F351E-D86C-144A-B0DB-6D01F5A67304}" destId="{42A135E8-D6AF-F744-B0E3-C29042D7AD38}" srcOrd="1" destOrd="0" presId="urn:microsoft.com/office/officeart/2005/8/layout/orgChart1"/>
    <dgm:cxn modelId="{F5EF6F26-A7A6-46C9-9C34-E7447189702F}" type="presParOf" srcId="{42A135E8-D6AF-F744-B0E3-C29042D7AD38}" destId="{764E7ED4-2D62-E747-85BA-BE05EF3A709D}" srcOrd="0" destOrd="0" presId="urn:microsoft.com/office/officeart/2005/8/layout/orgChart1"/>
    <dgm:cxn modelId="{7EB55F42-D32C-436B-9C78-2957A6944ADF}" type="presParOf" srcId="{764E7ED4-2D62-E747-85BA-BE05EF3A709D}" destId="{CAE53D00-9B4B-BF42-8DDE-326F853C2A9A}" srcOrd="0" destOrd="0" presId="urn:microsoft.com/office/officeart/2005/8/layout/orgChart1"/>
    <dgm:cxn modelId="{692CBC35-23AA-4863-B265-B914E5448953}" type="presParOf" srcId="{764E7ED4-2D62-E747-85BA-BE05EF3A709D}" destId="{7958F722-C9C7-C04C-9EA3-BEAF7078EE07}" srcOrd="1" destOrd="0" presId="urn:microsoft.com/office/officeart/2005/8/layout/orgChart1"/>
    <dgm:cxn modelId="{C8DDA7D8-2940-4D62-9B2D-F551202939F7}" type="presParOf" srcId="{42A135E8-D6AF-F744-B0E3-C29042D7AD38}" destId="{96AE049A-7FD4-7044-84C0-E238AE678449}" srcOrd="1" destOrd="0" presId="urn:microsoft.com/office/officeart/2005/8/layout/orgChart1"/>
    <dgm:cxn modelId="{39BF881C-103D-4B73-994D-2D4B9F826B3D}" type="presParOf" srcId="{42A135E8-D6AF-F744-B0E3-C29042D7AD38}" destId="{BF45E3AE-DB17-614B-B7BD-2D190715A1AD}" srcOrd="2" destOrd="0" presId="urn:microsoft.com/office/officeart/2005/8/layout/orgChart1"/>
    <dgm:cxn modelId="{DC9FC6AA-8EB7-4D91-9C0D-1A2BB3FB5402}" type="presParOf" srcId="{F75F351E-D86C-144A-B0DB-6D01F5A67304}" destId="{FB38F7DE-A1E2-8C4F-96E6-A5D6A070F68B}" srcOrd="2" destOrd="0" presId="urn:microsoft.com/office/officeart/2005/8/layout/orgChart1"/>
    <dgm:cxn modelId="{62E61D81-BCC0-4A1F-8DD4-BA8A3A78087C}" type="presParOf" srcId="{F75F351E-D86C-144A-B0DB-6D01F5A67304}" destId="{F2E138C9-6782-774E-BE50-54B704A54970}" srcOrd="3" destOrd="0" presId="urn:microsoft.com/office/officeart/2005/8/layout/orgChart1"/>
    <dgm:cxn modelId="{DF972742-1743-47C7-A32C-B3E3282B4BAF}" type="presParOf" srcId="{F2E138C9-6782-774E-BE50-54B704A54970}" destId="{741DE6F3-8773-054C-9D51-EC8AFA1A5E42}" srcOrd="0" destOrd="0" presId="urn:microsoft.com/office/officeart/2005/8/layout/orgChart1"/>
    <dgm:cxn modelId="{3DF6E449-02DC-4F15-8085-5B5E358D0487}" type="presParOf" srcId="{741DE6F3-8773-054C-9D51-EC8AFA1A5E42}" destId="{02AA6DA3-18A1-E143-A0FA-95D1F0E10FD0}" srcOrd="0" destOrd="0" presId="urn:microsoft.com/office/officeart/2005/8/layout/orgChart1"/>
    <dgm:cxn modelId="{7CEB9449-BE66-447A-9ABA-4C1847319172}" type="presParOf" srcId="{741DE6F3-8773-054C-9D51-EC8AFA1A5E42}" destId="{7B127E28-C19F-7145-8E77-F6F4F40F41C9}" srcOrd="1" destOrd="0" presId="urn:microsoft.com/office/officeart/2005/8/layout/orgChart1"/>
    <dgm:cxn modelId="{3DFACA40-441F-42DE-AB38-5852B2BC3553}" type="presParOf" srcId="{F2E138C9-6782-774E-BE50-54B704A54970}" destId="{1A33410E-CF8B-5346-BF30-228130EF37E9}" srcOrd="1" destOrd="0" presId="urn:microsoft.com/office/officeart/2005/8/layout/orgChart1"/>
    <dgm:cxn modelId="{2C14DD15-6171-4872-BDCC-02E237DC0F33}" type="presParOf" srcId="{F2E138C9-6782-774E-BE50-54B704A54970}" destId="{78909982-4919-D345-8E50-1D380EC8E239}" srcOrd="2" destOrd="0" presId="urn:microsoft.com/office/officeart/2005/8/layout/orgChart1"/>
    <dgm:cxn modelId="{05776DE8-17AA-40AB-838F-F9E5CFA43CCF}" type="presParOf" srcId="{F75F351E-D86C-144A-B0DB-6D01F5A67304}" destId="{D34882CA-CC9D-3A43-A6A1-8B95D6EB08F9}" srcOrd="4" destOrd="0" presId="urn:microsoft.com/office/officeart/2005/8/layout/orgChart1"/>
    <dgm:cxn modelId="{72BA061F-CCD2-4634-A0D7-01788630E1CE}" type="presParOf" srcId="{F75F351E-D86C-144A-B0DB-6D01F5A67304}" destId="{BA2D2B28-B65A-4B48-B9D5-49311606EDA7}" srcOrd="5" destOrd="0" presId="urn:microsoft.com/office/officeart/2005/8/layout/orgChart1"/>
    <dgm:cxn modelId="{A13E3DC2-9339-46C3-BD9E-5C99181DE75D}" type="presParOf" srcId="{BA2D2B28-B65A-4B48-B9D5-49311606EDA7}" destId="{011E5DAA-6308-CA4D-8193-4B6B9CCA9B9E}" srcOrd="0" destOrd="0" presId="urn:microsoft.com/office/officeart/2005/8/layout/orgChart1"/>
    <dgm:cxn modelId="{7E9E2CD3-2899-4D7A-91C5-5ECF3E3B793E}" type="presParOf" srcId="{011E5DAA-6308-CA4D-8193-4B6B9CCA9B9E}" destId="{3645C1AC-6F75-5A4F-90F0-9C4049EF7801}" srcOrd="0" destOrd="0" presId="urn:microsoft.com/office/officeart/2005/8/layout/orgChart1"/>
    <dgm:cxn modelId="{C6B10B7D-D7E1-44E2-9B29-93979F714D44}" type="presParOf" srcId="{011E5DAA-6308-CA4D-8193-4B6B9CCA9B9E}" destId="{1E76A607-37FF-5440-BF40-E94B6D3827A1}" srcOrd="1" destOrd="0" presId="urn:microsoft.com/office/officeart/2005/8/layout/orgChart1"/>
    <dgm:cxn modelId="{87612136-BE98-4EF7-9D42-F6EBF5948B2B}" type="presParOf" srcId="{BA2D2B28-B65A-4B48-B9D5-49311606EDA7}" destId="{038B26C9-DB71-E643-8217-EFE3806C03BD}" srcOrd="1" destOrd="0" presId="urn:microsoft.com/office/officeart/2005/8/layout/orgChart1"/>
    <dgm:cxn modelId="{0E0B4849-3BFE-419E-9758-6851F015BE01}" type="presParOf" srcId="{BA2D2B28-B65A-4B48-B9D5-49311606EDA7}" destId="{58C0CBB1-9CA0-4643-BE1D-823BC56A4484}" srcOrd="2" destOrd="0" presId="urn:microsoft.com/office/officeart/2005/8/layout/orgChart1"/>
    <dgm:cxn modelId="{8B9583F3-107E-4C1F-B00E-7A5A10F9C33B}" type="presParOf" srcId="{F75F351E-D86C-144A-B0DB-6D01F5A67304}" destId="{78ABB670-CEC3-164B-8C71-B9CDB98ED8C1}" srcOrd="6" destOrd="0" presId="urn:microsoft.com/office/officeart/2005/8/layout/orgChart1"/>
    <dgm:cxn modelId="{06BB40C2-2432-4522-A06E-0FF7E7728EBE}" type="presParOf" srcId="{F75F351E-D86C-144A-B0DB-6D01F5A67304}" destId="{5DA9EC41-FD0B-F842-92A3-F297EC7DEA05}" srcOrd="7" destOrd="0" presId="urn:microsoft.com/office/officeart/2005/8/layout/orgChart1"/>
    <dgm:cxn modelId="{C9D36679-C7F5-4041-B6E7-591621EDE2AC}" type="presParOf" srcId="{5DA9EC41-FD0B-F842-92A3-F297EC7DEA05}" destId="{3A1327E4-C963-1D4C-9FE1-05343475C2C4}" srcOrd="0" destOrd="0" presId="urn:microsoft.com/office/officeart/2005/8/layout/orgChart1"/>
    <dgm:cxn modelId="{4F4E1DCB-4E09-4D94-A10E-FD13FAE27488}" type="presParOf" srcId="{3A1327E4-C963-1D4C-9FE1-05343475C2C4}" destId="{84CA9605-3B0B-B34F-BB52-404C37E8FFAD}" srcOrd="0" destOrd="0" presId="urn:microsoft.com/office/officeart/2005/8/layout/orgChart1"/>
    <dgm:cxn modelId="{66D40A4F-1EC9-480F-BC82-EB012CC0876A}" type="presParOf" srcId="{3A1327E4-C963-1D4C-9FE1-05343475C2C4}" destId="{06E62283-2609-1E40-8A64-E386E694F7D4}" srcOrd="1" destOrd="0" presId="urn:microsoft.com/office/officeart/2005/8/layout/orgChart1"/>
    <dgm:cxn modelId="{C0227D85-F519-4B5C-80F1-E6A31A65F2D5}" type="presParOf" srcId="{5DA9EC41-FD0B-F842-92A3-F297EC7DEA05}" destId="{FE5F68B7-83D4-E744-BC16-DB79A95BD1E6}" srcOrd="1" destOrd="0" presId="urn:microsoft.com/office/officeart/2005/8/layout/orgChart1"/>
    <dgm:cxn modelId="{A271941F-BF55-4F2C-A759-7E653B10FCF4}" type="presParOf" srcId="{5DA9EC41-FD0B-F842-92A3-F297EC7DEA05}" destId="{C64D211D-0677-0D4E-BE82-DF142E079A0C}" srcOrd="2" destOrd="0" presId="urn:microsoft.com/office/officeart/2005/8/layout/orgChart1"/>
    <dgm:cxn modelId="{C9DF4485-F66A-4FF3-AA72-3A1C9856225E}" type="presParOf" srcId="{2D7DCE8B-0F42-944A-9F2D-596E1ADB047A}" destId="{820C0821-2CAE-A54D-86F2-A06F63C2B0EA}" srcOrd="2" destOrd="0" presId="urn:microsoft.com/office/officeart/2005/8/layout/orgChart1"/>
    <dgm:cxn modelId="{DEBBFE1E-1664-4BD6-8580-D906E3B5FE91}" type="presParOf" srcId="{E6727F23-DBDF-1844-993B-E6E1A452C7DC}" destId="{EDE920B8-DEBA-BB41-B107-4F3C2AAB2B1D}" srcOrd="6" destOrd="0" presId="urn:microsoft.com/office/officeart/2005/8/layout/orgChart1"/>
    <dgm:cxn modelId="{F88458FC-A3F8-4C50-B586-8E1206B2D9E1}" type="presParOf" srcId="{E6727F23-DBDF-1844-993B-E6E1A452C7DC}" destId="{2AFA16B3-BF11-484E-9A71-54D576367377}" srcOrd="7" destOrd="0" presId="urn:microsoft.com/office/officeart/2005/8/layout/orgChart1"/>
    <dgm:cxn modelId="{1DC7314F-7731-416E-B8A7-33A2844ABCB1}" type="presParOf" srcId="{2AFA16B3-BF11-484E-9A71-54D576367377}" destId="{8E32007A-0C87-7D49-B82A-9FA367E36FEF}" srcOrd="0" destOrd="0" presId="urn:microsoft.com/office/officeart/2005/8/layout/orgChart1"/>
    <dgm:cxn modelId="{39337113-C3DD-40A1-8E22-2B4FC277018D}" type="presParOf" srcId="{8E32007A-0C87-7D49-B82A-9FA367E36FEF}" destId="{0C0DAF1E-17E8-9141-811C-9E9F817C44BE}" srcOrd="0" destOrd="0" presId="urn:microsoft.com/office/officeart/2005/8/layout/orgChart1"/>
    <dgm:cxn modelId="{F6DFFB70-C88A-466D-8AFD-29FCDFBFD647}" type="presParOf" srcId="{8E32007A-0C87-7D49-B82A-9FA367E36FEF}" destId="{EE4567E0-6027-7647-9E69-FBD950019454}" srcOrd="1" destOrd="0" presId="urn:microsoft.com/office/officeart/2005/8/layout/orgChart1"/>
    <dgm:cxn modelId="{6DE3492A-4C2D-4C44-801F-A067D350BF44}" type="presParOf" srcId="{2AFA16B3-BF11-484E-9A71-54D576367377}" destId="{5A288C5E-CB91-0740-A9F6-29391C4A790B}" srcOrd="1" destOrd="0" presId="urn:microsoft.com/office/officeart/2005/8/layout/orgChart1"/>
    <dgm:cxn modelId="{389F8F61-F825-4EFE-BD34-58E5653BE5BA}" type="presParOf" srcId="{5A288C5E-CB91-0740-A9F6-29391C4A790B}" destId="{FDC284C6-D403-6345-9E1A-E1E24CB46189}" srcOrd="0" destOrd="0" presId="urn:microsoft.com/office/officeart/2005/8/layout/orgChart1"/>
    <dgm:cxn modelId="{003D94E1-209F-42B5-997D-8EEEDF79B437}" type="presParOf" srcId="{5A288C5E-CB91-0740-A9F6-29391C4A790B}" destId="{25129BC3-E043-7844-9090-36C4387CCA6A}" srcOrd="1" destOrd="0" presId="urn:microsoft.com/office/officeart/2005/8/layout/orgChart1"/>
    <dgm:cxn modelId="{7E49DF45-531F-4B72-A6CC-99F2387EB117}" type="presParOf" srcId="{25129BC3-E043-7844-9090-36C4387CCA6A}" destId="{94C6DC20-43B3-884B-9628-A8659319F3F4}" srcOrd="0" destOrd="0" presId="urn:microsoft.com/office/officeart/2005/8/layout/orgChart1"/>
    <dgm:cxn modelId="{E9032935-1F1B-42A1-9F11-C764DCF99DAB}" type="presParOf" srcId="{94C6DC20-43B3-884B-9628-A8659319F3F4}" destId="{2B2536D9-7E0A-604B-BAE4-94F29120E4E4}" srcOrd="0" destOrd="0" presId="urn:microsoft.com/office/officeart/2005/8/layout/orgChart1"/>
    <dgm:cxn modelId="{89E27D88-B1A5-43CD-8ABD-1C5A22709BCF}" type="presParOf" srcId="{94C6DC20-43B3-884B-9628-A8659319F3F4}" destId="{05D8D7CE-53BF-3548-94B7-5A177F59B1EA}" srcOrd="1" destOrd="0" presId="urn:microsoft.com/office/officeart/2005/8/layout/orgChart1"/>
    <dgm:cxn modelId="{D5B6338A-F5BB-4736-A24C-F01E9F06F89D}" type="presParOf" srcId="{25129BC3-E043-7844-9090-36C4387CCA6A}" destId="{63A09EA8-CFEF-2F42-9A2C-6EA0AC7793AE}" srcOrd="1" destOrd="0" presId="urn:microsoft.com/office/officeart/2005/8/layout/orgChart1"/>
    <dgm:cxn modelId="{F2ECBFE0-E234-428E-8453-35DD5EF6AF59}" type="presParOf" srcId="{25129BC3-E043-7844-9090-36C4387CCA6A}" destId="{965CDC96-F296-5A4E-B480-D92BBF347F4F}" srcOrd="2" destOrd="0" presId="urn:microsoft.com/office/officeart/2005/8/layout/orgChart1"/>
    <dgm:cxn modelId="{CEF1E0E8-38E5-4FE8-B510-6CB780D5419D}" type="presParOf" srcId="{5A288C5E-CB91-0740-A9F6-29391C4A790B}" destId="{F24C4A0B-C0F6-7046-9D88-763F38F110DC}" srcOrd="2" destOrd="0" presId="urn:microsoft.com/office/officeart/2005/8/layout/orgChart1"/>
    <dgm:cxn modelId="{7E9A7302-9488-4800-86D8-FC4796D23860}" type="presParOf" srcId="{5A288C5E-CB91-0740-A9F6-29391C4A790B}" destId="{3CC78864-57CE-E247-9617-5FB54FDB08BC}" srcOrd="3" destOrd="0" presId="urn:microsoft.com/office/officeart/2005/8/layout/orgChart1"/>
    <dgm:cxn modelId="{14F52F2C-9A72-4137-836A-B650D877C403}" type="presParOf" srcId="{3CC78864-57CE-E247-9617-5FB54FDB08BC}" destId="{AD19E9A5-EAC6-534A-87AF-E7A0498980A2}" srcOrd="0" destOrd="0" presId="urn:microsoft.com/office/officeart/2005/8/layout/orgChart1"/>
    <dgm:cxn modelId="{E868670B-A40A-4E6C-9C42-F2D6D4A0C8B7}" type="presParOf" srcId="{AD19E9A5-EAC6-534A-87AF-E7A0498980A2}" destId="{C3D82260-5EB3-A140-BF6A-C7144986B46F}" srcOrd="0" destOrd="0" presId="urn:microsoft.com/office/officeart/2005/8/layout/orgChart1"/>
    <dgm:cxn modelId="{2A29015B-1D27-4616-959C-107128CAA768}" type="presParOf" srcId="{AD19E9A5-EAC6-534A-87AF-E7A0498980A2}" destId="{2EC09ED1-609D-854E-942D-946BE771E6E7}" srcOrd="1" destOrd="0" presId="urn:microsoft.com/office/officeart/2005/8/layout/orgChart1"/>
    <dgm:cxn modelId="{657FF089-B033-4CDE-A84F-CD77C18D3B61}" type="presParOf" srcId="{3CC78864-57CE-E247-9617-5FB54FDB08BC}" destId="{7CEC47B4-DC46-324F-809D-D818918B4643}" srcOrd="1" destOrd="0" presId="urn:microsoft.com/office/officeart/2005/8/layout/orgChart1"/>
    <dgm:cxn modelId="{3029A9A8-CC9B-43F5-B1CA-EB06A1BA32C7}" type="presParOf" srcId="{3CC78864-57CE-E247-9617-5FB54FDB08BC}" destId="{4A596E2E-F801-FD4F-8858-F26B6C58C5D4}" srcOrd="2" destOrd="0" presId="urn:microsoft.com/office/officeart/2005/8/layout/orgChart1"/>
    <dgm:cxn modelId="{44D8FA42-FB90-47AF-A96E-85EABEE4A980}" type="presParOf" srcId="{5A288C5E-CB91-0740-A9F6-29391C4A790B}" destId="{FC4B7BB3-6BC9-7340-84EB-B2924CF4BCF4}" srcOrd="4" destOrd="0" presId="urn:microsoft.com/office/officeart/2005/8/layout/orgChart1"/>
    <dgm:cxn modelId="{EB9B5463-BD8D-4B8B-85AC-9228DF81696D}" type="presParOf" srcId="{5A288C5E-CB91-0740-A9F6-29391C4A790B}" destId="{0EF79923-71B5-C746-8BA0-9810B21C6195}" srcOrd="5" destOrd="0" presId="urn:microsoft.com/office/officeart/2005/8/layout/orgChart1"/>
    <dgm:cxn modelId="{327684EE-5FE2-4906-94DE-D606297918E5}" type="presParOf" srcId="{0EF79923-71B5-C746-8BA0-9810B21C6195}" destId="{E1A676F5-1499-A14A-8A2A-E1BF45331E5D}" srcOrd="0" destOrd="0" presId="urn:microsoft.com/office/officeart/2005/8/layout/orgChart1"/>
    <dgm:cxn modelId="{A8DA1C9E-9581-408F-BA88-AD9C06AA95BB}" type="presParOf" srcId="{E1A676F5-1499-A14A-8A2A-E1BF45331E5D}" destId="{87003F05-4EA6-CE46-AF60-F9302885698D}" srcOrd="0" destOrd="0" presId="urn:microsoft.com/office/officeart/2005/8/layout/orgChart1"/>
    <dgm:cxn modelId="{F0B5560E-8C77-4AF5-A511-CD12A10C3486}" type="presParOf" srcId="{E1A676F5-1499-A14A-8A2A-E1BF45331E5D}" destId="{66205841-D499-3B47-A9EA-5421AE35C382}" srcOrd="1" destOrd="0" presId="urn:microsoft.com/office/officeart/2005/8/layout/orgChart1"/>
    <dgm:cxn modelId="{7BC55326-E5C2-4DE6-B85E-FBD051F61FCD}" type="presParOf" srcId="{0EF79923-71B5-C746-8BA0-9810B21C6195}" destId="{9184719A-EF29-A945-9D4F-AF3D839D04D1}" srcOrd="1" destOrd="0" presId="urn:microsoft.com/office/officeart/2005/8/layout/orgChart1"/>
    <dgm:cxn modelId="{443D99A9-C58F-48A3-8333-AE06761FC7F4}" type="presParOf" srcId="{0EF79923-71B5-C746-8BA0-9810B21C6195}" destId="{740BA22F-187A-5644-9B2E-87662DB6BA81}" srcOrd="2" destOrd="0" presId="urn:microsoft.com/office/officeart/2005/8/layout/orgChart1"/>
    <dgm:cxn modelId="{D5A616CA-5294-4539-9602-3C55FA8161A2}" type="presParOf" srcId="{2AFA16B3-BF11-484E-9A71-54D576367377}" destId="{355FDD9E-E8C0-F944-AB72-44AA4B173DC7}" srcOrd="2" destOrd="0" presId="urn:microsoft.com/office/officeart/2005/8/layout/orgChart1"/>
    <dgm:cxn modelId="{2F19163C-FA95-4B13-874B-E2471D711CBA}" type="presParOf" srcId="{3DB9DA38-930C-334B-9FF7-443BFB50FEB2}" destId="{9B0C5637-A76F-FF4B-A6F4-8056EE7ED7A7}" srcOrd="2" destOrd="0" presId="urn:microsoft.com/office/officeart/2005/8/layout/orgChart1"/>
  </dgm:cxnLst>
  <dgm:bg>
    <a:solidFill>
      <a:schemeClr val="lt1">
        <a:hueOff val="0"/>
        <a:satOff val="0"/>
        <a:lumOff val="0"/>
      </a:schemeClr>
    </a:solidFill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B308C0-526A-432E-BC92-74A594AE2D6F}" type="doc">
      <dgm:prSet loTypeId="urn:microsoft.com/office/officeart/2005/8/layout/orgChart1" loCatId="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2F3E8F93-34C7-4CC3-A033-933374700188}">
      <dgm:prSet phldrT="[Text]" custT="1"/>
      <dgm:spPr/>
      <dgm:t>
        <a:bodyPr/>
        <a:lstStyle/>
        <a:p>
          <a:r>
            <a:rPr lang="en-US" sz="1600" b="1" dirty="0"/>
            <a:t>Stages / levels of Software Testing </a:t>
          </a:r>
        </a:p>
      </dgm:t>
    </dgm:pt>
    <dgm:pt modelId="{61365931-13B6-45D8-8BD3-076A8437CAB1}" type="parTrans" cxnId="{125F7A49-5E61-41EA-8571-1EECB731EF14}">
      <dgm:prSet/>
      <dgm:spPr/>
      <dgm:t>
        <a:bodyPr/>
        <a:lstStyle/>
        <a:p>
          <a:endParaRPr lang="en-US" sz="1400"/>
        </a:p>
      </dgm:t>
    </dgm:pt>
    <dgm:pt modelId="{FA437FCF-F89D-4C49-BB4A-0008919024F8}" type="sibTrans" cxnId="{125F7A49-5E61-41EA-8571-1EECB731EF14}">
      <dgm:prSet/>
      <dgm:spPr/>
      <dgm:t>
        <a:bodyPr/>
        <a:lstStyle/>
        <a:p>
          <a:endParaRPr lang="en-US" sz="1400"/>
        </a:p>
      </dgm:t>
    </dgm:pt>
    <dgm:pt modelId="{FD3AA3EA-DE49-445A-8910-F3453A42E68C}">
      <dgm:prSet phldrT="[Text]" custT="1"/>
      <dgm:spPr/>
      <dgm:t>
        <a:bodyPr/>
        <a:lstStyle/>
        <a:p>
          <a:r>
            <a:rPr lang="en-US" sz="1400" dirty="0"/>
            <a:t>1. Component</a:t>
          </a:r>
        </a:p>
      </dgm:t>
    </dgm:pt>
    <dgm:pt modelId="{36941C24-8A53-4DD5-B792-1A78B5B1021E}" type="parTrans" cxnId="{47CAF057-1B36-4819-B6DD-33AF69FB8EC9}">
      <dgm:prSet/>
      <dgm:spPr/>
      <dgm:t>
        <a:bodyPr/>
        <a:lstStyle/>
        <a:p>
          <a:endParaRPr lang="en-US" sz="1400"/>
        </a:p>
      </dgm:t>
    </dgm:pt>
    <dgm:pt modelId="{7A389822-1953-49CD-BE7B-F5C369ABC0F3}" type="sibTrans" cxnId="{47CAF057-1B36-4819-B6DD-33AF69FB8EC9}">
      <dgm:prSet/>
      <dgm:spPr/>
      <dgm:t>
        <a:bodyPr/>
        <a:lstStyle/>
        <a:p>
          <a:endParaRPr lang="en-US" sz="1400"/>
        </a:p>
      </dgm:t>
    </dgm:pt>
    <dgm:pt modelId="{831EC54B-3877-40B6-9D7B-CF7B9FF76B48}">
      <dgm:prSet phldrT="[Text]" custT="1"/>
      <dgm:spPr/>
      <dgm:t>
        <a:bodyPr/>
        <a:lstStyle/>
        <a:p>
          <a:r>
            <a:rPr lang="en-US" sz="1400" dirty="0"/>
            <a:t>2. Integration</a:t>
          </a:r>
        </a:p>
      </dgm:t>
    </dgm:pt>
    <dgm:pt modelId="{AAF79145-7FC0-41A5-8F6A-DF12606FC9A4}" type="parTrans" cxnId="{EBE66F5E-F8D2-46A8-A9DF-2C8AECD394B4}">
      <dgm:prSet/>
      <dgm:spPr/>
      <dgm:t>
        <a:bodyPr/>
        <a:lstStyle/>
        <a:p>
          <a:endParaRPr lang="en-US" sz="1400"/>
        </a:p>
      </dgm:t>
    </dgm:pt>
    <dgm:pt modelId="{BF62FF1C-9EC1-4A1B-A794-64054440B278}" type="sibTrans" cxnId="{EBE66F5E-F8D2-46A8-A9DF-2C8AECD394B4}">
      <dgm:prSet/>
      <dgm:spPr/>
      <dgm:t>
        <a:bodyPr/>
        <a:lstStyle/>
        <a:p>
          <a:endParaRPr lang="en-US" sz="1400"/>
        </a:p>
      </dgm:t>
    </dgm:pt>
    <dgm:pt modelId="{E5607074-EEE3-402F-BC70-C1A534BD6029}">
      <dgm:prSet phldrT="[Text]" custT="1"/>
      <dgm:spPr/>
      <dgm:t>
        <a:bodyPr/>
        <a:lstStyle/>
        <a:p>
          <a:r>
            <a:rPr lang="en-US" sz="1400" dirty="0"/>
            <a:t>a) Alpha</a:t>
          </a:r>
        </a:p>
      </dgm:t>
    </dgm:pt>
    <dgm:pt modelId="{AE20B6A7-2017-425E-97BD-17575DC84FE8}" type="parTrans" cxnId="{132F3AA2-078C-4E57-85B6-2A0971608AB2}">
      <dgm:prSet/>
      <dgm:spPr/>
      <dgm:t>
        <a:bodyPr/>
        <a:lstStyle/>
        <a:p>
          <a:endParaRPr lang="en-US" sz="1400"/>
        </a:p>
      </dgm:t>
    </dgm:pt>
    <dgm:pt modelId="{5D09BEF4-F8F7-43AD-B2F5-FB7F609BAE49}" type="sibTrans" cxnId="{132F3AA2-078C-4E57-85B6-2A0971608AB2}">
      <dgm:prSet/>
      <dgm:spPr/>
      <dgm:t>
        <a:bodyPr/>
        <a:lstStyle/>
        <a:p>
          <a:endParaRPr lang="en-US" sz="1400"/>
        </a:p>
      </dgm:t>
    </dgm:pt>
    <dgm:pt modelId="{637ABECC-A3CA-4EB9-B844-655016402A73}">
      <dgm:prSet phldrT="[Text]" custT="1"/>
      <dgm:spPr/>
      <dgm:t>
        <a:bodyPr/>
        <a:lstStyle/>
        <a:p>
          <a:r>
            <a:rPr lang="en-US" sz="1400" dirty="0"/>
            <a:t>Object/Class</a:t>
          </a:r>
        </a:p>
      </dgm:t>
    </dgm:pt>
    <dgm:pt modelId="{D84A802C-7DC0-477B-AD62-8918F66C1163}" type="parTrans" cxnId="{B599D9F1-2FBA-4353-BD0B-AA2ADF4BCE70}">
      <dgm:prSet/>
      <dgm:spPr/>
      <dgm:t>
        <a:bodyPr/>
        <a:lstStyle/>
        <a:p>
          <a:endParaRPr lang="en-US" sz="1400"/>
        </a:p>
      </dgm:t>
    </dgm:pt>
    <dgm:pt modelId="{7C765446-240E-4869-B358-64C3FAC637FE}" type="sibTrans" cxnId="{B599D9F1-2FBA-4353-BD0B-AA2ADF4BCE70}">
      <dgm:prSet/>
      <dgm:spPr/>
      <dgm:t>
        <a:bodyPr/>
        <a:lstStyle/>
        <a:p>
          <a:endParaRPr lang="en-US" sz="1400"/>
        </a:p>
      </dgm:t>
    </dgm:pt>
    <dgm:pt modelId="{B1F62CDD-F1A0-4DA0-8782-D642A7E311FE}">
      <dgm:prSet phldrT="[Text]" custT="1"/>
      <dgm:spPr/>
      <dgm:t>
        <a:bodyPr/>
        <a:lstStyle/>
        <a:p>
          <a:r>
            <a:rPr lang="en-US" sz="1400" dirty="0"/>
            <a:t>Interface</a:t>
          </a:r>
        </a:p>
      </dgm:t>
    </dgm:pt>
    <dgm:pt modelId="{EC55709E-936C-48B4-A533-143F8A26A63C}" type="parTrans" cxnId="{5113F960-E739-4F89-B33A-3D6C62236B40}">
      <dgm:prSet/>
      <dgm:spPr/>
      <dgm:t>
        <a:bodyPr/>
        <a:lstStyle/>
        <a:p>
          <a:endParaRPr lang="en-US" sz="1400"/>
        </a:p>
      </dgm:t>
    </dgm:pt>
    <dgm:pt modelId="{9AF8ECDC-41BB-48A0-99F7-90A4F49B9D1F}" type="sibTrans" cxnId="{5113F960-E739-4F89-B33A-3D6C62236B40}">
      <dgm:prSet/>
      <dgm:spPr/>
      <dgm:t>
        <a:bodyPr/>
        <a:lstStyle/>
        <a:p>
          <a:endParaRPr lang="en-US" sz="1400"/>
        </a:p>
      </dgm:t>
    </dgm:pt>
    <dgm:pt modelId="{8A36933F-774C-4525-B31F-0A8BE7820AA1}">
      <dgm:prSet phldrT="[Text]" custT="1"/>
      <dgm:spPr/>
      <dgm:t>
        <a:bodyPr/>
        <a:lstStyle/>
        <a:p>
          <a:r>
            <a:rPr lang="en-US" sz="1400"/>
            <a:t>4. </a:t>
          </a:r>
          <a:r>
            <a:rPr lang="en-US" sz="1400" dirty="0"/>
            <a:t>Acceptance</a:t>
          </a:r>
        </a:p>
      </dgm:t>
    </dgm:pt>
    <dgm:pt modelId="{2D241D43-19F9-4C69-B6D3-D61FD0DBC4F7}" type="parTrans" cxnId="{90C3DA01-8D85-4EC5-B7EF-C892685614A7}">
      <dgm:prSet/>
      <dgm:spPr/>
      <dgm:t>
        <a:bodyPr/>
        <a:lstStyle/>
        <a:p>
          <a:endParaRPr lang="en-US" sz="1400"/>
        </a:p>
      </dgm:t>
    </dgm:pt>
    <dgm:pt modelId="{2D838C83-F9E7-4090-8AC4-AA227D23B691}" type="sibTrans" cxnId="{90C3DA01-8D85-4EC5-B7EF-C892685614A7}">
      <dgm:prSet/>
      <dgm:spPr/>
      <dgm:t>
        <a:bodyPr/>
        <a:lstStyle/>
        <a:p>
          <a:endParaRPr lang="en-US" sz="1400"/>
        </a:p>
      </dgm:t>
    </dgm:pt>
    <dgm:pt modelId="{DA969D17-97D0-440B-A86F-F56FD4E6498D}">
      <dgm:prSet phldrT="[Text]" custT="1"/>
      <dgm:spPr/>
      <dgm:t>
        <a:bodyPr/>
        <a:lstStyle/>
        <a:p>
          <a:r>
            <a:rPr lang="en-US" sz="1400" dirty="0"/>
            <a:t>b) Beta</a:t>
          </a:r>
        </a:p>
      </dgm:t>
    </dgm:pt>
    <dgm:pt modelId="{C7D20519-FBCE-4F1C-9937-1198FBC403A7}" type="parTrans" cxnId="{19BEF12B-A988-483E-B412-D6D898AB9A46}">
      <dgm:prSet/>
      <dgm:spPr/>
      <dgm:t>
        <a:bodyPr/>
        <a:lstStyle/>
        <a:p>
          <a:endParaRPr lang="en-US" sz="1400"/>
        </a:p>
      </dgm:t>
    </dgm:pt>
    <dgm:pt modelId="{623550A0-08B6-4851-8D58-74A689E7B136}" type="sibTrans" cxnId="{19BEF12B-A988-483E-B412-D6D898AB9A46}">
      <dgm:prSet/>
      <dgm:spPr/>
      <dgm:t>
        <a:bodyPr/>
        <a:lstStyle/>
        <a:p>
          <a:endParaRPr lang="en-US" sz="1400"/>
        </a:p>
      </dgm:t>
    </dgm:pt>
    <dgm:pt modelId="{E5417E3F-838F-4668-A8B7-6506E1EDC7D2}">
      <dgm:prSet phldrT="[Text]" custT="1"/>
      <dgm:spPr/>
      <dgm:t>
        <a:bodyPr/>
        <a:lstStyle/>
        <a:p>
          <a:r>
            <a:rPr lang="en-US" sz="1400" dirty="0"/>
            <a:t>c) UAT</a:t>
          </a:r>
        </a:p>
      </dgm:t>
    </dgm:pt>
    <dgm:pt modelId="{318A5B9D-AE84-48A9-9C57-9FF7B05414DC}" type="parTrans" cxnId="{35B5BD51-F0F1-4501-BE62-93D67207691C}">
      <dgm:prSet/>
      <dgm:spPr/>
      <dgm:t>
        <a:bodyPr/>
        <a:lstStyle/>
        <a:p>
          <a:endParaRPr lang="en-US" sz="1400"/>
        </a:p>
      </dgm:t>
    </dgm:pt>
    <dgm:pt modelId="{67FF5546-C49A-40BC-86A1-974A56EFC3A2}" type="sibTrans" cxnId="{35B5BD51-F0F1-4501-BE62-93D67207691C}">
      <dgm:prSet/>
      <dgm:spPr/>
      <dgm:t>
        <a:bodyPr/>
        <a:lstStyle/>
        <a:p>
          <a:endParaRPr lang="en-US" sz="1400"/>
        </a:p>
      </dgm:t>
    </dgm:pt>
    <dgm:pt modelId="{5DB9E89B-460A-42F6-A3A7-336522AD2095}">
      <dgm:prSet phldrT="[Text]" custT="1"/>
      <dgm:spPr/>
      <dgm:t>
        <a:bodyPr/>
        <a:lstStyle/>
        <a:p>
          <a:r>
            <a:rPr lang="en-US" sz="1200" dirty="0"/>
            <a:t>Parameter</a:t>
          </a:r>
        </a:p>
      </dgm:t>
    </dgm:pt>
    <dgm:pt modelId="{496FD8E8-E3C6-437F-A2E5-31B8BD436979}" type="parTrans" cxnId="{AC49EEBC-2E19-4CB6-91F7-E442185663F9}">
      <dgm:prSet/>
      <dgm:spPr/>
      <dgm:t>
        <a:bodyPr/>
        <a:lstStyle/>
        <a:p>
          <a:endParaRPr lang="en-US" sz="1400"/>
        </a:p>
      </dgm:t>
    </dgm:pt>
    <dgm:pt modelId="{FBDF4D61-794F-46FF-8C97-540C4ADDBBB9}" type="sibTrans" cxnId="{AC49EEBC-2E19-4CB6-91F7-E442185663F9}">
      <dgm:prSet/>
      <dgm:spPr/>
      <dgm:t>
        <a:bodyPr/>
        <a:lstStyle/>
        <a:p>
          <a:endParaRPr lang="en-US" sz="1400"/>
        </a:p>
      </dgm:t>
    </dgm:pt>
    <dgm:pt modelId="{F00F2390-423F-48F7-950C-4F1D5486698B}">
      <dgm:prSet phldrT="[Text]" custT="1"/>
      <dgm:spPr/>
      <dgm:t>
        <a:bodyPr/>
        <a:lstStyle/>
        <a:p>
          <a:r>
            <a:rPr lang="en-US" sz="1200" dirty="0"/>
            <a:t>Procedural</a:t>
          </a:r>
        </a:p>
      </dgm:t>
    </dgm:pt>
    <dgm:pt modelId="{B0C6064A-80F9-4D52-BF99-A9EEAF74F81A}" type="parTrans" cxnId="{A878E629-FE80-4B10-AD48-A1E045D3EB8C}">
      <dgm:prSet/>
      <dgm:spPr/>
      <dgm:t>
        <a:bodyPr/>
        <a:lstStyle/>
        <a:p>
          <a:endParaRPr lang="en-US" sz="1400"/>
        </a:p>
      </dgm:t>
    </dgm:pt>
    <dgm:pt modelId="{2162EE2A-2607-4E2D-B5D0-823659F9A190}" type="sibTrans" cxnId="{A878E629-FE80-4B10-AD48-A1E045D3EB8C}">
      <dgm:prSet/>
      <dgm:spPr/>
      <dgm:t>
        <a:bodyPr/>
        <a:lstStyle/>
        <a:p>
          <a:endParaRPr lang="en-US" sz="1400"/>
        </a:p>
      </dgm:t>
    </dgm:pt>
    <dgm:pt modelId="{77DE82C2-BA4A-4623-A3BC-C23CB98D3056}">
      <dgm:prSet phldrT="[Text]" custT="1"/>
      <dgm:spPr/>
      <dgm:t>
        <a:bodyPr/>
        <a:lstStyle/>
        <a:p>
          <a:r>
            <a:rPr lang="en-US" sz="1200" dirty="0"/>
            <a:t>Message Passing</a:t>
          </a:r>
        </a:p>
      </dgm:t>
    </dgm:pt>
    <dgm:pt modelId="{57693BDF-0026-468A-9320-C4EE4F3EEA91}" type="parTrans" cxnId="{DCD23E44-00FA-40DA-BF78-EDC07F29A914}">
      <dgm:prSet/>
      <dgm:spPr/>
      <dgm:t>
        <a:bodyPr/>
        <a:lstStyle/>
        <a:p>
          <a:endParaRPr lang="en-US" sz="1400"/>
        </a:p>
      </dgm:t>
    </dgm:pt>
    <dgm:pt modelId="{AD34205B-8D8B-41A3-BA0A-6D414378C8F2}" type="sibTrans" cxnId="{DCD23E44-00FA-40DA-BF78-EDC07F29A914}">
      <dgm:prSet/>
      <dgm:spPr/>
      <dgm:t>
        <a:bodyPr/>
        <a:lstStyle/>
        <a:p>
          <a:endParaRPr lang="en-US" sz="1400"/>
        </a:p>
      </dgm:t>
    </dgm:pt>
    <dgm:pt modelId="{3F99F189-2F3D-49D8-90FC-7CF18D7A5489}">
      <dgm:prSet phldrT="[Text]" custT="1"/>
      <dgm:spPr/>
      <dgm:t>
        <a:bodyPr/>
        <a:lstStyle/>
        <a:p>
          <a:r>
            <a:rPr lang="en-US" sz="1400" dirty="0"/>
            <a:t>Top-down</a:t>
          </a:r>
        </a:p>
      </dgm:t>
    </dgm:pt>
    <dgm:pt modelId="{688D2116-972D-44E7-A83B-CE746AD89B12}" type="parTrans" cxnId="{2E0C0981-BC13-4919-BBB2-639B21E03404}">
      <dgm:prSet/>
      <dgm:spPr/>
      <dgm:t>
        <a:bodyPr/>
        <a:lstStyle/>
        <a:p>
          <a:endParaRPr lang="en-US" sz="1400"/>
        </a:p>
      </dgm:t>
    </dgm:pt>
    <dgm:pt modelId="{4BA2A6E6-C467-49FA-BFCE-C30E2AA2D1D2}" type="sibTrans" cxnId="{2E0C0981-BC13-4919-BBB2-639B21E03404}">
      <dgm:prSet/>
      <dgm:spPr/>
      <dgm:t>
        <a:bodyPr/>
        <a:lstStyle/>
        <a:p>
          <a:endParaRPr lang="en-US" sz="1400"/>
        </a:p>
      </dgm:t>
    </dgm:pt>
    <dgm:pt modelId="{DDE27CAD-3B07-40DF-8C8B-C422EABBB36E}">
      <dgm:prSet phldrT="[Text]" custT="1"/>
      <dgm:spPr/>
      <dgm:t>
        <a:bodyPr/>
        <a:lstStyle/>
        <a:p>
          <a:r>
            <a:rPr lang="en-US" sz="1400" dirty="0"/>
            <a:t>Bottom-up</a:t>
          </a:r>
        </a:p>
      </dgm:t>
    </dgm:pt>
    <dgm:pt modelId="{8B9E42EF-D9ED-4245-B602-A84534AFEB40}" type="parTrans" cxnId="{67622D89-36D4-486E-98EF-CC26DF9527CE}">
      <dgm:prSet/>
      <dgm:spPr/>
      <dgm:t>
        <a:bodyPr/>
        <a:lstStyle/>
        <a:p>
          <a:endParaRPr lang="en-US" sz="1400"/>
        </a:p>
      </dgm:t>
    </dgm:pt>
    <dgm:pt modelId="{CCD2935F-1D8D-4D8B-97E0-BAF0DB547DE7}" type="sibTrans" cxnId="{67622D89-36D4-486E-98EF-CC26DF9527CE}">
      <dgm:prSet/>
      <dgm:spPr/>
      <dgm:t>
        <a:bodyPr/>
        <a:lstStyle/>
        <a:p>
          <a:endParaRPr lang="en-US" sz="1400"/>
        </a:p>
      </dgm:t>
    </dgm:pt>
    <dgm:pt modelId="{AC8D30A5-B598-B64B-85EF-7095E2488B21}">
      <dgm:prSet custT="1"/>
      <dgm:spPr/>
      <dgm:t>
        <a:bodyPr/>
        <a:lstStyle/>
        <a:p>
          <a:r>
            <a:rPr lang="en-US" sz="1400"/>
            <a:t>NF: Stress</a:t>
          </a:r>
          <a:endParaRPr lang="en-US" sz="1400" dirty="0"/>
        </a:p>
      </dgm:t>
    </dgm:pt>
    <dgm:pt modelId="{8CC6B28D-DAE3-F84E-8251-180257AC01C6}" type="parTrans" cxnId="{60FA3908-7C7A-504B-812A-EC2308FB9CA0}">
      <dgm:prSet/>
      <dgm:spPr/>
      <dgm:t>
        <a:bodyPr/>
        <a:lstStyle/>
        <a:p>
          <a:endParaRPr lang="en-US"/>
        </a:p>
      </dgm:t>
    </dgm:pt>
    <dgm:pt modelId="{8D476BAB-7C69-9344-9667-0A1A192224CE}" type="sibTrans" cxnId="{60FA3908-7C7A-504B-812A-EC2308FB9CA0}">
      <dgm:prSet/>
      <dgm:spPr/>
      <dgm:t>
        <a:bodyPr/>
        <a:lstStyle/>
        <a:p>
          <a:endParaRPr lang="en-US"/>
        </a:p>
      </dgm:t>
    </dgm:pt>
    <dgm:pt modelId="{1D8B17F4-FCBB-5B43-90AD-2C4C7D9DD457}">
      <dgm:prSet custT="1"/>
      <dgm:spPr/>
      <dgm:t>
        <a:bodyPr/>
        <a:lstStyle/>
        <a:p>
          <a:r>
            <a:rPr lang="en-US" sz="1400" dirty="0"/>
            <a:t>NF: Performance</a:t>
          </a:r>
        </a:p>
      </dgm:t>
    </dgm:pt>
    <dgm:pt modelId="{1687E9FF-6E7E-1D46-89C6-62920DF0D740}" type="parTrans" cxnId="{C8CD8594-2208-BE48-A826-4DC44096861C}">
      <dgm:prSet/>
      <dgm:spPr/>
      <dgm:t>
        <a:bodyPr/>
        <a:lstStyle/>
        <a:p>
          <a:endParaRPr lang="en-US"/>
        </a:p>
      </dgm:t>
    </dgm:pt>
    <dgm:pt modelId="{1EBB8296-19FB-EA41-8D93-64E56B79ED46}" type="sibTrans" cxnId="{C8CD8594-2208-BE48-A826-4DC44096861C}">
      <dgm:prSet/>
      <dgm:spPr/>
      <dgm:t>
        <a:bodyPr/>
        <a:lstStyle/>
        <a:p>
          <a:endParaRPr lang="en-US"/>
        </a:p>
      </dgm:t>
    </dgm:pt>
    <dgm:pt modelId="{27792511-E6D0-EC4F-A8FD-71B99E96798C}">
      <dgm:prSet custT="1"/>
      <dgm:spPr/>
      <dgm:t>
        <a:bodyPr/>
        <a:lstStyle/>
        <a:p>
          <a:r>
            <a:rPr lang="en-US" sz="1400" dirty="0"/>
            <a:t>NF: Usability</a:t>
          </a:r>
        </a:p>
      </dgm:t>
    </dgm:pt>
    <dgm:pt modelId="{2CEC264A-EF1F-104E-8355-97BAF480AD4C}" type="parTrans" cxnId="{A1705995-7ED4-BE46-8C03-40264E5FF3EB}">
      <dgm:prSet/>
      <dgm:spPr/>
      <dgm:t>
        <a:bodyPr/>
        <a:lstStyle/>
        <a:p>
          <a:endParaRPr lang="en-US"/>
        </a:p>
      </dgm:t>
    </dgm:pt>
    <dgm:pt modelId="{1D4DBB7E-301A-BC43-8DD4-A48724D0C96E}" type="sibTrans" cxnId="{A1705995-7ED4-BE46-8C03-40264E5FF3EB}">
      <dgm:prSet/>
      <dgm:spPr/>
      <dgm:t>
        <a:bodyPr/>
        <a:lstStyle/>
        <a:p>
          <a:endParaRPr lang="en-US"/>
        </a:p>
      </dgm:t>
    </dgm:pt>
    <dgm:pt modelId="{406C899F-FAAC-4A6A-A181-B4475C3FDFE1}">
      <dgm:prSet phldrT="[Text]" custT="1"/>
      <dgm:spPr/>
      <dgm:t>
        <a:bodyPr/>
        <a:lstStyle/>
        <a:p>
          <a:r>
            <a:rPr lang="en-US" sz="1400" dirty="0"/>
            <a:t>3. System</a:t>
          </a:r>
        </a:p>
      </dgm:t>
    </dgm:pt>
    <dgm:pt modelId="{DDCEBECD-1740-436B-B22A-F49D39B86898}" type="sibTrans" cxnId="{FAAC0D3C-19F7-4541-90CB-0C8B4771E79B}">
      <dgm:prSet/>
      <dgm:spPr/>
      <dgm:t>
        <a:bodyPr/>
        <a:lstStyle/>
        <a:p>
          <a:endParaRPr lang="en-US" sz="1400"/>
        </a:p>
      </dgm:t>
    </dgm:pt>
    <dgm:pt modelId="{EE77BF72-C109-4935-938C-082D9178610C}" type="parTrans" cxnId="{FAAC0D3C-19F7-4541-90CB-0C8B4771E79B}">
      <dgm:prSet/>
      <dgm:spPr/>
      <dgm:t>
        <a:bodyPr/>
        <a:lstStyle/>
        <a:p>
          <a:endParaRPr lang="en-US" sz="1400"/>
        </a:p>
      </dgm:t>
    </dgm:pt>
    <dgm:pt modelId="{B97A2C22-DFFA-164E-A295-9FEA53889D8A}">
      <dgm:prSet custT="1"/>
      <dgm:spPr/>
      <dgm:t>
        <a:bodyPr/>
        <a:lstStyle/>
        <a:p>
          <a:r>
            <a:rPr lang="en-US" sz="1400" dirty="0"/>
            <a:t>Functional</a:t>
          </a:r>
        </a:p>
      </dgm:t>
    </dgm:pt>
    <dgm:pt modelId="{1130EB40-3772-8D4F-B3AC-C906F28E3023}" type="parTrans" cxnId="{53AD279B-B6DC-B045-BCE5-3D4DF923FFA5}">
      <dgm:prSet/>
      <dgm:spPr/>
      <dgm:t>
        <a:bodyPr/>
        <a:lstStyle/>
        <a:p>
          <a:endParaRPr lang="en-US"/>
        </a:p>
      </dgm:t>
    </dgm:pt>
    <dgm:pt modelId="{2B2F1C3C-0EED-D446-9F19-EF5DCF3625B4}" type="sibTrans" cxnId="{53AD279B-B6DC-B045-BCE5-3D4DF923FFA5}">
      <dgm:prSet/>
      <dgm:spPr/>
      <dgm:t>
        <a:bodyPr/>
        <a:lstStyle/>
        <a:p>
          <a:endParaRPr lang="en-US"/>
        </a:p>
      </dgm:t>
    </dgm:pt>
    <dgm:pt modelId="{2CB3317D-D784-D74A-B6B1-2B19B22E75CB}" type="pres">
      <dgm:prSet presAssocID="{88B308C0-526A-432E-BC92-74A594AE2D6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DB9DA38-930C-334B-9FF7-443BFB50FEB2}" type="pres">
      <dgm:prSet presAssocID="{2F3E8F93-34C7-4CC3-A033-933374700188}" presName="hierRoot1" presStyleCnt="0">
        <dgm:presLayoutVars>
          <dgm:hierBranch val="init"/>
        </dgm:presLayoutVars>
      </dgm:prSet>
      <dgm:spPr/>
    </dgm:pt>
    <dgm:pt modelId="{F48C24CC-1272-8B4E-A785-9749ED67C2A0}" type="pres">
      <dgm:prSet presAssocID="{2F3E8F93-34C7-4CC3-A033-933374700188}" presName="rootComposite1" presStyleCnt="0"/>
      <dgm:spPr/>
    </dgm:pt>
    <dgm:pt modelId="{5B197F08-51E1-8A46-ABD5-21EDBC710ECD}" type="pres">
      <dgm:prSet presAssocID="{2F3E8F93-34C7-4CC3-A033-933374700188}" presName="rootText1" presStyleLbl="node0" presStyleIdx="0" presStyleCnt="1" custScaleX="167465">
        <dgm:presLayoutVars>
          <dgm:chPref val="3"/>
        </dgm:presLayoutVars>
      </dgm:prSet>
      <dgm:spPr/>
    </dgm:pt>
    <dgm:pt modelId="{6F15CB03-3380-5B4B-BCFC-7F34E44FD34C}" type="pres">
      <dgm:prSet presAssocID="{2F3E8F93-34C7-4CC3-A033-933374700188}" presName="rootConnector1" presStyleLbl="node1" presStyleIdx="0" presStyleCnt="0"/>
      <dgm:spPr/>
    </dgm:pt>
    <dgm:pt modelId="{E6727F23-DBDF-1844-993B-E6E1A452C7DC}" type="pres">
      <dgm:prSet presAssocID="{2F3E8F93-34C7-4CC3-A033-933374700188}" presName="hierChild2" presStyleCnt="0"/>
      <dgm:spPr/>
    </dgm:pt>
    <dgm:pt modelId="{CE5C2949-1A81-224F-8065-C4722452D2C5}" type="pres">
      <dgm:prSet presAssocID="{36941C24-8A53-4DD5-B792-1A78B5B1021E}" presName="Name37" presStyleLbl="parChTrans1D2" presStyleIdx="0" presStyleCnt="4"/>
      <dgm:spPr/>
    </dgm:pt>
    <dgm:pt modelId="{5914C6AA-C504-814E-AF87-482AF1616184}" type="pres">
      <dgm:prSet presAssocID="{FD3AA3EA-DE49-445A-8910-F3453A42E68C}" presName="hierRoot2" presStyleCnt="0">
        <dgm:presLayoutVars>
          <dgm:hierBranch val="init"/>
        </dgm:presLayoutVars>
      </dgm:prSet>
      <dgm:spPr/>
    </dgm:pt>
    <dgm:pt modelId="{3E0F4609-4D19-3746-A542-F35A1B3B8E8F}" type="pres">
      <dgm:prSet presAssocID="{FD3AA3EA-DE49-445A-8910-F3453A42E68C}" presName="rootComposite" presStyleCnt="0"/>
      <dgm:spPr/>
    </dgm:pt>
    <dgm:pt modelId="{B3280AC8-1A60-A446-AD00-909668609DA1}" type="pres">
      <dgm:prSet presAssocID="{FD3AA3EA-DE49-445A-8910-F3453A42E68C}" presName="rootText" presStyleLbl="node2" presStyleIdx="0" presStyleCnt="4">
        <dgm:presLayoutVars>
          <dgm:chPref val="3"/>
        </dgm:presLayoutVars>
      </dgm:prSet>
      <dgm:spPr/>
    </dgm:pt>
    <dgm:pt modelId="{D943F96B-9B06-B040-9A9F-3D683E5EDEB5}" type="pres">
      <dgm:prSet presAssocID="{FD3AA3EA-DE49-445A-8910-F3453A42E68C}" presName="rootConnector" presStyleLbl="node2" presStyleIdx="0" presStyleCnt="4"/>
      <dgm:spPr/>
    </dgm:pt>
    <dgm:pt modelId="{B2473287-3939-4742-8FE0-5C3757E42ECA}" type="pres">
      <dgm:prSet presAssocID="{FD3AA3EA-DE49-445A-8910-F3453A42E68C}" presName="hierChild4" presStyleCnt="0"/>
      <dgm:spPr/>
    </dgm:pt>
    <dgm:pt modelId="{498E9300-C78B-864C-BF1F-F5D2FDB5A2FA}" type="pres">
      <dgm:prSet presAssocID="{D84A802C-7DC0-477B-AD62-8918F66C1163}" presName="Name37" presStyleLbl="parChTrans1D3" presStyleIdx="0" presStyleCnt="11"/>
      <dgm:spPr/>
    </dgm:pt>
    <dgm:pt modelId="{91CDD307-651A-9242-887D-024B485A8854}" type="pres">
      <dgm:prSet presAssocID="{637ABECC-A3CA-4EB9-B844-655016402A73}" presName="hierRoot2" presStyleCnt="0">
        <dgm:presLayoutVars>
          <dgm:hierBranch val="init"/>
        </dgm:presLayoutVars>
      </dgm:prSet>
      <dgm:spPr/>
    </dgm:pt>
    <dgm:pt modelId="{6A6DAA34-CBB8-854F-B551-3EC4F97B6CBA}" type="pres">
      <dgm:prSet presAssocID="{637ABECC-A3CA-4EB9-B844-655016402A73}" presName="rootComposite" presStyleCnt="0"/>
      <dgm:spPr/>
    </dgm:pt>
    <dgm:pt modelId="{23C6863D-94AA-3449-9B61-48EAF1F33555}" type="pres">
      <dgm:prSet presAssocID="{637ABECC-A3CA-4EB9-B844-655016402A73}" presName="rootText" presStyleLbl="node3" presStyleIdx="0" presStyleCnt="11">
        <dgm:presLayoutVars>
          <dgm:chPref val="3"/>
        </dgm:presLayoutVars>
      </dgm:prSet>
      <dgm:spPr/>
    </dgm:pt>
    <dgm:pt modelId="{915E05EB-F584-A74A-BA04-C78B0DEB5599}" type="pres">
      <dgm:prSet presAssocID="{637ABECC-A3CA-4EB9-B844-655016402A73}" presName="rootConnector" presStyleLbl="node3" presStyleIdx="0" presStyleCnt="11"/>
      <dgm:spPr/>
    </dgm:pt>
    <dgm:pt modelId="{06EA8660-B3A1-6E41-B3EC-61A1618E8268}" type="pres">
      <dgm:prSet presAssocID="{637ABECC-A3CA-4EB9-B844-655016402A73}" presName="hierChild4" presStyleCnt="0"/>
      <dgm:spPr/>
    </dgm:pt>
    <dgm:pt modelId="{411E60F8-C239-D444-AD2C-B6EAECC42BE1}" type="pres">
      <dgm:prSet presAssocID="{637ABECC-A3CA-4EB9-B844-655016402A73}" presName="hierChild5" presStyleCnt="0"/>
      <dgm:spPr/>
    </dgm:pt>
    <dgm:pt modelId="{FCAE25AE-708B-7A4D-A50D-F7681280D092}" type="pres">
      <dgm:prSet presAssocID="{EC55709E-936C-48B4-A533-143F8A26A63C}" presName="Name37" presStyleLbl="parChTrans1D3" presStyleIdx="1" presStyleCnt="11"/>
      <dgm:spPr/>
    </dgm:pt>
    <dgm:pt modelId="{AF045AE2-24E2-0145-83CC-2266E42426F3}" type="pres">
      <dgm:prSet presAssocID="{B1F62CDD-F1A0-4DA0-8782-D642A7E311FE}" presName="hierRoot2" presStyleCnt="0">
        <dgm:presLayoutVars>
          <dgm:hierBranch val="init"/>
        </dgm:presLayoutVars>
      </dgm:prSet>
      <dgm:spPr/>
    </dgm:pt>
    <dgm:pt modelId="{6AAAA009-B904-D649-A22E-7F010F7771E0}" type="pres">
      <dgm:prSet presAssocID="{B1F62CDD-F1A0-4DA0-8782-D642A7E311FE}" presName="rootComposite" presStyleCnt="0"/>
      <dgm:spPr/>
    </dgm:pt>
    <dgm:pt modelId="{32EA64F8-A30A-2D47-8816-FE7619DE672E}" type="pres">
      <dgm:prSet presAssocID="{B1F62CDD-F1A0-4DA0-8782-D642A7E311FE}" presName="rootText" presStyleLbl="node3" presStyleIdx="1" presStyleCnt="11">
        <dgm:presLayoutVars>
          <dgm:chPref val="3"/>
        </dgm:presLayoutVars>
      </dgm:prSet>
      <dgm:spPr/>
    </dgm:pt>
    <dgm:pt modelId="{95EA068A-F8BA-2F44-8F74-C82EEF7F0074}" type="pres">
      <dgm:prSet presAssocID="{B1F62CDD-F1A0-4DA0-8782-D642A7E311FE}" presName="rootConnector" presStyleLbl="node3" presStyleIdx="1" presStyleCnt="11"/>
      <dgm:spPr/>
    </dgm:pt>
    <dgm:pt modelId="{6CDDEF8F-DF4D-CF4A-A0D0-9B0DA1A42C39}" type="pres">
      <dgm:prSet presAssocID="{B1F62CDD-F1A0-4DA0-8782-D642A7E311FE}" presName="hierChild4" presStyleCnt="0"/>
      <dgm:spPr/>
    </dgm:pt>
    <dgm:pt modelId="{45FE0EDD-2F35-8047-99B1-D106BEE231E7}" type="pres">
      <dgm:prSet presAssocID="{496FD8E8-E3C6-437F-A2E5-31B8BD436979}" presName="Name37" presStyleLbl="parChTrans1D4" presStyleIdx="0" presStyleCnt="3"/>
      <dgm:spPr/>
    </dgm:pt>
    <dgm:pt modelId="{94A12CC3-05D1-B64C-B835-DD6ECC0DF36C}" type="pres">
      <dgm:prSet presAssocID="{5DB9E89B-460A-42F6-A3A7-336522AD2095}" presName="hierRoot2" presStyleCnt="0">
        <dgm:presLayoutVars>
          <dgm:hierBranch val="init"/>
        </dgm:presLayoutVars>
      </dgm:prSet>
      <dgm:spPr/>
    </dgm:pt>
    <dgm:pt modelId="{DA6A5025-4DEF-1049-9C7A-25355C62185D}" type="pres">
      <dgm:prSet presAssocID="{5DB9E89B-460A-42F6-A3A7-336522AD2095}" presName="rootComposite" presStyleCnt="0"/>
      <dgm:spPr/>
    </dgm:pt>
    <dgm:pt modelId="{F219D5C6-9420-BA49-819A-BC6DC09B964E}" type="pres">
      <dgm:prSet presAssocID="{5DB9E89B-460A-42F6-A3A7-336522AD2095}" presName="rootText" presStyleLbl="node4" presStyleIdx="0" presStyleCnt="3">
        <dgm:presLayoutVars>
          <dgm:chPref val="3"/>
        </dgm:presLayoutVars>
      </dgm:prSet>
      <dgm:spPr/>
    </dgm:pt>
    <dgm:pt modelId="{C448FA0C-9E66-274F-8F28-FB448E255800}" type="pres">
      <dgm:prSet presAssocID="{5DB9E89B-460A-42F6-A3A7-336522AD2095}" presName="rootConnector" presStyleLbl="node4" presStyleIdx="0" presStyleCnt="3"/>
      <dgm:spPr/>
    </dgm:pt>
    <dgm:pt modelId="{5DE66FF0-1C22-3D44-A853-426AE3D25DFA}" type="pres">
      <dgm:prSet presAssocID="{5DB9E89B-460A-42F6-A3A7-336522AD2095}" presName="hierChild4" presStyleCnt="0"/>
      <dgm:spPr/>
    </dgm:pt>
    <dgm:pt modelId="{30A17EC8-E939-6340-A692-290B94256038}" type="pres">
      <dgm:prSet presAssocID="{5DB9E89B-460A-42F6-A3A7-336522AD2095}" presName="hierChild5" presStyleCnt="0"/>
      <dgm:spPr/>
    </dgm:pt>
    <dgm:pt modelId="{E696F085-0D48-EC45-BAAB-B0845268AA42}" type="pres">
      <dgm:prSet presAssocID="{B0C6064A-80F9-4D52-BF99-A9EEAF74F81A}" presName="Name37" presStyleLbl="parChTrans1D4" presStyleIdx="1" presStyleCnt="3"/>
      <dgm:spPr/>
    </dgm:pt>
    <dgm:pt modelId="{14292722-F74D-464E-8F71-5A7AADD1D123}" type="pres">
      <dgm:prSet presAssocID="{F00F2390-423F-48F7-950C-4F1D5486698B}" presName="hierRoot2" presStyleCnt="0">
        <dgm:presLayoutVars>
          <dgm:hierBranch val="init"/>
        </dgm:presLayoutVars>
      </dgm:prSet>
      <dgm:spPr/>
    </dgm:pt>
    <dgm:pt modelId="{1F74249D-B382-514C-A7D0-D93CDE139C94}" type="pres">
      <dgm:prSet presAssocID="{F00F2390-423F-48F7-950C-4F1D5486698B}" presName="rootComposite" presStyleCnt="0"/>
      <dgm:spPr/>
    </dgm:pt>
    <dgm:pt modelId="{CCBD3EBC-B743-3A4C-BDD1-BC8427B758F4}" type="pres">
      <dgm:prSet presAssocID="{F00F2390-423F-48F7-950C-4F1D5486698B}" presName="rootText" presStyleLbl="node4" presStyleIdx="1" presStyleCnt="3">
        <dgm:presLayoutVars>
          <dgm:chPref val="3"/>
        </dgm:presLayoutVars>
      </dgm:prSet>
      <dgm:spPr/>
    </dgm:pt>
    <dgm:pt modelId="{BF183BA5-3BCD-8A4C-844A-93C516422725}" type="pres">
      <dgm:prSet presAssocID="{F00F2390-423F-48F7-950C-4F1D5486698B}" presName="rootConnector" presStyleLbl="node4" presStyleIdx="1" presStyleCnt="3"/>
      <dgm:spPr/>
    </dgm:pt>
    <dgm:pt modelId="{AB3ADA41-8925-9B48-8534-FF0C3557645E}" type="pres">
      <dgm:prSet presAssocID="{F00F2390-423F-48F7-950C-4F1D5486698B}" presName="hierChild4" presStyleCnt="0"/>
      <dgm:spPr/>
    </dgm:pt>
    <dgm:pt modelId="{63E35F54-EC38-3C41-AA74-0BE04B3BD6EC}" type="pres">
      <dgm:prSet presAssocID="{F00F2390-423F-48F7-950C-4F1D5486698B}" presName="hierChild5" presStyleCnt="0"/>
      <dgm:spPr/>
    </dgm:pt>
    <dgm:pt modelId="{DF4C5805-EE6E-404C-BEE2-27D6A6D93D7D}" type="pres">
      <dgm:prSet presAssocID="{57693BDF-0026-468A-9320-C4EE4F3EEA91}" presName="Name37" presStyleLbl="parChTrans1D4" presStyleIdx="2" presStyleCnt="3"/>
      <dgm:spPr/>
    </dgm:pt>
    <dgm:pt modelId="{C228ACDB-7CC3-3B44-A062-B49598561565}" type="pres">
      <dgm:prSet presAssocID="{77DE82C2-BA4A-4623-A3BC-C23CB98D3056}" presName="hierRoot2" presStyleCnt="0">
        <dgm:presLayoutVars>
          <dgm:hierBranch val="init"/>
        </dgm:presLayoutVars>
      </dgm:prSet>
      <dgm:spPr/>
    </dgm:pt>
    <dgm:pt modelId="{FFBBB2FD-68A3-3E43-BD91-9B42ADCD928E}" type="pres">
      <dgm:prSet presAssocID="{77DE82C2-BA4A-4623-A3BC-C23CB98D3056}" presName="rootComposite" presStyleCnt="0"/>
      <dgm:spPr/>
    </dgm:pt>
    <dgm:pt modelId="{480591C3-8094-4344-8F82-A3D547F896CF}" type="pres">
      <dgm:prSet presAssocID="{77DE82C2-BA4A-4623-A3BC-C23CB98D3056}" presName="rootText" presStyleLbl="node4" presStyleIdx="2" presStyleCnt="3">
        <dgm:presLayoutVars>
          <dgm:chPref val="3"/>
        </dgm:presLayoutVars>
      </dgm:prSet>
      <dgm:spPr/>
    </dgm:pt>
    <dgm:pt modelId="{CC6F07D1-A727-5C4D-B3E2-85318D1EC1C4}" type="pres">
      <dgm:prSet presAssocID="{77DE82C2-BA4A-4623-A3BC-C23CB98D3056}" presName="rootConnector" presStyleLbl="node4" presStyleIdx="2" presStyleCnt="3"/>
      <dgm:spPr/>
    </dgm:pt>
    <dgm:pt modelId="{3081AD68-7366-FB4B-8C68-5AF2F977F863}" type="pres">
      <dgm:prSet presAssocID="{77DE82C2-BA4A-4623-A3BC-C23CB98D3056}" presName="hierChild4" presStyleCnt="0"/>
      <dgm:spPr/>
    </dgm:pt>
    <dgm:pt modelId="{C157A862-B0F2-7A41-81DE-559BA069A335}" type="pres">
      <dgm:prSet presAssocID="{77DE82C2-BA4A-4623-A3BC-C23CB98D3056}" presName="hierChild5" presStyleCnt="0"/>
      <dgm:spPr/>
    </dgm:pt>
    <dgm:pt modelId="{621B612A-DA7C-E94F-987B-173122B15A0F}" type="pres">
      <dgm:prSet presAssocID="{B1F62CDD-F1A0-4DA0-8782-D642A7E311FE}" presName="hierChild5" presStyleCnt="0"/>
      <dgm:spPr/>
    </dgm:pt>
    <dgm:pt modelId="{0D06EFCD-E148-5B47-9BCF-7311C4DBE924}" type="pres">
      <dgm:prSet presAssocID="{FD3AA3EA-DE49-445A-8910-F3453A42E68C}" presName="hierChild5" presStyleCnt="0"/>
      <dgm:spPr/>
    </dgm:pt>
    <dgm:pt modelId="{1B3C49F2-83E1-3749-B40D-E831D425BA46}" type="pres">
      <dgm:prSet presAssocID="{AAF79145-7FC0-41A5-8F6A-DF12606FC9A4}" presName="Name37" presStyleLbl="parChTrans1D2" presStyleIdx="1" presStyleCnt="4"/>
      <dgm:spPr/>
    </dgm:pt>
    <dgm:pt modelId="{4F7A84C8-9656-294A-A79B-622C79B3AF4D}" type="pres">
      <dgm:prSet presAssocID="{831EC54B-3877-40B6-9D7B-CF7B9FF76B48}" presName="hierRoot2" presStyleCnt="0">
        <dgm:presLayoutVars>
          <dgm:hierBranch val="init"/>
        </dgm:presLayoutVars>
      </dgm:prSet>
      <dgm:spPr/>
    </dgm:pt>
    <dgm:pt modelId="{ECFC2AF1-AEC5-5042-834B-4CD92550705B}" type="pres">
      <dgm:prSet presAssocID="{831EC54B-3877-40B6-9D7B-CF7B9FF76B48}" presName="rootComposite" presStyleCnt="0"/>
      <dgm:spPr/>
    </dgm:pt>
    <dgm:pt modelId="{BC04D3C0-D8A2-234D-AA91-8666421729DD}" type="pres">
      <dgm:prSet presAssocID="{831EC54B-3877-40B6-9D7B-CF7B9FF76B48}" presName="rootText" presStyleLbl="node2" presStyleIdx="1" presStyleCnt="4">
        <dgm:presLayoutVars>
          <dgm:chPref val="3"/>
        </dgm:presLayoutVars>
      </dgm:prSet>
      <dgm:spPr/>
    </dgm:pt>
    <dgm:pt modelId="{11A35C1A-707D-BB48-9CD9-BAC04197C653}" type="pres">
      <dgm:prSet presAssocID="{831EC54B-3877-40B6-9D7B-CF7B9FF76B48}" presName="rootConnector" presStyleLbl="node2" presStyleIdx="1" presStyleCnt="4"/>
      <dgm:spPr/>
    </dgm:pt>
    <dgm:pt modelId="{AFF1B070-103C-C542-B065-2AEA533D4180}" type="pres">
      <dgm:prSet presAssocID="{831EC54B-3877-40B6-9D7B-CF7B9FF76B48}" presName="hierChild4" presStyleCnt="0"/>
      <dgm:spPr/>
    </dgm:pt>
    <dgm:pt modelId="{B0E31135-22D6-CD4B-9F0B-5C3E6FB37BFD}" type="pres">
      <dgm:prSet presAssocID="{688D2116-972D-44E7-A83B-CE746AD89B12}" presName="Name37" presStyleLbl="parChTrans1D3" presStyleIdx="2" presStyleCnt="11"/>
      <dgm:spPr/>
    </dgm:pt>
    <dgm:pt modelId="{244EBB3F-2229-8D4F-9B6D-A30560071EE3}" type="pres">
      <dgm:prSet presAssocID="{3F99F189-2F3D-49D8-90FC-7CF18D7A5489}" presName="hierRoot2" presStyleCnt="0">
        <dgm:presLayoutVars>
          <dgm:hierBranch val="init"/>
        </dgm:presLayoutVars>
      </dgm:prSet>
      <dgm:spPr/>
    </dgm:pt>
    <dgm:pt modelId="{4FB5E625-CF69-4042-8923-52C4D6D77FC0}" type="pres">
      <dgm:prSet presAssocID="{3F99F189-2F3D-49D8-90FC-7CF18D7A5489}" presName="rootComposite" presStyleCnt="0"/>
      <dgm:spPr/>
    </dgm:pt>
    <dgm:pt modelId="{2004ACE5-7740-6D4A-B245-2E65E2497AD2}" type="pres">
      <dgm:prSet presAssocID="{3F99F189-2F3D-49D8-90FC-7CF18D7A5489}" presName="rootText" presStyleLbl="node3" presStyleIdx="2" presStyleCnt="11">
        <dgm:presLayoutVars>
          <dgm:chPref val="3"/>
        </dgm:presLayoutVars>
      </dgm:prSet>
      <dgm:spPr/>
    </dgm:pt>
    <dgm:pt modelId="{FADED707-AD76-E749-9FC2-E83134484A46}" type="pres">
      <dgm:prSet presAssocID="{3F99F189-2F3D-49D8-90FC-7CF18D7A5489}" presName="rootConnector" presStyleLbl="node3" presStyleIdx="2" presStyleCnt="11"/>
      <dgm:spPr/>
    </dgm:pt>
    <dgm:pt modelId="{846455C9-82DF-F64B-BD23-3E6DF73C96B1}" type="pres">
      <dgm:prSet presAssocID="{3F99F189-2F3D-49D8-90FC-7CF18D7A5489}" presName="hierChild4" presStyleCnt="0"/>
      <dgm:spPr/>
    </dgm:pt>
    <dgm:pt modelId="{E88A3EF0-5DA6-9743-82BE-0AB92AE56C34}" type="pres">
      <dgm:prSet presAssocID="{3F99F189-2F3D-49D8-90FC-7CF18D7A5489}" presName="hierChild5" presStyleCnt="0"/>
      <dgm:spPr/>
    </dgm:pt>
    <dgm:pt modelId="{AAC4D776-A7B0-CD46-8734-909F950EBA9B}" type="pres">
      <dgm:prSet presAssocID="{8B9E42EF-D9ED-4245-B602-A84534AFEB40}" presName="Name37" presStyleLbl="parChTrans1D3" presStyleIdx="3" presStyleCnt="11"/>
      <dgm:spPr/>
    </dgm:pt>
    <dgm:pt modelId="{4F76E1FA-6B98-7C44-ACCB-5FEB1C039913}" type="pres">
      <dgm:prSet presAssocID="{DDE27CAD-3B07-40DF-8C8B-C422EABBB36E}" presName="hierRoot2" presStyleCnt="0">
        <dgm:presLayoutVars>
          <dgm:hierBranch val="init"/>
        </dgm:presLayoutVars>
      </dgm:prSet>
      <dgm:spPr/>
    </dgm:pt>
    <dgm:pt modelId="{DF729D6D-ED16-5249-8221-7EA5C2245E7A}" type="pres">
      <dgm:prSet presAssocID="{DDE27CAD-3B07-40DF-8C8B-C422EABBB36E}" presName="rootComposite" presStyleCnt="0"/>
      <dgm:spPr/>
    </dgm:pt>
    <dgm:pt modelId="{259A0BC8-027A-6F40-BCE4-328BA4B4F1E3}" type="pres">
      <dgm:prSet presAssocID="{DDE27CAD-3B07-40DF-8C8B-C422EABBB36E}" presName="rootText" presStyleLbl="node3" presStyleIdx="3" presStyleCnt="11">
        <dgm:presLayoutVars>
          <dgm:chPref val="3"/>
        </dgm:presLayoutVars>
      </dgm:prSet>
      <dgm:spPr/>
    </dgm:pt>
    <dgm:pt modelId="{7295D486-E29C-2242-8A8C-2F344A380039}" type="pres">
      <dgm:prSet presAssocID="{DDE27CAD-3B07-40DF-8C8B-C422EABBB36E}" presName="rootConnector" presStyleLbl="node3" presStyleIdx="3" presStyleCnt="11"/>
      <dgm:spPr/>
    </dgm:pt>
    <dgm:pt modelId="{0F85DE83-E0DA-6946-AF08-692ECEDAA58B}" type="pres">
      <dgm:prSet presAssocID="{DDE27CAD-3B07-40DF-8C8B-C422EABBB36E}" presName="hierChild4" presStyleCnt="0"/>
      <dgm:spPr/>
    </dgm:pt>
    <dgm:pt modelId="{55F94385-C271-9249-A16B-982A33048CC7}" type="pres">
      <dgm:prSet presAssocID="{DDE27CAD-3B07-40DF-8C8B-C422EABBB36E}" presName="hierChild5" presStyleCnt="0"/>
      <dgm:spPr/>
    </dgm:pt>
    <dgm:pt modelId="{3994D28D-B5D6-614D-9D2F-CAFEAADEFCC2}" type="pres">
      <dgm:prSet presAssocID="{831EC54B-3877-40B6-9D7B-CF7B9FF76B48}" presName="hierChild5" presStyleCnt="0"/>
      <dgm:spPr/>
    </dgm:pt>
    <dgm:pt modelId="{CF9D552E-2E91-724F-BC1C-673895B3C9C8}" type="pres">
      <dgm:prSet presAssocID="{EE77BF72-C109-4935-938C-082D9178610C}" presName="Name37" presStyleLbl="parChTrans1D2" presStyleIdx="2" presStyleCnt="4"/>
      <dgm:spPr/>
    </dgm:pt>
    <dgm:pt modelId="{2D7DCE8B-0F42-944A-9F2D-596E1ADB047A}" type="pres">
      <dgm:prSet presAssocID="{406C899F-FAAC-4A6A-A181-B4475C3FDFE1}" presName="hierRoot2" presStyleCnt="0">
        <dgm:presLayoutVars>
          <dgm:hierBranch val="init"/>
        </dgm:presLayoutVars>
      </dgm:prSet>
      <dgm:spPr/>
    </dgm:pt>
    <dgm:pt modelId="{DCAFA045-9024-2D42-9F0C-DE89CB36B856}" type="pres">
      <dgm:prSet presAssocID="{406C899F-FAAC-4A6A-A181-B4475C3FDFE1}" presName="rootComposite" presStyleCnt="0"/>
      <dgm:spPr/>
    </dgm:pt>
    <dgm:pt modelId="{56BC7F51-04EA-C945-B086-47AFCB4D4B32}" type="pres">
      <dgm:prSet presAssocID="{406C899F-FAAC-4A6A-A181-B4475C3FDFE1}" presName="rootText" presStyleLbl="node2" presStyleIdx="2" presStyleCnt="4">
        <dgm:presLayoutVars>
          <dgm:chPref val="3"/>
        </dgm:presLayoutVars>
      </dgm:prSet>
      <dgm:spPr/>
    </dgm:pt>
    <dgm:pt modelId="{0F29258B-C174-E04F-B952-AD7E1A0B6176}" type="pres">
      <dgm:prSet presAssocID="{406C899F-FAAC-4A6A-A181-B4475C3FDFE1}" presName="rootConnector" presStyleLbl="node2" presStyleIdx="2" presStyleCnt="4"/>
      <dgm:spPr/>
    </dgm:pt>
    <dgm:pt modelId="{F75F351E-D86C-144A-B0DB-6D01F5A67304}" type="pres">
      <dgm:prSet presAssocID="{406C899F-FAAC-4A6A-A181-B4475C3FDFE1}" presName="hierChild4" presStyleCnt="0"/>
      <dgm:spPr/>
    </dgm:pt>
    <dgm:pt modelId="{5EB1C620-06D5-7946-AB9E-11433A983B41}" type="pres">
      <dgm:prSet presAssocID="{1130EB40-3772-8D4F-B3AC-C906F28E3023}" presName="Name37" presStyleLbl="parChTrans1D3" presStyleIdx="4" presStyleCnt="11"/>
      <dgm:spPr/>
    </dgm:pt>
    <dgm:pt modelId="{42A135E8-D6AF-F744-B0E3-C29042D7AD38}" type="pres">
      <dgm:prSet presAssocID="{B97A2C22-DFFA-164E-A295-9FEA53889D8A}" presName="hierRoot2" presStyleCnt="0">
        <dgm:presLayoutVars>
          <dgm:hierBranch val="init"/>
        </dgm:presLayoutVars>
      </dgm:prSet>
      <dgm:spPr/>
    </dgm:pt>
    <dgm:pt modelId="{764E7ED4-2D62-E747-85BA-BE05EF3A709D}" type="pres">
      <dgm:prSet presAssocID="{B97A2C22-DFFA-164E-A295-9FEA53889D8A}" presName="rootComposite" presStyleCnt="0"/>
      <dgm:spPr/>
    </dgm:pt>
    <dgm:pt modelId="{CAE53D00-9B4B-BF42-8DDE-326F853C2A9A}" type="pres">
      <dgm:prSet presAssocID="{B97A2C22-DFFA-164E-A295-9FEA53889D8A}" presName="rootText" presStyleLbl="node3" presStyleIdx="4" presStyleCnt="11">
        <dgm:presLayoutVars>
          <dgm:chPref val="3"/>
        </dgm:presLayoutVars>
      </dgm:prSet>
      <dgm:spPr/>
    </dgm:pt>
    <dgm:pt modelId="{7958F722-C9C7-C04C-9EA3-BEAF7078EE07}" type="pres">
      <dgm:prSet presAssocID="{B97A2C22-DFFA-164E-A295-9FEA53889D8A}" presName="rootConnector" presStyleLbl="node3" presStyleIdx="4" presStyleCnt="11"/>
      <dgm:spPr/>
    </dgm:pt>
    <dgm:pt modelId="{96AE049A-7FD4-7044-84C0-E238AE678449}" type="pres">
      <dgm:prSet presAssocID="{B97A2C22-DFFA-164E-A295-9FEA53889D8A}" presName="hierChild4" presStyleCnt="0"/>
      <dgm:spPr/>
    </dgm:pt>
    <dgm:pt modelId="{BF45E3AE-DB17-614B-B7BD-2D190715A1AD}" type="pres">
      <dgm:prSet presAssocID="{B97A2C22-DFFA-164E-A295-9FEA53889D8A}" presName="hierChild5" presStyleCnt="0"/>
      <dgm:spPr/>
    </dgm:pt>
    <dgm:pt modelId="{FB38F7DE-A1E2-8C4F-96E6-A5D6A070F68B}" type="pres">
      <dgm:prSet presAssocID="{2CEC264A-EF1F-104E-8355-97BAF480AD4C}" presName="Name37" presStyleLbl="parChTrans1D3" presStyleIdx="5" presStyleCnt="11"/>
      <dgm:spPr/>
    </dgm:pt>
    <dgm:pt modelId="{F2E138C9-6782-774E-BE50-54B704A54970}" type="pres">
      <dgm:prSet presAssocID="{27792511-E6D0-EC4F-A8FD-71B99E96798C}" presName="hierRoot2" presStyleCnt="0">
        <dgm:presLayoutVars>
          <dgm:hierBranch val="init"/>
        </dgm:presLayoutVars>
      </dgm:prSet>
      <dgm:spPr/>
    </dgm:pt>
    <dgm:pt modelId="{741DE6F3-8773-054C-9D51-EC8AFA1A5E42}" type="pres">
      <dgm:prSet presAssocID="{27792511-E6D0-EC4F-A8FD-71B99E96798C}" presName="rootComposite" presStyleCnt="0"/>
      <dgm:spPr/>
    </dgm:pt>
    <dgm:pt modelId="{02AA6DA3-18A1-E143-A0FA-95D1F0E10FD0}" type="pres">
      <dgm:prSet presAssocID="{27792511-E6D0-EC4F-A8FD-71B99E96798C}" presName="rootText" presStyleLbl="node3" presStyleIdx="5" presStyleCnt="11">
        <dgm:presLayoutVars>
          <dgm:chPref val="3"/>
        </dgm:presLayoutVars>
      </dgm:prSet>
      <dgm:spPr/>
    </dgm:pt>
    <dgm:pt modelId="{7B127E28-C19F-7145-8E77-F6F4F40F41C9}" type="pres">
      <dgm:prSet presAssocID="{27792511-E6D0-EC4F-A8FD-71B99E96798C}" presName="rootConnector" presStyleLbl="node3" presStyleIdx="5" presStyleCnt="11"/>
      <dgm:spPr/>
    </dgm:pt>
    <dgm:pt modelId="{1A33410E-CF8B-5346-BF30-228130EF37E9}" type="pres">
      <dgm:prSet presAssocID="{27792511-E6D0-EC4F-A8FD-71B99E96798C}" presName="hierChild4" presStyleCnt="0"/>
      <dgm:spPr/>
    </dgm:pt>
    <dgm:pt modelId="{78909982-4919-D345-8E50-1D380EC8E239}" type="pres">
      <dgm:prSet presAssocID="{27792511-E6D0-EC4F-A8FD-71B99E96798C}" presName="hierChild5" presStyleCnt="0"/>
      <dgm:spPr/>
    </dgm:pt>
    <dgm:pt modelId="{D34882CA-CC9D-3A43-A6A1-8B95D6EB08F9}" type="pres">
      <dgm:prSet presAssocID="{1687E9FF-6E7E-1D46-89C6-62920DF0D740}" presName="Name37" presStyleLbl="parChTrans1D3" presStyleIdx="6" presStyleCnt="11"/>
      <dgm:spPr/>
    </dgm:pt>
    <dgm:pt modelId="{BA2D2B28-B65A-4B48-B9D5-49311606EDA7}" type="pres">
      <dgm:prSet presAssocID="{1D8B17F4-FCBB-5B43-90AD-2C4C7D9DD457}" presName="hierRoot2" presStyleCnt="0">
        <dgm:presLayoutVars>
          <dgm:hierBranch val="init"/>
        </dgm:presLayoutVars>
      </dgm:prSet>
      <dgm:spPr/>
    </dgm:pt>
    <dgm:pt modelId="{011E5DAA-6308-CA4D-8193-4B6B9CCA9B9E}" type="pres">
      <dgm:prSet presAssocID="{1D8B17F4-FCBB-5B43-90AD-2C4C7D9DD457}" presName="rootComposite" presStyleCnt="0"/>
      <dgm:spPr/>
    </dgm:pt>
    <dgm:pt modelId="{3645C1AC-6F75-5A4F-90F0-9C4049EF7801}" type="pres">
      <dgm:prSet presAssocID="{1D8B17F4-FCBB-5B43-90AD-2C4C7D9DD457}" presName="rootText" presStyleLbl="node3" presStyleIdx="6" presStyleCnt="11">
        <dgm:presLayoutVars>
          <dgm:chPref val="3"/>
        </dgm:presLayoutVars>
      </dgm:prSet>
      <dgm:spPr/>
    </dgm:pt>
    <dgm:pt modelId="{1E76A607-37FF-5440-BF40-E94B6D3827A1}" type="pres">
      <dgm:prSet presAssocID="{1D8B17F4-FCBB-5B43-90AD-2C4C7D9DD457}" presName="rootConnector" presStyleLbl="node3" presStyleIdx="6" presStyleCnt="11"/>
      <dgm:spPr/>
    </dgm:pt>
    <dgm:pt modelId="{038B26C9-DB71-E643-8217-EFE3806C03BD}" type="pres">
      <dgm:prSet presAssocID="{1D8B17F4-FCBB-5B43-90AD-2C4C7D9DD457}" presName="hierChild4" presStyleCnt="0"/>
      <dgm:spPr/>
    </dgm:pt>
    <dgm:pt modelId="{58C0CBB1-9CA0-4643-BE1D-823BC56A4484}" type="pres">
      <dgm:prSet presAssocID="{1D8B17F4-FCBB-5B43-90AD-2C4C7D9DD457}" presName="hierChild5" presStyleCnt="0"/>
      <dgm:spPr/>
    </dgm:pt>
    <dgm:pt modelId="{78ABB670-CEC3-164B-8C71-B9CDB98ED8C1}" type="pres">
      <dgm:prSet presAssocID="{8CC6B28D-DAE3-F84E-8251-180257AC01C6}" presName="Name37" presStyleLbl="parChTrans1D3" presStyleIdx="7" presStyleCnt="11"/>
      <dgm:spPr/>
    </dgm:pt>
    <dgm:pt modelId="{5DA9EC41-FD0B-F842-92A3-F297EC7DEA05}" type="pres">
      <dgm:prSet presAssocID="{AC8D30A5-B598-B64B-85EF-7095E2488B21}" presName="hierRoot2" presStyleCnt="0">
        <dgm:presLayoutVars>
          <dgm:hierBranch val="init"/>
        </dgm:presLayoutVars>
      </dgm:prSet>
      <dgm:spPr/>
    </dgm:pt>
    <dgm:pt modelId="{3A1327E4-C963-1D4C-9FE1-05343475C2C4}" type="pres">
      <dgm:prSet presAssocID="{AC8D30A5-B598-B64B-85EF-7095E2488B21}" presName="rootComposite" presStyleCnt="0"/>
      <dgm:spPr/>
    </dgm:pt>
    <dgm:pt modelId="{84CA9605-3B0B-B34F-BB52-404C37E8FFAD}" type="pres">
      <dgm:prSet presAssocID="{AC8D30A5-B598-B64B-85EF-7095E2488B21}" presName="rootText" presStyleLbl="node3" presStyleIdx="7" presStyleCnt="11">
        <dgm:presLayoutVars>
          <dgm:chPref val="3"/>
        </dgm:presLayoutVars>
      </dgm:prSet>
      <dgm:spPr/>
    </dgm:pt>
    <dgm:pt modelId="{06E62283-2609-1E40-8A64-E386E694F7D4}" type="pres">
      <dgm:prSet presAssocID="{AC8D30A5-B598-B64B-85EF-7095E2488B21}" presName="rootConnector" presStyleLbl="node3" presStyleIdx="7" presStyleCnt="11"/>
      <dgm:spPr/>
    </dgm:pt>
    <dgm:pt modelId="{FE5F68B7-83D4-E744-BC16-DB79A95BD1E6}" type="pres">
      <dgm:prSet presAssocID="{AC8D30A5-B598-B64B-85EF-7095E2488B21}" presName="hierChild4" presStyleCnt="0"/>
      <dgm:spPr/>
    </dgm:pt>
    <dgm:pt modelId="{C64D211D-0677-0D4E-BE82-DF142E079A0C}" type="pres">
      <dgm:prSet presAssocID="{AC8D30A5-B598-B64B-85EF-7095E2488B21}" presName="hierChild5" presStyleCnt="0"/>
      <dgm:spPr/>
    </dgm:pt>
    <dgm:pt modelId="{820C0821-2CAE-A54D-86F2-A06F63C2B0EA}" type="pres">
      <dgm:prSet presAssocID="{406C899F-FAAC-4A6A-A181-B4475C3FDFE1}" presName="hierChild5" presStyleCnt="0"/>
      <dgm:spPr/>
    </dgm:pt>
    <dgm:pt modelId="{EDE920B8-DEBA-BB41-B107-4F3C2AAB2B1D}" type="pres">
      <dgm:prSet presAssocID="{2D241D43-19F9-4C69-B6D3-D61FD0DBC4F7}" presName="Name37" presStyleLbl="parChTrans1D2" presStyleIdx="3" presStyleCnt="4"/>
      <dgm:spPr/>
    </dgm:pt>
    <dgm:pt modelId="{2AFA16B3-BF11-484E-9A71-54D576367377}" type="pres">
      <dgm:prSet presAssocID="{8A36933F-774C-4525-B31F-0A8BE7820AA1}" presName="hierRoot2" presStyleCnt="0">
        <dgm:presLayoutVars>
          <dgm:hierBranch val="init"/>
        </dgm:presLayoutVars>
      </dgm:prSet>
      <dgm:spPr/>
    </dgm:pt>
    <dgm:pt modelId="{8E32007A-0C87-7D49-B82A-9FA367E36FEF}" type="pres">
      <dgm:prSet presAssocID="{8A36933F-774C-4525-B31F-0A8BE7820AA1}" presName="rootComposite" presStyleCnt="0"/>
      <dgm:spPr/>
    </dgm:pt>
    <dgm:pt modelId="{0C0DAF1E-17E8-9141-811C-9E9F817C44BE}" type="pres">
      <dgm:prSet presAssocID="{8A36933F-774C-4525-B31F-0A8BE7820AA1}" presName="rootText" presStyleLbl="node2" presStyleIdx="3" presStyleCnt="4">
        <dgm:presLayoutVars>
          <dgm:chPref val="3"/>
        </dgm:presLayoutVars>
      </dgm:prSet>
      <dgm:spPr/>
    </dgm:pt>
    <dgm:pt modelId="{EE4567E0-6027-7647-9E69-FBD950019454}" type="pres">
      <dgm:prSet presAssocID="{8A36933F-774C-4525-B31F-0A8BE7820AA1}" presName="rootConnector" presStyleLbl="node2" presStyleIdx="3" presStyleCnt="4"/>
      <dgm:spPr/>
    </dgm:pt>
    <dgm:pt modelId="{5A288C5E-CB91-0740-A9F6-29391C4A790B}" type="pres">
      <dgm:prSet presAssocID="{8A36933F-774C-4525-B31F-0A8BE7820AA1}" presName="hierChild4" presStyleCnt="0"/>
      <dgm:spPr/>
    </dgm:pt>
    <dgm:pt modelId="{FDC284C6-D403-6345-9E1A-E1E24CB46189}" type="pres">
      <dgm:prSet presAssocID="{AE20B6A7-2017-425E-97BD-17575DC84FE8}" presName="Name37" presStyleLbl="parChTrans1D3" presStyleIdx="8" presStyleCnt="11"/>
      <dgm:spPr/>
    </dgm:pt>
    <dgm:pt modelId="{25129BC3-E043-7844-9090-36C4387CCA6A}" type="pres">
      <dgm:prSet presAssocID="{E5607074-EEE3-402F-BC70-C1A534BD6029}" presName="hierRoot2" presStyleCnt="0">
        <dgm:presLayoutVars>
          <dgm:hierBranch val="init"/>
        </dgm:presLayoutVars>
      </dgm:prSet>
      <dgm:spPr/>
    </dgm:pt>
    <dgm:pt modelId="{94C6DC20-43B3-884B-9628-A8659319F3F4}" type="pres">
      <dgm:prSet presAssocID="{E5607074-EEE3-402F-BC70-C1A534BD6029}" presName="rootComposite" presStyleCnt="0"/>
      <dgm:spPr/>
    </dgm:pt>
    <dgm:pt modelId="{2B2536D9-7E0A-604B-BAE4-94F29120E4E4}" type="pres">
      <dgm:prSet presAssocID="{E5607074-EEE3-402F-BC70-C1A534BD6029}" presName="rootText" presStyleLbl="node3" presStyleIdx="8" presStyleCnt="11">
        <dgm:presLayoutVars>
          <dgm:chPref val="3"/>
        </dgm:presLayoutVars>
      </dgm:prSet>
      <dgm:spPr/>
    </dgm:pt>
    <dgm:pt modelId="{05D8D7CE-53BF-3548-94B7-5A177F59B1EA}" type="pres">
      <dgm:prSet presAssocID="{E5607074-EEE3-402F-BC70-C1A534BD6029}" presName="rootConnector" presStyleLbl="node3" presStyleIdx="8" presStyleCnt="11"/>
      <dgm:spPr/>
    </dgm:pt>
    <dgm:pt modelId="{63A09EA8-CFEF-2F42-9A2C-6EA0AC7793AE}" type="pres">
      <dgm:prSet presAssocID="{E5607074-EEE3-402F-BC70-C1A534BD6029}" presName="hierChild4" presStyleCnt="0"/>
      <dgm:spPr/>
    </dgm:pt>
    <dgm:pt modelId="{965CDC96-F296-5A4E-B480-D92BBF347F4F}" type="pres">
      <dgm:prSet presAssocID="{E5607074-EEE3-402F-BC70-C1A534BD6029}" presName="hierChild5" presStyleCnt="0"/>
      <dgm:spPr/>
    </dgm:pt>
    <dgm:pt modelId="{F24C4A0B-C0F6-7046-9D88-763F38F110DC}" type="pres">
      <dgm:prSet presAssocID="{C7D20519-FBCE-4F1C-9937-1198FBC403A7}" presName="Name37" presStyleLbl="parChTrans1D3" presStyleIdx="9" presStyleCnt="11"/>
      <dgm:spPr/>
    </dgm:pt>
    <dgm:pt modelId="{3CC78864-57CE-E247-9617-5FB54FDB08BC}" type="pres">
      <dgm:prSet presAssocID="{DA969D17-97D0-440B-A86F-F56FD4E6498D}" presName="hierRoot2" presStyleCnt="0">
        <dgm:presLayoutVars>
          <dgm:hierBranch val="init"/>
        </dgm:presLayoutVars>
      </dgm:prSet>
      <dgm:spPr/>
    </dgm:pt>
    <dgm:pt modelId="{AD19E9A5-EAC6-534A-87AF-E7A0498980A2}" type="pres">
      <dgm:prSet presAssocID="{DA969D17-97D0-440B-A86F-F56FD4E6498D}" presName="rootComposite" presStyleCnt="0"/>
      <dgm:spPr/>
    </dgm:pt>
    <dgm:pt modelId="{C3D82260-5EB3-A140-BF6A-C7144986B46F}" type="pres">
      <dgm:prSet presAssocID="{DA969D17-97D0-440B-A86F-F56FD4E6498D}" presName="rootText" presStyleLbl="node3" presStyleIdx="9" presStyleCnt="11">
        <dgm:presLayoutVars>
          <dgm:chPref val="3"/>
        </dgm:presLayoutVars>
      </dgm:prSet>
      <dgm:spPr/>
    </dgm:pt>
    <dgm:pt modelId="{2EC09ED1-609D-854E-942D-946BE771E6E7}" type="pres">
      <dgm:prSet presAssocID="{DA969D17-97D0-440B-A86F-F56FD4E6498D}" presName="rootConnector" presStyleLbl="node3" presStyleIdx="9" presStyleCnt="11"/>
      <dgm:spPr/>
    </dgm:pt>
    <dgm:pt modelId="{7CEC47B4-DC46-324F-809D-D818918B4643}" type="pres">
      <dgm:prSet presAssocID="{DA969D17-97D0-440B-A86F-F56FD4E6498D}" presName="hierChild4" presStyleCnt="0"/>
      <dgm:spPr/>
    </dgm:pt>
    <dgm:pt modelId="{4A596E2E-F801-FD4F-8858-F26B6C58C5D4}" type="pres">
      <dgm:prSet presAssocID="{DA969D17-97D0-440B-A86F-F56FD4E6498D}" presName="hierChild5" presStyleCnt="0"/>
      <dgm:spPr/>
    </dgm:pt>
    <dgm:pt modelId="{FC4B7BB3-6BC9-7340-84EB-B2924CF4BCF4}" type="pres">
      <dgm:prSet presAssocID="{318A5B9D-AE84-48A9-9C57-9FF7B05414DC}" presName="Name37" presStyleLbl="parChTrans1D3" presStyleIdx="10" presStyleCnt="11"/>
      <dgm:spPr/>
    </dgm:pt>
    <dgm:pt modelId="{0EF79923-71B5-C746-8BA0-9810B21C6195}" type="pres">
      <dgm:prSet presAssocID="{E5417E3F-838F-4668-A8B7-6506E1EDC7D2}" presName="hierRoot2" presStyleCnt="0">
        <dgm:presLayoutVars>
          <dgm:hierBranch val="init"/>
        </dgm:presLayoutVars>
      </dgm:prSet>
      <dgm:spPr/>
    </dgm:pt>
    <dgm:pt modelId="{E1A676F5-1499-A14A-8A2A-E1BF45331E5D}" type="pres">
      <dgm:prSet presAssocID="{E5417E3F-838F-4668-A8B7-6506E1EDC7D2}" presName="rootComposite" presStyleCnt="0"/>
      <dgm:spPr/>
    </dgm:pt>
    <dgm:pt modelId="{87003F05-4EA6-CE46-AF60-F9302885698D}" type="pres">
      <dgm:prSet presAssocID="{E5417E3F-838F-4668-A8B7-6506E1EDC7D2}" presName="rootText" presStyleLbl="node3" presStyleIdx="10" presStyleCnt="11">
        <dgm:presLayoutVars>
          <dgm:chPref val="3"/>
        </dgm:presLayoutVars>
      </dgm:prSet>
      <dgm:spPr/>
    </dgm:pt>
    <dgm:pt modelId="{66205841-D499-3B47-A9EA-5421AE35C382}" type="pres">
      <dgm:prSet presAssocID="{E5417E3F-838F-4668-A8B7-6506E1EDC7D2}" presName="rootConnector" presStyleLbl="node3" presStyleIdx="10" presStyleCnt="11"/>
      <dgm:spPr/>
    </dgm:pt>
    <dgm:pt modelId="{9184719A-EF29-A945-9D4F-AF3D839D04D1}" type="pres">
      <dgm:prSet presAssocID="{E5417E3F-838F-4668-A8B7-6506E1EDC7D2}" presName="hierChild4" presStyleCnt="0"/>
      <dgm:spPr/>
    </dgm:pt>
    <dgm:pt modelId="{740BA22F-187A-5644-9B2E-87662DB6BA81}" type="pres">
      <dgm:prSet presAssocID="{E5417E3F-838F-4668-A8B7-6506E1EDC7D2}" presName="hierChild5" presStyleCnt="0"/>
      <dgm:spPr/>
    </dgm:pt>
    <dgm:pt modelId="{355FDD9E-E8C0-F944-AB72-44AA4B173DC7}" type="pres">
      <dgm:prSet presAssocID="{8A36933F-774C-4525-B31F-0A8BE7820AA1}" presName="hierChild5" presStyleCnt="0"/>
      <dgm:spPr/>
    </dgm:pt>
    <dgm:pt modelId="{9B0C5637-A76F-FF4B-A6F4-8056EE7ED7A7}" type="pres">
      <dgm:prSet presAssocID="{2F3E8F93-34C7-4CC3-A033-933374700188}" presName="hierChild3" presStyleCnt="0"/>
      <dgm:spPr/>
    </dgm:pt>
  </dgm:ptLst>
  <dgm:cxnLst>
    <dgm:cxn modelId="{90C3DA01-8D85-4EC5-B7EF-C892685614A7}" srcId="{2F3E8F93-34C7-4CC3-A033-933374700188}" destId="{8A36933F-774C-4525-B31F-0A8BE7820AA1}" srcOrd="3" destOrd="0" parTransId="{2D241D43-19F9-4C69-B6D3-D61FD0DBC4F7}" sibTransId="{2D838C83-F9E7-4090-8AC4-AA227D23B691}"/>
    <dgm:cxn modelId="{60FA3908-7C7A-504B-812A-EC2308FB9CA0}" srcId="{406C899F-FAAC-4A6A-A181-B4475C3FDFE1}" destId="{AC8D30A5-B598-B64B-85EF-7095E2488B21}" srcOrd="3" destOrd="0" parTransId="{8CC6B28D-DAE3-F84E-8251-180257AC01C6}" sibTransId="{8D476BAB-7C69-9344-9667-0A1A192224CE}"/>
    <dgm:cxn modelId="{6D67240A-162B-4FFA-B86A-48E8DC629927}" type="presOf" srcId="{B97A2C22-DFFA-164E-A295-9FEA53889D8A}" destId="{CAE53D00-9B4B-BF42-8DDE-326F853C2A9A}" srcOrd="0" destOrd="0" presId="urn:microsoft.com/office/officeart/2005/8/layout/orgChart1"/>
    <dgm:cxn modelId="{6BC0360A-3764-4AC4-A9C5-AC7FED3B3184}" type="presOf" srcId="{F00F2390-423F-48F7-950C-4F1D5486698B}" destId="{BF183BA5-3BCD-8A4C-844A-93C516422725}" srcOrd="1" destOrd="0" presId="urn:microsoft.com/office/officeart/2005/8/layout/orgChart1"/>
    <dgm:cxn modelId="{DB3F6116-DD22-45AF-A77D-82344F0AC959}" type="presOf" srcId="{E5607074-EEE3-402F-BC70-C1A534BD6029}" destId="{2B2536D9-7E0A-604B-BAE4-94F29120E4E4}" srcOrd="0" destOrd="0" presId="urn:microsoft.com/office/officeart/2005/8/layout/orgChart1"/>
    <dgm:cxn modelId="{703B981C-7A09-4D7E-960C-157D56922409}" type="presOf" srcId="{27792511-E6D0-EC4F-A8FD-71B99E96798C}" destId="{02AA6DA3-18A1-E143-A0FA-95D1F0E10FD0}" srcOrd="0" destOrd="0" presId="urn:microsoft.com/office/officeart/2005/8/layout/orgChart1"/>
    <dgm:cxn modelId="{E7D8CF1E-F5A0-4F73-B3CA-8AEC04DAA338}" type="presOf" srcId="{8CC6B28D-DAE3-F84E-8251-180257AC01C6}" destId="{78ABB670-CEC3-164B-8C71-B9CDB98ED8C1}" srcOrd="0" destOrd="0" presId="urn:microsoft.com/office/officeart/2005/8/layout/orgChart1"/>
    <dgm:cxn modelId="{F69E241F-59B6-4A67-8BD1-1FC604BDBB7E}" type="presOf" srcId="{8A36933F-774C-4525-B31F-0A8BE7820AA1}" destId="{EE4567E0-6027-7647-9E69-FBD950019454}" srcOrd="1" destOrd="0" presId="urn:microsoft.com/office/officeart/2005/8/layout/orgChart1"/>
    <dgm:cxn modelId="{52E6741F-9C82-4AEB-BB58-6264539DB237}" type="presOf" srcId="{88B308C0-526A-432E-BC92-74A594AE2D6F}" destId="{2CB3317D-D784-D74A-B6B1-2B19B22E75CB}" srcOrd="0" destOrd="0" presId="urn:microsoft.com/office/officeart/2005/8/layout/orgChart1"/>
    <dgm:cxn modelId="{54EAEC27-2C8F-4151-B3E1-E63A208AFA5D}" type="presOf" srcId="{C7D20519-FBCE-4F1C-9937-1198FBC403A7}" destId="{F24C4A0B-C0F6-7046-9D88-763F38F110DC}" srcOrd="0" destOrd="0" presId="urn:microsoft.com/office/officeart/2005/8/layout/orgChart1"/>
    <dgm:cxn modelId="{A878E629-FE80-4B10-AD48-A1E045D3EB8C}" srcId="{B1F62CDD-F1A0-4DA0-8782-D642A7E311FE}" destId="{F00F2390-423F-48F7-950C-4F1D5486698B}" srcOrd="1" destOrd="0" parTransId="{B0C6064A-80F9-4D52-BF99-A9EEAF74F81A}" sibTransId="{2162EE2A-2607-4E2D-B5D0-823659F9A190}"/>
    <dgm:cxn modelId="{C915282A-E28D-4C8C-9243-83911EFDC956}" type="presOf" srcId="{EC55709E-936C-48B4-A533-143F8A26A63C}" destId="{FCAE25AE-708B-7A4D-A50D-F7681280D092}" srcOrd="0" destOrd="0" presId="urn:microsoft.com/office/officeart/2005/8/layout/orgChart1"/>
    <dgm:cxn modelId="{19BEF12B-A988-483E-B412-D6D898AB9A46}" srcId="{8A36933F-774C-4525-B31F-0A8BE7820AA1}" destId="{DA969D17-97D0-440B-A86F-F56FD4E6498D}" srcOrd="1" destOrd="0" parTransId="{C7D20519-FBCE-4F1C-9937-1198FBC403A7}" sibTransId="{623550A0-08B6-4851-8D58-74A689E7B136}"/>
    <dgm:cxn modelId="{DAD90D2F-EBE2-4F38-A412-FD23FBE789BE}" type="presOf" srcId="{77DE82C2-BA4A-4623-A3BC-C23CB98D3056}" destId="{CC6F07D1-A727-5C4D-B3E2-85318D1EC1C4}" srcOrd="1" destOrd="0" presId="urn:microsoft.com/office/officeart/2005/8/layout/orgChart1"/>
    <dgm:cxn modelId="{241ABA30-DC90-46F8-9284-B11213CA6AEA}" type="presOf" srcId="{1130EB40-3772-8D4F-B3AC-C906F28E3023}" destId="{5EB1C620-06D5-7946-AB9E-11433A983B41}" srcOrd="0" destOrd="0" presId="urn:microsoft.com/office/officeart/2005/8/layout/orgChart1"/>
    <dgm:cxn modelId="{8AE8DE33-35B4-42B9-85AB-5C6E8E8B2ACE}" type="presOf" srcId="{DDE27CAD-3B07-40DF-8C8B-C422EABBB36E}" destId="{7295D486-E29C-2242-8A8C-2F344A380039}" srcOrd="1" destOrd="0" presId="urn:microsoft.com/office/officeart/2005/8/layout/orgChart1"/>
    <dgm:cxn modelId="{F8D23638-9E4E-4D2E-B845-FC35A9567B82}" type="presOf" srcId="{2F3E8F93-34C7-4CC3-A033-933374700188}" destId="{5B197F08-51E1-8A46-ABD5-21EDBC710ECD}" srcOrd="0" destOrd="0" presId="urn:microsoft.com/office/officeart/2005/8/layout/orgChart1"/>
    <dgm:cxn modelId="{FAAC0D3C-19F7-4541-90CB-0C8B4771E79B}" srcId="{2F3E8F93-34C7-4CC3-A033-933374700188}" destId="{406C899F-FAAC-4A6A-A181-B4475C3FDFE1}" srcOrd="2" destOrd="0" parTransId="{EE77BF72-C109-4935-938C-082D9178610C}" sibTransId="{DDCEBECD-1740-436B-B22A-F49D39B86898}"/>
    <dgm:cxn modelId="{EBE66F5E-F8D2-46A8-A9DF-2C8AECD394B4}" srcId="{2F3E8F93-34C7-4CC3-A033-933374700188}" destId="{831EC54B-3877-40B6-9D7B-CF7B9FF76B48}" srcOrd="1" destOrd="0" parTransId="{AAF79145-7FC0-41A5-8F6A-DF12606FC9A4}" sibTransId="{BF62FF1C-9EC1-4A1B-A794-64054440B278}"/>
    <dgm:cxn modelId="{5113F960-E739-4F89-B33A-3D6C62236B40}" srcId="{FD3AA3EA-DE49-445A-8910-F3453A42E68C}" destId="{B1F62CDD-F1A0-4DA0-8782-D642A7E311FE}" srcOrd="1" destOrd="0" parTransId="{EC55709E-936C-48B4-A533-143F8A26A63C}" sibTransId="{9AF8ECDC-41BB-48A0-99F7-90A4F49B9D1F}"/>
    <dgm:cxn modelId="{55B42461-DE18-4C8F-8290-7A6B703C783C}" type="presOf" srcId="{D84A802C-7DC0-477B-AD62-8918F66C1163}" destId="{498E9300-C78B-864C-BF1F-F5D2FDB5A2FA}" srcOrd="0" destOrd="0" presId="urn:microsoft.com/office/officeart/2005/8/layout/orgChart1"/>
    <dgm:cxn modelId="{50108761-B593-4CC9-B654-311B48DB0D82}" type="presOf" srcId="{DA969D17-97D0-440B-A86F-F56FD4E6498D}" destId="{C3D82260-5EB3-A140-BF6A-C7144986B46F}" srcOrd="0" destOrd="0" presId="urn:microsoft.com/office/officeart/2005/8/layout/orgChart1"/>
    <dgm:cxn modelId="{DCD23E44-00FA-40DA-BF78-EDC07F29A914}" srcId="{B1F62CDD-F1A0-4DA0-8782-D642A7E311FE}" destId="{77DE82C2-BA4A-4623-A3BC-C23CB98D3056}" srcOrd="2" destOrd="0" parTransId="{57693BDF-0026-468A-9320-C4EE4F3EEA91}" sibTransId="{AD34205B-8D8B-41A3-BA0A-6D414378C8F2}"/>
    <dgm:cxn modelId="{D2569947-BBD0-4B9C-A1BD-B02B5ACD99B2}" type="presOf" srcId="{AC8D30A5-B598-B64B-85EF-7095E2488B21}" destId="{06E62283-2609-1E40-8A64-E386E694F7D4}" srcOrd="1" destOrd="0" presId="urn:microsoft.com/office/officeart/2005/8/layout/orgChart1"/>
    <dgm:cxn modelId="{2E825768-C362-4E66-B60D-905F98D779E9}" type="presOf" srcId="{DDE27CAD-3B07-40DF-8C8B-C422EABBB36E}" destId="{259A0BC8-027A-6F40-BCE4-328BA4B4F1E3}" srcOrd="0" destOrd="0" presId="urn:microsoft.com/office/officeart/2005/8/layout/orgChart1"/>
    <dgm:cxn modelId="{125F7A49-5E61-41EA-8571-1EECB731EF14}" srcId="{88B308C0-526A-432E-BC92-74A594AE2D6F}" destId="{2F3E8F93-34C7-4CC3-A033-933374700188}" srcOrd="0" destOrd="0" parTransId="{61365931-13B6-45D8-8BD3-076A8437CAB1}" sibTransId="{FA437FCF-F89D-4C49-BB4A-0008919024F8}"/>
    <dgm:cxn modelId="{444AA449-2932-4402-AAC1-220BAE9796E8}" type="presOf" srcId="{FD3AA3EA-DE49-445A-8910-F3453A42E68C}" destId="{D943F96B-9B06-B040-9A9F-3D683E5EDEB5}" srcOrd="1" destOrd="0" presId="urn:microsoft.com/office/officeart/2005/8/layout/orgChart1"/>
    <dgm:cxn modelId="{8953814C-F191-4D3A-9316-A6A4B242E90C}" type="presOf" srcId="{B0C6064A-80F9-4D52-BF99-A9EEAF74F81A}" destId="{E696F085-0D48-EC45-BAAB-B0845268AA42}" srcOrd="0" destOrd="0" presId="urn:microsoft.com/office/officeart/2005/8/layout/orgChart1"/>
    <dgm:cxn modelId="{87C8FE6D-205C-4F74-A72A-AC447BA7C115}" type="presOf" srcId="{2CEC264A-EF1F-104E-8355-97BAF480AD4C}" destId="{FB38F7DE-A1E2-8C4F-96E6-A5D6A070F68B}" srcOrd="0" destOrd="0" presId="urn:microsoft.com/office/officeart/2005/8/layout/orgChart1"/>
    <dgm:cxn modelId="{B79EB34F-153C-4DD4-BC5F-C866F8CD8DE3}" type="presOf" srcId="{2D241D43-19F9-4C69-B6D3-D61FD0DBC4F7}" destId="{EDE920B8-DEBA-BB41-B107-4F3C2AAB2B1D}" srcOrd="0" destOrd="0" presId="urn:microsoft.com/office/officeart/2005/8/layout/orgChart1"/>
    <dgm:cxn modelId="{35B5BD51-F0F1-4501-BE62-93D67207691C}" srcId="{8A36933F-774C-4525-B31F-0A8BE7820AA1}" destId="{E5417E3F-838F-4668-A8B7-6506E1EDC7D2}" srcOrd="2" destOrd="0" parTransId="{318A5B9D-AE84-48A9-9C57-9FF7B05414DC}" sibTransId="{67FF5546-C49A-40BC-86A1-974A56EFC3A2}"/>
    <dgm:cxn modelId="{14093255-4B6A-4496-B69E-7F99C93470BE}" type="presOf" srcId="{E5607074-EEE3-402F-BC70-C1A534BD6029}" destId="{05D8D7CE-53BF-3548-94B7-5A177F59B1EA}" srcOrd="1" destOrd="0" presId="urn:microsoft.com/office/officeart/2005/8/layout/orgChart1"/>
    <dgm:cxn modelId="{47CAF057-1B36-4819-B6DD-33AF69FB8EC9}" srcId="{2F3E8F93-34C7-4CC3-A033-933374700188}" destId="{FD3AA3EA-DE49-445A-8910-F3453A42E68C}" srcOrd="0" destOrd="0" parTransId="{36941C24-8A53-4DD5-B792-1A78B5B1021E}" sibTransId="{7A389822-1953-49CD-BE7B-F5C369ABC0F3}"/>
    <dgm:cxn modelId="{815A247E-4616-4010-8BB4-68083883E77F}" type="presOf" srcId="{3F99F189-2F3D-49D8-90FC-7CF18D7A5489}" destId="{2004ACE5-7740-6D4A-B245-2E65E2497AD2}" srcOrd="0" destOrd="0" presId="urn:microsoft.com/office/officeart/2005/8/layout/orgChart1"/>
    <dgm:cxn modelId="{49F7A37E-AC7F-45C6-AEF1-1794E47FA7CF}" type="presOf" srcId="{637ABECC-A3CA-4EB9-B844-655016402A73}" destId="{23C6863D-94AA-3449-9B61-48EAF1F33555}" srcOrd="0" destOrd="0" presId="urn:microsoft.com/office/officeart/2005/8/layout/orgChart1"/>
    <dgm:cxn modelId="{801BC07F-296F-4327-92BF-0581E4EFBBCF}" type="presOf" srcId="{27792511-E6D0-EC4F-A8FD-71B99E96798C}" destId="{7B127E28-C19F-7145-8E77-F6F4F40F41C9}" srcOrd="1" destOrd="0" presId="urn:microsoft.com/office/officeart/2005/8/layout/orgChart1"/>
    <dgm:cxn modelId="{2E0C0981-BC13-4919-BBB2-639B21E03404}" srcId="{831EC54B-3877-40B6-9D7B-CF7B9FF76B48}" destId="{3F99F189-2F3D-49D8-90FC-7CF18D7A5489}" srcOrd="0" destOrd="0" parTransId="{688D2116-972D-44E7-A83B-CE746AD89B12}" sibTransId="{4BA2A6E6-C467-49FA-BFCE-C30E2AA2D1D2}"/>
    <dgm:cxn modelId="{577DFD85-CF34-4590-AD85-231644BD7D9F}" type="presOf" srcId="{77DE82C2-BA4A-4623-A3BC-C23CB98D3056}" destId="{480591C3-8094-4344-8F82-A3D547F896CF}" srcOrd="0" destOrd="0" presId="urn:microsoft.com/office/officeart/2005/8/layout/orgChart1"/>
    <dgm:cxn modelId="{67622D89-36D4-486E-98EF-CC26DF9527CE}" srcId="{831EC54B-3877-40B6-9D7B-CF7B9FF76B48}" destId="{DDE27CAD-3B07-40DF-8C8B-C422EABBB36E}" srcOrd="1" destOrd="0" parTransId="{8B9E42EF-D9ED-4245-B602-A84534AFEB40}" sibTransId="{CCD2935F-1D8D-4D8B-97E0-BAF0DB547DE7}"/>
    <dgm:cxn modelId="{317E7E89-0F15-4E1D-B120-3D4E79475477}" type="presOf" srcId="{B1F62CDD-F1A0-4DA0-8782-D642A7E311FE}" destId="{95EA068A-F8BA-2F44-8F74-C82EEF7F0074}" srcOrd="1" destOrd="0" presId="urn:microsoft.com/office/officeart/2005/8/layout/orgChart1"/>
    <dgm:cxn modelId="{C8CD8594-2208-BE48-A826-4DC44096861C}" srcId="{406C899F-FAAC-4A6A-A181-B4475C3FDFE1}" destId="{1D8B17F4-FCBB-5B43-90AD-2C4C7D9DD457}" srcOrd="2" destOrd="0" parTransId="{1687E9FF-6E7E-1D46-89C6-62920DF0D740}" sibTransId="{1EBB8296-19FB-EA41-8D93-64E56B79ED46}"/>
    <dgm:cxn modelId="{A1705995-7ED4-BE46-8C03-40264E5FF3EB}" srcId="{406C899F-FAAC-4A6A-A181-B4475C3FDFE1}" destId="{27792511-E6D0-EC4F-A8FD-71B99E96798C}" srcOrd="1" destOrd="0" parTransId="{2CEC264A-EF1F-104E-8355-97BAF480AD4C}" sibTransId="{1D4DBB7E-301A-BC43-8DD4-A48724D0C96E}"/>
    <dgm:cxn modelId="{5C25A895-D648-4503-AC1E-478BD610D022}" type="presOf" srcId="{F00F2390-423F-48F7-950C-4F1D5486698B}" destId="{CCBD3EBC-B743-3A4C-BDD1-BC8427B758F4}" srcOrd="0" destOrd="0" presId="urn:microsoft.com/office/officeart/2005/8/layout/orgChart1"/>
    <dgm:cxn modelId="{F1F37C99-1023-4158-B98F-7D5CB498D4B4}" type="presOf" srcId="{318A5B9D-AE84-48A9-9C57-9FF7B05414DC}" destId="{FC4B7BB3-6BC9-7340-84EB-B2924CF4BCF4}" srcOrd="0" destOrd="0" presId="urn:microsoft.com/office/officeart/2005/8/layout/orgChart1"/>
    <dgm:cxn modelId="{53AD279B-B6DC-B045-BCE5-3D4DF923FFA5}" srcId="{406C899F-FAAC-4A6A-A181-B4475C3FDFE1}" destId="{B97A2C22-DFFA-164E-A295-9FEA53889D8A}" srcOrd="0" destOrd="0" parTransId="{1130EB40-3772-8D4F-B3AC-C906F28E3023}" sibTransId="{2B2F1C3C-0EED-D446-9F19-EF5DCF3625B4}"/>
    <dgm:cxn modelId="{A09A919F-CE1E-4D51-884E-3339F7EE2590}" type="presOf" srcId="{5DB9E89B-460A-42F6-A3A7-336522AD2095}" destId="{F219D5C6-9420-BA49-819A-BC6DC09B964E}" srcOrd="0" destOrd="0" presId="urn:microsoft.com/office/officeart/2005/8/layout/orgChart1"/>
    <dgm:cxn modelId="{132F3AA2-078C-4E57-85B6-2A0971608AB2}" srcId="{8A36933F-774C-4525-B31F-0A8BE7820AA1}" destId="{E5607074-EEE3-402F-BC70-C1A534BD6029}" srcOrd="0" destOrd="0" parTransId="{AE20B6A7-2017-425E-97BD-17575DC84FE8}" sibTransId="{5D09BEF4-F8F7-43AD-B2F5-FB7F609BAE49}"/>
    <dgm:cxn modelId="{CBF68BA2-851A-4297-A6AF-4BFE037A548E}" type="presOf" srcId="{E5417E3F-838F-4668-A8B7-6506E1EDC7D2}" destId="{66205841-D499-3B47-A9EA-5421AE35C382}" srcOrd="1" destOrd="0" presId="urn:microsoft.com/office/officeart/2005/8/layout/orgChart1"/>
    <dgm:cxn modelId="{C2428BA7-3DF9-459B-A86E-62F814F7DB13}" type="presOf" srcId="{AE20B6A7-2017-425E-97BD-17575DC84FE8}" destId="{FDC284C6-D403-6345-9E1A-E1E24CB46189}" srcOrd="0" destOrd="0" presId="urn:microsoft.com/office/officeart/2005/8/layout/orgChart1"/>
    <dgm:cxn modelId="{C33C23A8-AB2C-4B3E-830F-A7F7BBCEC4F8}" type="presOf" srcId="{2F3E8F93-34C7-4CC3-A033-933374700188}" destId="{6F15CB03-3380-5B4B-BCFC-7F34E44FD34C}" srcOrd="1" destOrd="0" presId="urn:microsoft.com/office/officeart/2005/8/layout/orgChart1"/>
    <dgm:cxn modelId="{D30566AF-AF86-429C-9A57-7CF64B032F13}" type="presOf" srcId="{688D2116-972D-44E7-A83B-CE746AD89B12}" destId="{B0E31135-22D6-CD4B-9F0B-5C3E6FB37BFD}" srcOrd="0" destOrd="0" presId="urn:microsoft.com/office/officeart/2005/8/layout/orgChart1"/>
    <dgm:cxn modelId="{AC49EEBC-2E19-4CB6-91F7-E442185663F9}" srcId="{B1F62CDD-F1A0-4DA0-8782-D642A7E311FE}" destId="{5DB9E89B-460A-42F6-A3A7-336522AD2095}" srcOrd="0" destOrd="0" parTransId="{496FD8E8-E3C6-437F-A2E5-31B8BD436979}" sibTransId="{FBDF4D61-794F-46FF-8C97-540C4ADDBBB9}"/>
    <dgm:cxn modelId="{524508CA-B4F7-43DC-8780-364A4E2B0421}" type="presOf" srcId="{AAF79145-7FC0-41A5-8F6A-DF12606FC9A4}" destId="{1B3C49F2-83E1-3749-B40D-E831D425BA46}" srcOrd="0" destOrd="0" presId="urn:microsoft.com/office/officeart/2005/8/layout/orgChart1"/>
    <dgm:cxn modelId="{281686CB-B48C-434A-8C2E-522458E63C17}" type="presOf" srcId="{406C899F-FAAC-4A6A-A181-B4475C3FDFE1}" destId="{0F29258B-C174-E04F-B952-AD7E1A0B6176}" srcOrd="1" destOrd="0" presId="urn:microsoft.com/office/officeart/2005/8/layout/orgChart1"/>
    <dgm:cxn modelId="{9BE67ECF-CABB-44B3-8515-E97D1CE4D60E}" type="presOf" srcId="{831EC54B-3877-40B6-9D7B-CF7B9FF76B48}" destId="{11A35C1A-707D-BB48-9CD9-BAC04197C653}" srcOrd="1" destOrd="0" presId="urn:microsoft.com/office/officeart/2005/8/layout/orgChart1"/>
    <dgm:cxn modelId="{F692ADD6-6033-46AE-83FC-4DB946C8484E}" type="presOf" srcId="{B97A2C22-DFFA-164E-A295-9FEA53889D8A}" destId="{7958F722-C9C7-C04C-9EA3-BEAF7078EE07}" srcOrd="1" destOrd="0" presId="urn:microsoft.com/office/officeart/2005/8/layout/orgChart1"/>
    <dgm:cxn modelId="{3E040DD7-EDBE-439D-8FFD-5459BF1D76C5}" type="presOf" srcId="{1D8B17F4-FCBB-5B43-90AD-2C4C7D9DD457}" destId="{1E76A607-37FF-5440-BF40-E94B6D3827A1}" srcOrd="1" destOrd="0" presId="urn:microsoft.com/office/officeart/2005/8/layout/orgChart1"/>
    <dgm:cxn modelId="{2EB09AD8-E1D9-45C9-B0B1-69F709782AB8}" type="presOf" srcId="{DA969D17-97D0-440B-A86F-F56FD4E6498D}" destId="{2EC09ED1-609D-854E-942D-946BE771E6E7}" srcOrd="1" destOrd="0" presId="urn:microsoft.com/office/officeart/2005/8/layout/orgChart1"/>
    <dgm:cxn modelId="{75AD2BDE-DEF3-472B-8FBB-62D2CDCF5218}" type="presOf" srcId="{3F99F189-2F3D-49D8-90FC-7CF18D7A5489}" destId="{FADED707-AD76-E749-9FC2-E83134484A46}" srcOrd="1" destOrd="0" presId="urn:microsoft.com/office/officeart/2005/8/layout/orgChart1"/>
    <dgm:cxn modelId="{8FBBCDDE-86AF-44DF-951C-E223CA456AD6}" type="presOf" srcId="{B1F62CDD-F1A0-4DA0-8782-D642A7E311FE}" destId="{32EA64F8-A30A-2D47-8816-FE7619DE672E}" srcOrd="0" destOrd="0" presId="urn:microsoft.com/office/officeart/2005/8/layout/orgChart1"/>
    <dgm:cxn modelId="{7A2EB6E2-416D-47F1-BE0E-A85E420B4FD8}" type="presOf" srcId="{406C899F-FAAC-4A6A-A181-B4475C3FDFE1}" destId="{56BC7F51-04EA-C945-B086-47AFCB4D4B32}" srcOrd="0" destOrd="0" presId="urn:microsoft.com/office/officeart/2005/8/layout/orgChart1"/>
    <dgm:cxn modelId="{07EE2AE3-BDE9-4DBE-B88D-8B397AA1F0A5}" type="presOf" srcId="{57693BDF-0026-468A-9320-C4EE4F3EEA91}" destId="{DF4C5805-EE6E-404C-BEE2-27D6A6D93D7D}" srcOrd="0" destOrd="0" presId="urn:microsoft.com/office/officeart/2005/8/layout/orgChart1"/>
    <dgm:cxn modelId="{9D4418E6-206C-419B-9CC8-3A2736EC6D5D}" type="presOf" srcId="{831EC54B-3877-40B6-9D7B-CF7B9FF76B48}" destId="{BC04D3C0-D8A2-234D-AA91-8666421729DD}" srcOrd="0" destOrd="0" presId="urn:microsoft.com/office/officeart/2005/8/layout/orgChart1"/>
    <dgm:cxn modelId="{982984E6-E4AA-4824-9FFD-7557F1139234}" type="presOf" srcId="{FD3AA3EA-DE49-445A-8910-F3453A42E68C}" destId="{B3280AC8-1A60-A446-AD00-909668609DA1}" srcOrd="0" destOrd="0" presId="urn:microsoft.com/office/officeart/2005/8/layout/orgChart1"/>
    <dgm:cxn modelId="{0F829AE8-78B7-4FE1-B89C-E751CC11040E}" type="presOf" srcId="{AC8D30A5-B598-B64B-85EF-7095E2488B21}" destId="{84CA9605-3B0B-B34F-BB52-404C37E8FFAD}" srcOrd="0" destOrd="0" presId="urn:microsoft.com/office/officeart/2005/8/layout/orgChart1"/>
    <dgm:cxn modelId="{5A8AB4E9-0689-4005-87E4-F888FF27D7CD}" type="presOf" srcId="{EE77BF72-C109-4935-938C-082D9178610C}" destId="{CF9D552E-2E91-724F-BC1C-673895B3C9C8}" srcOrd="0" destOrd="0" presId="urn:microsoft.com/office/officeart/2005/8/layout/orgChart1"/>
    <dgm:cxn modelId="{F4A3C6E9-0605-480E-9DB2-7C8CB7001004}" type="presOf" srcId="{5DB9E89B-460A-42F6-A3A7-336522AD2095}" destId="{C448FA0C-9E66-274F-8F28-FB448E255800}" srcOrd="1" destOrd="0" presId="urn:microsoft.com/office/officeart/2005/8/layout/orgChart1"/>
    <dgm:cxn modelId="{085B34EF-2A83-448A-820A-4C9B97DA7266}" type="presOf" srcId="{8A36933F-774C-4525-B31F-0A8BE7820AA1}" destId="{0C0DAF1E-17E8-9141-811C-9E9F817C44BE}" srcOrd="0" destOrd="0" presId="urn:microsoft.com/office/officeart/2005/8/layout/orgChart1"/>
    <dgm:cxn modelId="{7246ABF0-B3E1-437E-8CBA-4AE8C0AE1EAA}" type="presOf" srcId="{8B9E42EF-D9ED-4245-B602-A84534AFEB40}" destId="{AAC4D776-A7B0-CD46-8734-909F950EBA9B}" srcOrd="0" destOrd="0" presId="urn:microsoft.com/office/officeart/2005/8/layout/orgChart1"/>
    <dgm:cxn modelId="{B599D9F1-2FBA-4353-BD0B-AA2ADF4BCE70}" srcId="{FD3AA3EA-DE49-445A-8910-F3453A42E68C}" destId="{637ABECC-A3CA-4EB9-B844-655016402A73}" srcOrd="0" destOrd="0" parTransId="{D84A802C-7DC0-477B-AD62-8918F66C1163}" sibTransId="{7C765446-240E-4869-B358-64C3FAC637FE}"/>
    <dgm:cxn modelId="{F31DD2F3-AF67-48E5-8745-D67400D23858}" type="presOf" srcId="{496FD8E8-E3C6-437F-A2E5-31B8BD436979}" destId="{45FE0EDD-2F35-8047-99B1-D106BEE231E7}" srcOrd="0" destOrd="0" presId="urn:microsoft.com/office/officeart/2005/8/layout/orgChart1"/>
    <dgm:cxn modelId="{3DB512F8-5B8C-4203-85CD-CDA134CD3BF9}" type="presOf" srcId="{637ABECC-A3CA-4EB9-B844-655016402A73}" destId="{915E05EB-F584-A74A-BA04-C78B0DEB5599}" srcOrd="1" destOrd="0" presId="urn:microsoft.com/office/officeart/2005/8/layout/orgChart1"/>
    <dgm:cxn modelId="{6B37D3FA-B026-4C20-AAE4-615034728AFC}" type="presOf" srcId="{36941C24-8A53-4DD5-B792-1A78B5B1021E}" destId="{CE5C2949-1A81-224F-8065-C4722452D2C5}" srcOrd="0" destOrd="0" presId="urn:microsoft.com/office/officeart/2005/8/layout/orgChart1"/>
    <dgm:cxn modelId="{97C307FD-86CF-4716-A27A-E3287DB08B00}" type="presOf" srcId="{E5417E3F-838F-4668-A8B7-6506E1EDC7D2}" destId="{87003F05-4EA6-CE46-AF60-F9302885698D}" srcOrd="0" destOrd="0" presId="urn:microsoft.com/office/officeart/2005/8/layout/orgChart1"/>
    <dgm:cxn modelId="{95C56FFD-FFA1-4B39-827B-AAAACC9E30AA}" type="presOf" srcId="{1D8B17F4-FCBB-5B43-90AD-2C4C7D9DD457}" destId="{3645C1AC-6F75-5A4F-90F0-9C4049EF7801}" srcOrd="0" destOrd="0" presId="urn:microsoft.com/office/officeart/2005/8/layout/orgChart1"/>
    <dgm:cxn modelId="{AACADEFD-5329-4AFC-BBFA-8AC422AA7787}" type="presOf" srcId="{1687E9FF-6E7E-1D46-89C6-62920DF0D740}" destId="{D34882CA-CC9D-3A43-A6A1-8B95D6EB08F9}" srcOrd="0" destOrd="0" presId="urn:microsoft.com/office/officeart/2005/8/layout/orgChart1"/>
    <dgm:cxn modelId="{35F0957A-A7A4-42B3-8349-26F0B2341E98}" type="presParOf" srcId="{2CB3317D-D784-D74A-B6B1-2B19B22E75CB}" destId="{3DB9DA38-930C-334B-9FF7-443BFB50FEB2}" srcOrd="0" destOrd="0" presId="urn:microsoft.com/office/officeart/2005/8/layout/orgChart1"/>
    <dgm:cxn modelId="{1C40853B-3C2F-4EA1-8BD1-C9C8FB0DF14F}" type="presParOf" srcId="{3DB9DA38-930C-334B-9FF7-443BFB50FEB2}" destId="{F48C24CC-1272-8B4E-A785-9749ED67C2A0}" srcOrd="0" destOrd="0" presId="urn:microsoft.com/office/officeart/2005/8/layout/orgChart1"/>
    <dgm:cxn modelId="{A6A84C1A-CB89-4607-93CD-C48F9B087DB9}" type="presParOf" srcId="{F48C24CC-1272-8B4E-A785-9749ED67C2A0}" destId="{5B197F08-51E1-8A46-ABD5-21EDBC710ECD}" srcOrd="0" destOrd="0" presId="urn:microsoft.com/office/officeart/2005/8/layout/orgChart1"/>
    <dgm:cxn modelId="{4B924AC1-EE09-4D8E-A988-31BEEF05F164}" type="presParOf" srcId="{F48C24CC-1272-8B4E-A785-9749ED67C2A0}" destId="{6F15CB03-3380-5B4B-BCFC-7F34E44FD34C}" srcOrd="1" destOrd="0" presId="urn:microsoft.com/office/officeart/2005/8/layout/orgChart1"/>
    <dgm:cxn modelId="{922D9664-E503-447E-98EB-34DBC66FFA9F}" type="presParOf" srcId="{3DB9DA38-930C-334B-9FF7-443BFB50FEB2}" destId="{E6727F23-DBDF-1844-993B-E6E1A452C7DC}" srcOrd="1" destOrd="0" presId="urn:microsoft.com/office/officeart/2005/8/layout/orgChart1"/>
    <dgm:cxn modelId="{ACAF7353-52D3-41F0-BBEE-41930095E3CC}" type="presParOf" srcId="{E6727F23-DBDF-1844-993B-E6E1A452C7DC}" destId="{CE5C2949-1A81-224F-8065-C4722452D2C5}" srcOrd="0" destOrd="0" presId="urn:microsoft.com/office/officeart/2005/8/layout/orgChart1"/>
    <dgm:cxn modelId="{CBAB1B8B-6DF8-424D-9A01-9EC0DF9BE751}" type="presParOf" srcId="{E6727F23-DBDF-1844-993B-E6E1A452C7DC}" destId="{5914C6AA-C504-814E-AF87-482AF1616184}" srcOrd="1" destOrd="0" presId="urn:microsoft.com/office/officeart/2005/8/layout/orgChart1"/>
    <dgm:cxn modelId="{5D88CE93-A1D5-441D-8103-41D1A2264EE5}" type="presParOf" srcId="{5914C6AA-C504-814E-AF87-482AF1616184}" destId="{3E0F4609-4D19-3746-A542-F35A1B3B8E8F}" srcOrd="0" destOrd="0" presId="urn:microsoft.com/office/officeart/2005/8/layout/orgChart1"/>
    <dgm:cxn modelId="{19B5B9EE-2377-4E46-B116-840F04649604}" type="presParOf" srcId="{3E0F4609-4D19-3746-A542-F35A1B3B8E8F}" destId="{B3280AC8-1A60-A446-AD00-909668609DA1}" srcOrd="0" destOrd="0" presId="urn:microsoft.com/office/officeart/2005/8/layout/orgChart1"/>
    <dgm:cxn modelId="{5BAB7695-7283-419E-ADEA-260E99096220}" type="presParOf" srcId="{3E0F4609-4D19-3746-A542-F35A1B3B8E8F}" destId="{D943F96B-9B06-B040-9A9F-3D683E5EDEB5}" srcOrd="1" destOrd="0" presId="urn:microsoft.com/office/officeart/2005/8/layout/orgChart1"/>
    <dgm:cxn modelId="{B0E30076-9BAC-48A7-9413-AAB9B9E09C9E}" type="presParOf" srcId="{5914C6AA-C504-814E-AF87-482AF1616184}" destId="{B2473287-3939-4742-8FE0-5C3757E42ECA}" srcOrd="1" destOrd="0" presId="urn:microsoft.com/office/officeart/2005/8/layout/orgChart1"/>
    <dgm:cxn modelId="{98613E43-D611-4E1F-B811-806E725DE05D}" type="presParOf" srcId="{B2473287-3939-4742-8FE0-5C3757E42ECA}" destId="{498E9300-C78B-864C-BF1F-F5D2FDB5A2FA}" srcOrd="0" destOrd="0" presId="urn:microsoft.com/office/officeart/2005/8/layout/orgChart1"/>
    <dgm:cxn modelId="{B5A4C902-D5B6-4EB1-8AFE-68EB5081974D}" type="presParOf" srcId="{B2473287-3939-4742-8FE0-5C3757E42ECA}" destId="{91CDD307-651A-9242-887D-024B485A8854}" srcOrd="1" destOrd="0" presId="urn:microsoft.com/office/officeart/2005/8/layout/orgChart1"/>
    <dgm:cxn modelId="{F1163FFA-D6B7-432A-9305-7790430FA98E}" type="presParOf" srcId="{91CDD307-651A-9242-887D-024B485A8854}" destId="{6A6DAA34-CBB8-854F-B551-3EC4F97B6CBA}" srcOrd="0" destOrd="0" presId="urn:microsoft.com/office/officeart/2005/8/layout/orgChart1"/>
    <dgm:cxn modelId="{3855B115-8C71-4BAC-B175-BC3E3D0C92D9}" type="presParOf" srcId="{6A6DAA34-CBB8-854F-B551-3EC4F97B6CBA}" destId="{23C6863D-94AA-3449-9B61-48EAF1F33555}" srcOrd="0" destOrd="0" presId="urn:microsoft.com/office/officeart/2005/8/layout/orgChart1"/>
    <dgm:cxn modelId="{6F6AB471-B40C-4E41-8AE7-C165F1408105}" type="presParOf" srcId="{6A6DAA34-CBB8-854F-B551-3EC4F97B6CBA}" destId="{915E05EB-F584-A74A-BA04-C78B0DEB5599}" srcOrd="1" destOrd="0" presId="urn:microsoft.com/office/officeart/2005/8/layout/orgChart1"/>
    <dgm:cxn modelId="{62063061-23B9-42E1-9660-2B6CCAD921AA}" type="presParOf" srcId="{91CDD307-651A-9242-887D-024B485A8854}" destId="{06EA8660-B3A1-6E41-B3EC-61A1618E8268}" srcOrd="1" destOrd="0" presId="urn:microsoft.com/office/officeart/2005/8/layout/orgChart1"/>
    <dgm:cxn modelId="{5980280B-E118-4241-BE36-76302E73E80B}" type="presParOf" srcId="{91CDD307-651A-9242-887D-024B485A8854}" destId="{411E60F8-C239-D444-AD2C-B6EAECC42BE1}" srcOrd="2" destOrd="0" presId="urn:microsoft.com/office/officeart/2005/8/layout/orgChart1"/>
    <dgm:cxn modelId="{4A3CF8DC-8834-4BE6-AABB-75B8356B0A62}" type="presParOf" srcId="{B2473287-3939-4742-8FE0-5C3757E42ECA}" destId="{FCAE25AE-708B-7A4D-A50D-F7681280D092}" srcOrd="2" destOrd="0" presId="urn:microsoft.com/office/officeart/2005/8/layout/orgChart1"/>
    <dgm:cxn modelId="{3036A708-1BB0-45B2-BA9C-4B1315BD446C}" type="presParOf" srcId="{B2473287-3939-4742-8FE0-5C3757E42ECA}" destId="{AF045AE2-24E2-0145-83CC-2266E42426F3}" srcOrd="3" destOrd="0" presId="urn:microsoft.com/office/officeart/2005/8/layout/orgChart1"/>
    <dgm:cxn modelId="{84FB4ACA-4738-43C6-98CE-4D83D31EA3B7}" type="presParOf" srcId="{AF045AE2-24E2-0145-83CC-2266E42426F3}" destId="{6AAAA009-B904-D649-A22E-7F010F7771E0}" srcOrd="0" destOrd="0" presId="urn:microsoft.com/office/officeart/2005/8/layout/orgChart1"/>
    <dgm:cxn modelId="{901C0978-32E7-414E-ABBF-9EC5617E9B53}" type="presParOf" srcId="{6AAAA009-B904-D649-A22E-7F010F7771E0}" destId="{32EA64F8-A30A-2D47-8816-FE7619DE672E}" srcOrd="0" destOrd="0" presId="urn:microsoft.com/office/officeart/2005/8/layout/orgChart1"/>
    <dgm:cxn modelId="{5171B7C5-FBAC-4F45-95A1-16DCAF0AE761}" type="presParOf" srcId="{6AAAA009-B904-D649-A22E-7F010F7771E0}" destId="{95EA068A-F8BA-2F44-8F74-C82EEF7F0074}" srcOrd="1" destOrd="0" presId="urn:microsoft.com/office/officeart/2005/8/layout/orgChart1"/>
    <dgm:cxn modelId="{8FA984E0-063F-4F2A-8F04-F1849FB9B3B8}" type="presParOf" srcId="{AF045AE2-24E2-0145-83CC-2266E42426F3}" destId="{6CDDEF8F-DF4D-CF4A-A0D0-9B0DA1A42C39}" srcOrd="1" destOrd="0" presId="urn:microsoft.com/office/officeart/2005/8/layout/orgChart1"/>
    <dgm:cxn modelId="{77E5C6BA-68B7-498A-88C0-EDE28F811A16}" type="presParOf" srcId="{6CDDEF8F-DF4D-CF4A-A0D0-9B0DA1A42C39}" destId="{45FE0EDD-2F35-8047-99B1-D106BEE231E7}" srcOrd="0" destOrd="0" presId="urn:microsoft.com/office/officeart/2005/8/layout/orgChart1"/>
    <dgm:cxn modelId="{0B795C6A-5CB1-4E0F-9027-259C712DA0FF}" type="presParOf" srcId="{6CDDEF8F-DF4D-CF4A-A0D0-9B0DA1A42C39}" destId="{94A12CC3-05D1-B64C-B835-DD6ECC0DF36C}" srcOrd="1" destOrd="0" presId="urn:microsoft.com/office/officeart/2005/8/layout/orgChart1"/>
    <dgm:cxn modelId="{76231CEA-1F9B-40BD-A258-496226580F58}" type="presParOf" srcId="{94A12CC3-05D1-B64C-B835-DD6ECC0DF36C}" destId="{DA6A5025-4DEF-1049-9C7A-25355C62185D}" srcOrd="0" destOrd="0" presId="urn:microsoft.com/office/officeart/2005/8/layout/orgChart1"/>
    <dgm:cxn modelId="{EB43ED4B-069C-4BB7-8389-93E77679AB1A}" type="presParOf" srcId="{DA6A5025-4DEF-1049-9C7A-25355C62185D}" destId="{F219D5C6-9420-BA49-819A-BC6DC09B964E}" srcOrd="0" destOrd="0" presId="urn:microsoft.com/office/officeart/2005/8/layout/orgChart1"/>
    <dgm:cxn modelId="{C6FF0756-4D4E-4C19-BDEC-68A95F90BD45}" type="presParOf" srcId="{DA6A5025-4DEF-1049-9C7A-25355C62185D}" destId="{C448FA0C-9E66-274F-8F28-FB448E255800}" srcOrd="1" destOrd="0" presId="urn:microsoft.com/office/officeart/2005/8/layout/orgChart1"/>
    <dgm:cxn modelId="{81A3C0BB-89CE-4ECC-B577-4DF8C7783366}" type="presParOf" srcId="{94A12CC3-05D1-B64C-B835-DD6ECC0DF36C}" destId="{5DE66FF0-1C22-3D44-A853-426AE3D25DFA}" srcOrd="1" destOrd="0" presId="urn:microsoft.com/office/officeart/2005/8/layout/orgChart1"/>
    <dgm:cxn modelId="{04B2F12E-ABDA-4F13-94E7-DA2E3C696EEB}" type="presParOf" srcId="{94A12CC3-05D1-B64C-B835-DD6ECC0DF36C}" destId="{30A17EC8-E939-6340-A692-290B94256038}" srcOrd="2" destOrd="0" presId="urn:microsoft.com/office/officeart/2005/8/layout/orgChart1"/>
    <dgm:cxn modelId="{73D044F8-0A9D-4F55-A219-490E3D3EB15F}" type="presParOf" srcId="{6CDDEF8F-DF4D-CF4A-A0D0-9B0DA1A42C39}" destId="{E696F085-0D48-EC45-BAAB-B0845268AA42}" srcOrd="2" destOrd="0" presId="urn:microsoft.com/office/officeart/2005/8/layout/orgChart1"/>
    <dgm:cxn modelId="{134ABC61-5582-44A5-934C-E2FFF5618ACA}" type="presParOf" srcId="{6CDDEF8F-DF4D-CF4A-A0D0-9B0DA1A42C39}" destId="{14292722-F74D-464E-8F71-5A7AADD1D123}" srcOrd="3" destOrd="0" presId="urn:microsoft.com/office/officeart/2005/8/layout/orgChart1"/>
    <dgm:cxn modelId="{7BF6390C-823B-4E7C-839A-FF313E9CE5EB}" type="presParOf" srcId="{14292722-F74D-464E-8F71-5A7AADD1D123}" destId="{1F74249D-B382-514C-A7D0-D93CDE139C94}" srcOrd="0" destOrd="0" presId="urn:microsoft.com/office/officeart/2005/8/layout/orgChart1"/>
    <dgm:cxn modelId="{18287D1D-EF19-4CBC-B9E6-D0DE567FB438}" type="presParOf" srcId="{1F74249D-B382-514C-A7D0-D93CDE139C94}" destId="{CCBD3EBC-B743-3A4C-BDD1-BC8427B758F4}" srcOrd="0" destOrd="0" presId="urn:microsoft.com/office/officeart/2005/8/layout/orgChart1"/>
    <dgm:cxn modelId="{39EAC8C9-83FE-40A7-A0DC-A34230CBBAD6}" type="presParOf" srcId="{1F74249D-B382-514C-A7D0-D93CDE139C94}" destId="{BF183BA5-3BCD-8A4C-844A-93C516422725}" srcOrd="1" destOrd="0" presId="urn:microsoft.com/office/officeart/2005/8/layout/orgChart1"/>
    <dgm:cxn modelId="{8DE1708C-CAFC-4A6C-A59F-1873FFCB472A}" type="presParOf" srcId="{14292722-F74D-464E-8F71-5A7AADD1D123}" destId="{AB3ADA41-8925-9B48-8534-FF0C3557645E}" srcOrd="1" destOrd="0" presId="urn:microsoft.com/office/officeart/2005/8/layout/orgChart1"/>
    <dgm:cxn modelId="{6764C80E-1CBF-49C6-8C0A-E0CE857CE78B}" type="presParOf" srcId="{14292722-F74D-464E-8F71-5A7AADD1D123}" destId="{63E35F54-EC38-3C41-AA74-0BE04B3BD6EC}" srcOrd="2" destOrd="0" presId="urn:microsoft.com/office/officeart/2005/8/layout/orgChart1"/>
    <dgm:cxn modelId="{71A2FCAD-0E2E-43E0-B9E2-BC2F2A35937C}" type="presParOf" srcId="{6CDDEF8F-DF4D-CF4A-A0D0-9B0DA1A42C39}" destId="{DF4C5805-EE6E-404C-BEE2-27D6A6D93D7D}" srcOrd="4" destOrd="0" presId="urn:microsoft.com/office/officeart/2005/8/layout/orgChart1"/>
    <dgm:cxn modelId="{EA32AF77-2985-410A-8685-4B528AB45242}" type="presParOf" srcId="{6CDDEF8F-DF4D-CF4A-A0D0-9B0DA1A42C39}" destId="{C228ACDB-7CC3-3B44-A062-B49598561565}" srcOrd="5" destOrd="0" presId="urn:microsoft.com/office/officeart/2005/8/layout/orgChart1"/>
    <dgm:cxn modelId="{858EE782-0ECE-4925-96B6-BFAA9E63BA3A}" type="presParOf" srcId="{C228ACDB-7CC3-3B44-A062-B49598561565}" destId="{FFBBB2FD-68A3-3E43-BD91-9B42ADCD928E}" srcOrd="0" destOrd="0" presId="urn:microsoft.com/office/officeart/2005/8/layout/orgChart1"/>
    <dgm:cxn modelId="{4740E958-FBE9-442D-AAEF-2A34E5B72018}" type="presParOf" srcId="{FFBBB2FD-68A3-3E43-BD91-9B42ADCD928E}" destId="{480591C3-8094-4344-8F82-A3D547F896CF}" srcOrd="0" destOrd="0" presId="urn:microsoft.com/office/officeart/2005/8/layout/orgChart1"/>
    <dgm:cxn modelId="{4CA3E983-5E1B-410C-9399-A3FE478DFF19}" type="presParOf" srcId="{FFBBB2FD-68A3-3E43-BD91-9B42ADCD928E}" destId="{CC6F07D1-A727-5C4D-B3E2-85318D1EC1C4}" srcOrd="1" destOrd="0" presId="urn:microsoft.com/office/officeart/2005/8/layout/orgChart1"/>
    <dgm:cxn modelId="{CFA1BDAA-3ED6-40FF-A163-914B5444944F}" type="presParOf" srcId="{C228ACDB-7CC3-3B44-A062-B49598561565}" destId="{3081AD68-7366-FB4B-8C68-5AF2F977F863}" srcOrd="1" destOrd="0" presId="urn:microsoft.com/office/officeart/2005/8/layout/orgChart1"/>
    <dgm:cxn modelId="{56BE9083-A344-4F90-8E4C-631FECC71819}" type="presParOf" srcId="{C228ACDB-7CC3-3B44-A062-B49598561565}" destId="{C157A862-B0F2-7A41-81DE-559BA069A335}" srcOrd="2" destOrd="0" presId="urn:microsoft.com/office/officeart/2005/8/layout/orgChart1"/>
    <dgm:cxn modelId="{C3F3A5B5-30E7-455F-8A13-B6F473172A28}" type="presParOf" srcId="{AF045AE2-24E2-0145-83CC-2266E42426F3}" destId="{621B612A-DA7C-E94F-987B-173122B15A0F}" srcOrd="2" destOrd="0" presId="urn:microsoft.com/office/officeart/2005/8/layout/orgChart1"/>
    <dgm:cxn modelId="{78AE6642-E943-43DE-B835-4C0E1FD2FF1A}" type="presParOf" srcId="{5914C6AA-C504-814E-AF87-482AF1616184}" destId="{0D06EFCD-E148-5B47-9BCF-7311C4DBE924}" srcOrd="2" destOrd="0" presId="urn:microsoft.com/office/officeart/2005/8/layout/orgChart1"/>
    <dgm:cxn modelId="{7BBF66AD-2FCE-4630-9D80-F63ADBFE2AEA}" type="presParOf" srcId="{E6727F23-DBDF-1844-993B-E6E1A452C7DC}" destId="{1B3C49F2-83E1-3749-B40D-E831D425BA46}" srcOrd="2" destOrd="0" presId="urn:microsoft.com/office/officeart/2005/8/layout/orgChart1"/>
    <dgm:cxn modelId="{8B87CDFF-6C56-4D87-8DEB-5A20AC8F50EA}" type="presParOf" srcId="{E6727F23-DBDF-1844-993B-E6E1A452C7DC}" destId="{4F7A84C8-9656-294A-A79B-622C79B3AF4D}" srcOrd="3" destOrd="0" presId="urn:microsoft.com/office/officeart/2005/8/layout/orgChart1"/>
    <dgm:cxn modelId="{2A7E312D-C4BB-4136-8C8F-3BDD0540BD25}" type="presParOf" srcId="{4F7A84C8-9656-294A-A79B-622C79B3AF4D}" destId="{ECFC2AF1-AEC5-5042-834B-4CD92550705B}" srcOrd="0" destOrd="0" presId="urn:microsoft.com/office/officeart/2005/8/layout/orgChart1"/>
    <dgm:cxn modelId="{E9D32E1C-0A0C-4F36-A15A-CE81531EF3D6}" type="presParOf" srcId="{ECFC2AF1-AEC5-5042-834B-4CD92550705B}" destId="{BC04D3C0-D8A2-234D-AA91-8666421729DD}" srcOrd="0" destOrd="0" presId="urn:microsoft.com/office/officeart/2005/8/layout/orgChart1"/>
    <dgm:cxn modelId="{F06D88EE-C942-4147-88C5-5A2D81593795}" type="presParOf" srcId="{ECFC2AF1-AEC5-5042-834B-4CD92550705B}" destId="{11A35C1A-707D-BB48-9CD9-BAC04197C653}" srcOrd="1" destOrd="0" presId="urn:microsoft.com/office/officeart/2005/8/layout/orgChart1"/>
    <dgm:cxn modelId="{313E7055-1495-4969-A2D6-51E6D81DE2D0}" type="presParOf" srcId="{4F7A84C8-9656-294A-A79B-622C79B3AF4D}" destId="{AFF1B070-103C-C542-B065-2AEA533D4180}" srcOrd="1" destOrd="0" presId="urn:microsoft.com/office/officeart/2005/8/layout/orgChart1"/>
    <dgm:cxn modelId="{B77967EF-6C03-49C0-9B34-88332777CC45}" type="presParOf" srcId="{AFF1B070-103C-C542-B065-2AEA533D4180}" destId="{B0E31135-22D6-CD4B-9F0B-5C3E6FB37BFD}" srcOrd="0" destOrd="0" presId="urn:microsoft.com/office/officeart/2005/8/layout/orgChart1"/>
    <dgm:cxn modelId="{34453DFF-D1E9-41DE-B4B6-030123BFF188}" type="presParOf" srcId="{AFF1B070-103C-C542-B065-2AEA533D4180}" destId="{244EBB3F-2229-8D4F-9B6D-A30560071EE3}" srcOrd="1" destOrd="0" presId="urn:microsoft.com/office/officeart/2005/8/layout/orgChart1"/>
    <dgm:cxn modelId="{7FC1F581-FB13-48B3-A73C-7D4098F4E0D1}" type="presParOf" srcId="{244EBB3F-2229-8D4F-9B6D-A30560071EE3}" destId="{4FB5E625-CF69-4042-8923-52C4D6D77FC0}" srcOrd="0" destOrd="0" presId="urn:microsoft.com/office/officeart/2005/8/layout/orgChart1"/>
    <dgm:cxn modelId="{0E7D02FF-B2AB-4C33-8AD8-02FFEB87EFAF}" type="presParOf" srcId="{4FB5E625-CF69-4042-8923-52C4D6D77FC0}" destId="{2004ACE5-7740-6D4A-B245-2E65E2497AD2}" srcOrd="0" destOrd="0" presId="urn:microsoft.com/office/officeart/2005/8/layout/orgChart1"/>
    <dgm:cxn modelId="{14563E27-5448-4B07-B7AD-F9075E6A5790}" type="presParOf" srcId="{4FB5E625-CF69-4042-8923-52C4D6D77FC0}" destId="{FADED707-AD76-E749-9FC2-E83134484A46}" srcOrd="1" destOrd="0" presId="urn:microsoft.com/office/officeart/2005/8/layout/orgChart1"/>
    <dgm:cxn modelId="{5DA60A46-E675-4C6C-A017-93CF053ED981}" type="presParOf" srcId="{244EBB3F-2229-8D4F-9B6D-A30560071EE3}" destId="{846455C9-82DF-F64B-BD23-3E6DF73C96B1}" srcOrd="1" destOrd="0" presId="urn:microsoft.com/office/officeart/2005/8/layout/orgChart1"/>
    <dgm:cxn modelId="{CE705A25-AC7E-4718-AB9E-8A8AFFDCF6B0}" type="presParOf" srcId="{244EBB3F-2229-8D4F-9B6D-A30560071EE3}" destId="{E88A3EF0-5DA6-9743-82BE-0AB92AE56C34}" srcOrd="2" destOrd="0" presId="urn:microsoft.com/office/officeart/2005/8/layout/orgChart1"/>
    <dgm:cxn modelId="{ED2028EF-7D55-4A77-9752-10CC14D24598}" type="presParOf" srcId="{AFF1B070-103C-C542-B065-2AEA533D4180}" destId="{AAC4D776-A7B0-CD46-8734-909F950EBA9B}" srcOrd="2" destOrd="0" presId="urn:microsoft.com/office/officeart/2005/8/layout/orgChart1"/>
    <dgm:cxn modelId="{6F2401B8-5769-4411-8FEC-A1651A2BBCF4}" type="presParOf" srcId="{AFF1B070-103C-C542-B065-2AEA533D4180}" destId="{4F76E1FA-6B98-7C44-ACCB-5FEB1C039913}" srcOrd="3" destOrd="0" presId="urn:microsoft.com/office/officeart/2005/8/layout/orgChart1"/>
    <dgm:cxn modelId="{F7D512CC-49F1-4C80-B4EA-CBA01D72C8FC}" type="presParOf" srcId="{4F76E1FA-6B98-7C44-ACCB-5FEB1C039913}" destId="{DF729D6D-ED16-5249-8221-7EA5C2245E7A}" srcOrd="0" destOrd="0" presId="urn:microsoft.com/office/officeart/2005/8/layout/orgChart1"/>
    <dgm:cxn modelId="{2DFAB3E8-D1D7-4A97-9EA5-02D195F81E6F}" type="presParOf" srcId="{DF729D6D-ED16-5249-8221-7EA5C2245E7A}" destId="{259A0BC8-027A-6F40-BCE4-328BA4B4F1E3}" srcOrd="0" destOrd="0" presId="urn:microsoft.com/office/officeart/2005/8/layout/orgChart1"/>
    <dgm:cxn modelId="{45841B32-EE0D-4BF8-BC9F-0565DDCC8AB6}" type="presParOf" srcId="{DF729D6D-ED16-5249-8221-7EA5C2245E7A}" destId="{7295D486-E29C-2242-8A8C-2F344A380039}" srcOrd="1" destOrd="0" presId="urn:microsoft.com/office/officeart/2005/8/layout/orgChart1"/>
    <dgm:cxn modelId="{EBBDD9A4-E1E8-458D-BC76-0CDCFDE67F81}" type="presParOf" srcId="{4F76E1FA-6B98-7C44-ACCB-5FEB1C039913}" destId="{0F85DE83-E0DA-6946-AF08-692ECEDAA58B}" srcOrd="1" destOrd="0" presId="urn:microsoft.com/office/officeart/2005/8/layout/orgChart1"/>
    <dgm:cxn modelId="{4C5EF32D-2C94-405D-9E8B-6130C1326A13}" type="presParOf" srcId="{4F76E1FA-6B98-7C44-ACCB-5FEB1C039913}" destId="{55F94385-C271-9249-A16B-982A33048CC7}" srcOrd="2" destOrd="0" presId="urn:microsoft.com/office/officeart/2005/8/layout/orgChart1"/>
    <dgm:cxn modelId="{693D016E-CA66-4303-91F7-E0B01804F293}" type="presParOf" srcId="{4F7A84C8-9656-294A-A79B-622C79B3AF4D}" destId="{3994D28D-B5D6-614D-9D2F-CAFEAADEFCC2}" srcOrd="2" destOrd="0" presId="urn:microsoft.com/office/officeart/2005/8/layout/orgChart1"/>
    <dgm:cxn modelId="{A3F327C7-B796-4C9D-A153-3E23E1B265DC}" type="presParOf" srcId="{E6727F23-DBDF-1844-993B-E6E1A452C7DC}" destId="{CF9D552E-2E91-724F-BC1C-673895B3C9C8}" srcOrd="4" destOrd="0" presId="urn:microsoft.com/office/officeart/2005/8/layout/orgChart1"/>
    <dgm:cxn modelId="{5129E709-2EC4-410C-9E90-30E4CB6B7771}" type="presParOf" srcId="{E6727F23-DBDF-1844-993B-E6E1A452C7DC}" destId="{2D7DCE8B-0F42-944A-9F2D-596E1ADB047A}" srcOrd="5" destOrd="0" presId="urn:microsoft.com/office/officeart/2005/8/layout/orgChart1"/>
    <dgm:cxn modelId="{5A14BD78-5686-4BE5-99BB-3F3E0C61FB55}" type="presParOf" srcId="{2D7DCE8B-0F42-944A-9F2D-596E1ADB047A}" destId="{DCAFA045-9024-2D42-9F0C-DE89CB36B856}" srcOrd="0" destOrd="0" presId="urn:microsoft.com/office/officeart/2005/8/layout/orgChart1"/>
    <dgm:cxn modelId="{6C026B17-97C3-4B97-8513-56FCF95DB9EB}" type="presParOf" srcId="{DCAFA045-9024-2D42-9F0C-DE89CB36B856}" destId="{56BC7F51-04EA-C945-B086-47AFCB4D4B32}" srcOrd="0" destOrd="0" presId="urn:microsoft.com/office/officeart/2005/8/layout/orgChart1"/>
    <dgm:cxn modelId="{85F79003-6045-4416-986B-700A586A625C}" type="presParOf" srcId="{DCAFA045-9024-2D42-9F0C-DE89CB36B856}" destId="{0F29258B-C174-E04F-B952-AD7E1A0B6176}" srcOrd="1" destOrd="0" presId="urn:microsoft.com/office/officeart/2005/8/layout/orgChart1"/>
    <dgm:cxn modelId="{FB7D4EDA-4D80-4615-892B-51D23A83E63F}" type="presParOf" srcId="{2D7DCE8B-0F42-944A-9F2D-596E1ADB047A}" destId="{F75F351E-D86C-144A-B0DB-6D01F5A67304}" srcOrd="1" destOrd="0" presId="urn:microsoft.com/office/officeart/2005/8/layout/orgChart1"/>
    <dgm:cxn modelId="{7EA39A94-2B37-4ED1-AE5A-B40ADAFC981B}" type="presParOf" srcId="{F75F351E-D86C-144A-B0DB-6D01F5A67304}" destId="{5EB1C620-06D5-7946-AB9E-11433A983B41}" srcOrd="0" destOrd="0" presId="urn:microsoft.com/office/officeart/2005/8/layout/orgChart1"/>
    <dgm:cxn modelId="{AA26FA80-9A93-4E05-9FF9-DC53AAF1E9ED}" type="presParOf" srcId="{F75F351E-D86C-144A-B0DB-6D01F5A67304}" destId="{42A135E8-D6AF-F744-B0E3-C29042D7AD38}" srcOrd="1" destOrd="0" presId="urn:microsoft.com/office/officeart/2005/8/layout/orgChart1"/>
    <dgm:cxn modelId="{9FD0597B-55AB-44C7-8F60-80262B3D04E3}" type="presParOf" srcId="{42A135E8-D6AF-F744-B0E3-C29042D7AD38}" destId="{764E7ED4-2D62-E747-85BA-BE05EF3A709D}" srcOrd="0" destOrd="0" presId="urn:microsoft.com/office/officeart/2005/8/layout/orgChart1"/>
    <dgm:cxn modelId="{21EF371E-8A11-463A-BAC4-2CA2FCCE46F1}" type="presParOf" srcId="{764E7ED4-2D62-E747-85BA-BE05EF3A709D}" destId="{CAE53D00-9B4B-BF42-8DDE-326F853C2A9A}" srcOrd="0" destOrd="0" presId="urn:microsoft.com/office/officeart/2005/8/layout/orgChart1"/>
    <dgm:cxn modelId="{0FEFC4AC-EC89-4BB8-A1BA-63EC991B00F3}" type="presParOf" srcId="{764E7ED4-2D62-E747-85BA-BE05EF3A709D}" destId="{7958F722-C9C7-C04C-9EA3-BEAF7078EE07}" srcOrd="1" destOrd="0" presId="urn:microsoft.com/office/officeart/2005/8/layout/orgChart1"/>
    <dgm:cxn modelId="{8EA9D7A5-41F5-4314-A1E2-4DBA92323B9A}" type="presParOf" srcId="{42A135E8-D6AF-F744-B0E3-C29042D7AD38}" destId="{96AE049A-7FD4-7044-84C0-E238AE678449}" srcOrd="1" destOrd="0" presId="urn:microsoft.com/office/officeart/2005/8/layout/orgChart1"/>
    <dgm:cxn modelId="{E26A2D8E-3622-4BC8-BA1A-5D322D1886D1}" type="presParOf" srcId="{42A135E8-D6AF-F744-B0E3-C29042D7AD38}" destId="{BF45E3AE-DB17-614B-B7BD-2D190715A1AD}" srcOrd="2" destOrd="0" presId="urn:microsoft.com/office/officeart/2005/8/layout/orgChart1"/>
    <dgm:cxn modelId="{E796355B-D65B-41B8-9C69-8C28FD2C4EC3}" type="presParOf" srcId="{F75F351E-D86C-144A-B0DB-6D01F5A67304}" destId="{FB38F7DE-A1E2-8C4F-96E6-A5D6A070F68B}" srcOrd="2" destOrd="0" presId="urn:microsoft.com/office/officeart/2005/8/layout/orgChart1"/>
    <dgm:cxn modelId="{92D89FF5-2157-4DFD-8ECB-2A1DD51F6D5D}" type="presParOf" srcId="{F75F351E-D86C-144A-B0DB-6D01F5A67304}" destId="{F2E138C9-6782-774E-BE50-54B704A54970}" srcOrd="3" destOrd="0" presId="urn:microsoft.com/office/officeart/2005/8/layout/orgChart1"/>
    <dgm:cxn modelId="{A6394A49-56A4-4B4E-BEC3-420882576773}" type="presParOf" srcId="{F2E138C9-6782-774E-BE50-54B704A54970}" destId="{741DE6F3-8773-054C-9D51-EC8AFA1A5E42}" srcOrd="0" destOrd="0" presId="urn:microsoft.com/office/officeart/2005/8/layout/orgChart1"/>
    <dgm:cxn modelId="{108EFB3F-8BC9-41F4-8C7A-CFF4CDF17F7C}" type="presParOf" srcId="{741DE6F3-8773-054C-9D51-EC8AFA1A5E42}" destId="{02AA6DA3-18A1-E143-A0FA-95D1F0E10FD0}" srcOrd="0" destOrd="0" presId="urn:microsoft.com/office/officeart/2005/8/layout/orgChart1"/>
    <dgm:cxn modelId="{4BE4708B-8DFB-4B05-AE69-08564A0A0259}" type="presParOf" srcId="{741DE6F3-8773-054C-9D51-EC8AFA1A5E42}" destId="{7B127E28-C19F-7145-8E77-F6F4F40F41C9}" srcOrd="1" destOrd="0" presId="urn:microsoft.com/office/officeart/2005/8/layout/orgChart1"/>
    <dgm:cxn modelId="{84D32288-D98F-4A54-8EF1-59C91C44DB6A}" type="presParOf" srcId="{F2E138C9-6782-774E-BE50-54B704A54970}" destId="{1A33410E-CF8B-5346-BF30-228130EF37E9}" srcOrd="1" destOrd="0" presId="urn:microsoft.com/office/officeart/2005/8/layout/orgChart1"/>
    <dgm:cxn modelId="{7333CA47-3272-4568-8F22-A6C4D4216BDE}" type="presParOf" srcId="{F2E138C9-6782-774E-BE50-54B704A54970}" destId="{78909982-4919-D345-8E50-1D380EC8E239}" srcOrd="2" destOrd="0" presId="urn:microsoft.com/office/officeart/2005/8/layout/orgChart1"/>
    <dgm:cxn modelId="{155BC2B4-ED92-41CB-98FA-BAD709FCC3C5}" type="presParOf" srcId="{F75F351E-D86C-144A-B0DB-6D01F5A67304}" destId="{D34882CA-CC9D-3A43-A6A1-8B95D6EB08F9}" srcOrd="4" destOrd="0" presId="urn:microsoft.com/office/officeart/2005/8/layout/orgChart1"/>
    <dgm:cxn modelId="{032C8123-0C44-4FD3-A46D-056F4A874298}" type="presParOf" srcId="{F75F351E-D86C-144A-B0DB-6D01F5A67304}" destId="{BA2D2B28-B65A-4B48-B9D5-49311606EDA7}" srcOrd="5" destOrd="0" presId="urn:microsoft.com/office/officeart/2005/8/layout/orgChart1"/>
    <dgm:cxn modelId="{924B8FD0-6585-47BD-B2D2-C027F26F719B}" type="presParOf" srcId="{BA2D2B28-B65A-4B48-B9D5-49311606EDA7}" destId="{011E5DAA-6308-CA4D-8193-4B6B9CCA9B9E}" srcOrd="0" destOrd="0" presId="urn:microsoft.com/office/officeart/2005/8/layout/orgChart1"/>
    <dgm:cxn modelId="{61E35BDA-1D01-465D-9A23-3AD8F8CC3B60}" type="presParOf" srcId="{011E5DAA-6308-CA4D-8193-4B6B9CCA9B9E}" destId="{3645C1AC-6F75-5A4F-90F0-9C4049EF7801}" srcOrd="0" destOrd="0" presId="urn:microsoft.com/office/officeart/2005/8/layout/orgChart1"/>
    <dgm:cxn modelId="{59CBE888-7D25-4199-979D-0F508E9E8C9F}" type="presParOf" srcId="{011E5DAA-6308-CA4D-8193-4B6B9CCA9B9E}" destId="{1E76A607-37FF-5440-BF40-E94B6D3827A1}" srcOrd="1" destOrd="0" presId="urn:microsoft.com/office/officeart/2005/8/layout/orgChart1"/>
    <dgm:cxn modelId="{801665B2-A808-4DCB-B7C6-C62B634B00CE}" type="presParOf" srcId="{BA2D2B28-B65A-4B48-B9D5-49311606EDA7}" destId="{038B26C9-DB71-E643-8217-EFE3806C03BD}" srcOrd="1" destOrd="0" presId="urn:microsoft.com/office/officeart/2005/8/layout/orgChart1"/>
    <dgm:cxn modelId="{65B16F28-ECD5-40D9-B91A-03A358236AB6}" type="presParOf" srcId="{BA2D2B28-B65A-4B48-B9D5-49311606EDA7}" destId="{58C0CBB1-9CA0-4643-BE1D-823BC56A4484}" srcOrd="2" destOrd="0" presId="urn:microsoft.com/office/officeart/2005/8/layout/orgChart1"/>
    <dgm:cxn modelId="{2199BCE8-B85A-4A01-B345-BB672C409051}" type="presParOf" srcId="{F75F351E-D86C-144A-B0DB-6D01F5A67304}" destId="{78ABB670-CEC3-164B-8C71-B9CDB98ED8C1}" srcOrd="6" destOrd="0" presId="urn:microsoft.com/office/officeart/2005/8/layout/orgChart1"/>
    <dgm:cxn modelId="{9341D42E-2184-4C2F-96C6-4008C88B400B}" type="presParOf" srcId="{F75F351E-D86C-144A-B0DB-6D01F5A67304}" destId="{5DA9EC41-FD0B-F842-92A3-F297EC7DEA05}" srcOrd="7" destOrd="0" presId="urn:microsoft.com/office/officeart/2005/8/layout/orgChart1"/>
    <dgm:cxn modelId="{607C540F-1A2B-429C-B9C7-56210F119478}" type="presParOf" srcId="{5DA9EC41-FD0B-F842-92A3-F297EC7DEA05}" destId="{3A1327E4-C963-1D4C-9FE1-05343475C2C4}" srcOrd="0" destOrd="0" presId="urn:microsoft.com/office/officeart/2005/8/layout/orgChart1"/>
    <dgm:cxn modelId="{CAC12B23-9DA3-47DB-9F5B-072C22956879}" type="presParOf" srcId="{3A1327E4-C963-1D4C-9FE1-05343475C2C4}" destId="{84CA9605-3B0B-B34F-BB52-404C37E8FFAD}" srcOrd="0" destOrd="0" presId="urn:microsoft.com/office/officeart/2005/8/layout/orgChart1"/>
    <dgm:cxn modelId="{CA19C717-FDC2-41AA-A335-C8352D078E57}" type="presParOf" srcId="{3A1327E4-C963-1D4C-9FE1-05343475C2C4}" destId="{06E62283-2609-1E40-8A64-E386E694F7D4}" srcOrd="1" destOrd="0" presId="urn:microsoft.com/office/officeart/2005/8/layout/orgChart1"/>
    <dgm:cxn modelId="{A2A93FE9-75D3-436E-9FF9-135FD1C3392D}" type="presParOf" srcId="{5DA9EC41-FD0B-F842-92A3-F297EC7DEA05}" destId="{FE5F68B7-83D4-E744-BC16-DB79A95BD1E6}" srcOrd="1" destOrd="0" presId="urn:microsoft.com/office/officeart/2005/8/layout/orgChart1"/>
    <dgm:cxn modelId="{852D3CE0-7290-4F4E-B659-2A53895D813D}" type="presParOf" srcId="{5DA9EC41-FD0B-F842-92A3-F297EC7DEA05}" destId="{C64D211D-0677-0D4E-BE82-DF142E079A0C}" srcOrd="2" destOrd="0" presId="urn:microsoft.com/office/officeart/2005/8/layout/orgChart1"/>
    <dgm:cxn modelId="{1C3C8BDF-2725-4DE2-A9E4-90126439D20F}" type="presParOf" srcId="{2D7DCE8B-0F42-944A-9F2D-596E1ADB047A}" destId="{820C0821-2CAE-A54D-86F2-A06F63C2B0EA}" srcOrd="2" destOrd="0" presId="urn:microsoft.com/office/officeart/2005/8/layout/orgChart1"/>
    <dgm:cxn modelId="{F4E4AB8A-8176-46DB-840A-EA130B569B0B}" type="presParOf" srcId="{E6727F23-DBDF-1844-993B-E6E1A452C7DC}" destId="{EDE920B8-DEBA-BB41-B107-4F3C2AAB2B1D}" srcOrd="6" destOrd="0" presId="urn:microsoft.com/office/officeart/2005/8/layout/orgChart1"/>
    <dgm:cxn modelId="{F52E0BB2-0288-47EF-A351-15F97A38D2D7}" type="presParOf" srcId="{E6727F23-DBDF-1844-993B-E6E1A452C7DC}" destId="{2AFA16B3-BF11-484E-9A71-54D576367377}" srcOrd="7" destOrd="0" presId="urn:microsoft.com/office/officeart/2005/8/layout/orgChart1"/>
    <dgm:cxn modelId="{87D416AE-8175-4321-B234-8320020F4CDC}" type="presParOf" srcId="{2AFA16B3-BF11-484E-9A71-54D576367377}" destId="{8E32007A-0C87-7D49-B82A-9FA367E36FEF}" srcOrd="0" destOrd="0" presId="urn:microsoft.com/office/officeart/2005/8/layout/orgChart1"/>
    <dgm:cxn modelId="{99F6BBBA-9647-4F5B-8810-9F4C30BD2146}" type="presParOf" srcId="{8E32007A-0C87-7D49-B82A-9FA367E36FEF}" destId="{0C0DAF1E-17E8-9141-811C-9E9F817C44BE}" srcOrd="0" destOrd="0" presId="urn:microsoft.com/office/officeart/2005/8/layout/orgChart1"/>
    <dgm:cxn modelId="{11700739-6EA9-44A2-8DA2-13178B81BA04}" type="presParOf" srcId="{8E32007A-0C87-7D49-B82A-9FA367E36FEF}" destId="{EE4567E0-6027-7647-9E69-FBD950019454}" srcOrd="1" destOrd="0" presId="urn:microsoft.com/office/officeart/2005/8/layout/orgChart1"/>
    <dgm:cxn modelId="{7F8B6FF6-EA4B-46AA-BDDE-EBCF1A9EAFFE}" type="presParOf" srcId="{2AFA16B3-BF11-484E-9A71-54D576367377}" destId="{5A288C5E-CB91-0740-A9F6-29391C4A790B}" srcOrd="1" destOrd="0" presId="urn:microsoft.com/office/officeart/2005/8/layout/orgChart1"/>
    <dgm:cxn modelId="{2893596C-442D-4CBB-B902-9CB9B60CF022}" type="presParOf" srcId="{5A288C5E-CB91-0740-A9F6-29391C4A790B}" destId="{FDC284C6-D403-6345-9E1A-E1E24CB46189}" srcOrd="0" destOrd="0" presId="urn:microsoft.com/office/officeart/2005/8/layout/orgChart1"/>
    <dgm:cxn modelId="{42314F0D-5F98-467C-82B0-0BF731B29446}" type="presParOf" srcId="{5A288C5E-CB91-0740-A9F6-29391C4A790B}" destId="{25129BC3-E043-7844-9090-36C4387CCA6A}" srcOrd="1" destOrd="0" presId="urn:microsoft.com/office/officeart/2005/8/layout/orgChart1"/>
    <dgm:cxn modelId="{FF237757-75B7-49D7-B4B2-364D8656BCE7}" type="presParOf" srcId="{25129BC3-E043-7844-9090-36C4387CCA6A}" destId="{94C6DC20-43B3-884B-9628-A8659319F3F4}" srcOrd="0" destOrd="0" presId="urn:microsoft.com/office/officeart/2005/8/layout/orgChart1"/>
    <dgm:cxn modelId="{19D167F3-EAE1-4B8A-BFDC-F22078F79DCF}" type="presParOf" srcId="{94C6DC20-43B3-884B-9628-A8659319F3F4}" destId="{2B2536D9-7E0A-604B-BAE4-94F29120E4E4}" srcOrd="0" destOrd="0" presId="urn:microsoft.com/office/officeart/2005/8/layout/orgChart1"/>
    <dgm:cxn modelId="{3DC1C45C-4BC6-4121-8E6D-36B250504580}" type="presParOf" srcId="{94C6DC20-43B3-884B-9628-A8659319F3F4}" destId="{05D8D7CE-53BF-3548-94B7-5A177F59B1EA}" srcOrd="1" destOrd="0" presId="urn:microsoft.com/office/officeart/2005/8/layout/orgChart1"/>
    <dgm:cxn modelId="{C8D4059E-3193-41CC-81B1-11A72C40094A}" type="presParOf" srcId="{25129BC3-E043-7844-9090-36C4387CCA6A}" destId="{63A09EA8-CFEF-2F42-9A2C-6EA0AC7793AE}" srcOrd="1" destOrd="0" presId="urn:microsoft.com/office/officeart/2005/8/layout/orgChart1"/>
    <dgm:cxn modelId="{F1DEC8A7-5663-4BFA-868A-47E7ED209A36}" type="presParOf" srcId="{25129BC3-E043-7844-9090-36C4387CCA6A}" destId="{965CDC96-F296-5A4E-B480-D92BBF347F4F}" srcOrd="2" destOrd="0" presId="urn:microsoft.com/office/officeart/2005/8/layout/orgChart1"/>
    <dgm:cxn modelId="{A9EE4574-15C0-4234-B915-9A032C3C7ED2}" type="presParOf" srcId="{5A288C5E-CB91-0740-A9F6-29391C4A790B}" destId="{F24C4A0B-C0F6-7046-9D88-763F38F110DC}" srcOrd="2" destOrd="0" presId="urn:microsoft.com/office/officeart/2005/8/layout/orgChart1"/>
    <dgm:cxn modelId="{1231A82C-34E2-4BE6-B1F7-E9EC052D37CE}" type="presParOf" srcId="{5A288C5E-CB91-0740-A9F6-29391C4A790B}" destId="{3CC78864-57CE-E247-9617-5FB54FDB08BC}" srcOrd="3" destOrd="0" presId="urn:microsoft.com/office/officeart/2005/8/layout/orgChart1"/>
    <dgm:cxn modelId="{6D0EE893-64CD-44C2-B35C-BD2FB3C437F3}" type="presParOf" srcId="{3CC78864-57CE-E247-9617-5FB54FDB08BC}" destId="{AD19E9A5-EAC6-534A-87AF-E7A0498980A2}" srcOrd="0" destOrd="0" presId="urn:microsoft.com/office/officeart/2005/8/layout/orgChart1"/>
    <dgm:cxn modelId="{D9FAB16C-15FD-4E36-8446-81F0BAC62D04}" type="presParOf" srcId="{AD19E9A5-EAC6-534A-87AF-E7A0498980A2}" destId="{C3D82260-5EB3-A140-BF6A-C7144986B46F}" srcOrd="0" destOrd="0" presId="urn:microsoft.com/office/officeart/2005/8/layout/orgChart1"/>
    <dgm:cxn modelId="{2D7BFE10-1955-479F-959E-31B582AD2533}" type="presParOf" srcId="{AD19E9A5-EAC6-534A-87AF-E7A0498980A2}" destId="{2EC09ED1-609D-854E-942D-946BE771E6E7}" srcOrd="1" destOrd="0" presId="urn:microsoft.com/office/officeart/2005/8/layout/orgChart1"/>
    <dgm:cxn modelId="{748710D7-6AB2-4A65-B639-ECA5F0FDBD36}" type="presParOf" srcId="{3CC78864-57CE-E247-9617-5FB54FDB08BC}" destId="{7CEC47B4-DC46-324F-809D-D818918B4643}" srcOrd="1" destOrd="0" presId="urn:microsoft.com/office/officeart/2005/8/layout/orgChart1"/>
    <dgm:cxn modelId="{6DBEDF70-8A5E-4817-AF5E-01E1CC187F2D}" type="presParOf" srcId="{3CC78864-57CE-E247-9617-5FB54FDB08BC}" destId="{4A596E2E-F801-FD4F-8858-F26B6C58C5D4}" srcOrd="2" destOrd="0" presId="urn:microsoft.com/office/officeart/2005/8/layout/orgChart1"/>
    <dgm:cxn modelId="{F652F719-E554-4ED6-AC6E-63C07CCEF2E1}" type="presParOf" srcId="{5A288C5E-CB91-0740-A9F6-29391C4A790B}" destId="{FC4B7BB3-6BC9-7340-84EB-B2924CF4BCF4}" srcOrd="4" destOrd="0" presId="urn:microsoft.com/office/officeart/2005/8/layout/orgChart1"/>
    <dgm:cxn modelId="{0A9813ED-9D0E-4DB7-BDC7-A576BCD61408}" type="presParOf" srcId="{5A288C5E-CB91-0740-A9F6-29391C4A790B}" destId="{0EF79923-71B5-C746-8BA0-9810B21C6195}" srcOrd="5" destOrd="0" presId="urn:microsoft.com/office/officeart/2005/8/layout/orgChart1"/>
    <dgm:cxn modelId="{3B70E233-950C-498D-AF3A-1F12F8E448B1}" type="presParOf" srcId="{0EF79923-71B5-C746-8BA0-9810B21C6195}" destId="{E1A676F5-1499-A14A-8A2A-E1BF45331E5D}" srcOrd="0" destOrd="0" presId="urn:microsoft.com/office/officeart/2005/8/layout/orgChart1"/>
    <dgm:cxn modelId="{95C84981-5963-4596-832E-43BB635A2617}" type="presParOf" srcId="{E1A676F5-1499-A14A-8A2A-E1BF45331E5D}" destId="{87003F05-4EA6-CE46-AF60-F9302885698D}" srcOrd="0" destOrd="0" presId="urn:microsoft.com/office/officeart/2005/8/layout/orgChart1"/>
    <dgm:cxn modelId="{C1B8BD35-4101-423A-B06B-EA38C1067F46}" type="presParOf" srcId="{E1A676F5-1499-A14A-8A2A-E1BF45331E5D}" destId="{66205841-D499-3B47-A9EA-5421AE35C382}" srcOrd="1" destOrd="0" presId="urn:microsoft.com/office/officeart/2005/8/layout/orgChart1"/>
    <dgm:cxn modelId="{06B991E1-96A0-4EE2-BA8D-2D62529C5EB1}" type="presParOf" srcId="{0EF79923-71B5-C746-8BA0-9810B21C6195}" destId="{9184719A-EF29-A945-9D4F-AF3D839D04D1}" srcOrd="1" destOrd="0" presId="urn:microsoft.com/office/officeart/2005/8/layout/orgChart1"/>
    <dgm:cxn modelId="{74CA8D2E-D430-4C8D-B754-3AB17D379AA9}" type="presParOf" srcId="{0EF79923-71B5-C746-8BA0-9810B21C6195}" destId="{740BA22F-187A-5644-9B2E-87662DB6BA81}" srcOrd="2" destOrd="0" presId="urn:microsoft.com/office/officeart/2005/8/layout/orgChart1"/>
    <dgm:cxn modelId="{D669C7D0-BA90-476C-A40D-8BB2ABF285B5}" type="presParOf" srcId="{2AFA16B3-BF11-484E-9A71-54D576367377}" destId="{355FDD9E-E8C0-F944-AB72-44AA4B173DC7}" srcOrd="2" destOrd="0" presId="urn:microsoft.com/office/officeart/2005/8/layout/orgChart1"/>
    <dgm:cxn modelId="{808C9AF5-488F-40D5-A841-488AD5B662D1}" type="presParOf" srcId="{3DB9DA38-930C-334B-9FF7-443BFB50FEB2}" destId="{9B0C5637-A76F-FF4B-A6F4-8056EE7ED7A7}" srcOrd="2" destOrd="0" presId="urn:microsoft.com/office/officeart/2005/8/layout/orgChart1"/>
  </dgm:cxnLst>
  <dgm:bg>
    <a:solidFill>
      <a:schemeClr val="lt1">
        <a:hueOff val="0"/>
        <a:satOff val="0"/>
        <a:lumOff val="0"/>
      </a:schemeClr>
    </a:solidFill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8B308C0-526A-432E-BC92-74A594AE2D6F}" type="doc">
      <dgm:prSet loTypeId="urn:microsoft.com/office/officeart/2005/8/layout/orgChart1" loCatId="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2F3E8F93-34C7-4CC3-A033-933374700188}">
      <dgm:prSet phldrT="[Text]" custT="1"/>
      <dgm:spPr/>
      <dgm:t>
        <a:bodyPr/>
        <a:lstStyle/>
        <a:p>
          <a:r>
            <a:rPr lang="en-US" sz="1600" b="1" dirty="0"/>
            <a:t>Stages / levels of Software Testing </a:t>
          </a:r>
        </a:p>
      </dgm:t>
    </dgm:pt>
    <dgm:pt modelId="{61365931-13B6-45D8-8BD3-076A8437CAB1}" type="parTrans" cxnId="{125F7A49-5E61-41EA-8571-1EECB731EF14}">
      <dgm:prSet/>
      <dgm:spPr/>
      <dgm:t>
        <a:bodyPr/>
        <a:lstStyle/>
        <a:p>
          <a:endParaRPr lang="en-US" sz="1400"/>
        </a:p>
      </dgm:t>
    </dgm:pt>
    <dgm:pt modelId="{FA437FCF-F89D-4C49-BB4A-0008919024F8}" type="sibTrans" cxnId="{125F7A49-5E61-41EA-8571-1EECB731EF14}">
      <dgm:prSet/>
      <dgm:spPr/>
      <dgm:t>
        <a:bodyPr/>
        <a:lstStyle/>
        <a:p>
          <a:endParaRPr lang="en-US" sz="1400"/>
        </a:p>
      </dgm:t>
    </dgm:pt>
    <dgm:pt modelId="{FD3AA3EA-DE49-445A-8910-F3453A42E68C}">
      <dgm:prSet phldrT="[Text]" custT="1"/>
      <dgm:spPr/>
      <dgm:t>
        <a:bodyPr/>
        <a:lstStyle/>
        <a:p>
          <a:r>
            <a:rPr lang="en-US" sz="1400" dirty="0"/>
            <a:t>1. Component</a:t>
          </a:r>
        </a:p>
      </dgm:t>
    </dgm:pt>
    <dgm:pt modelId="{36941C24-8A53-4DD5-B792-1A78B5B1021E}" type="parTrans" cxnId="{47CAF057-1B36-4819-B6DD-33AF69FB8EC9}">
      <dgm:prSet/>
      <dgm:spPr/>
      <dgm:t>
        <a:bodyPr/>
        <a:lstStyle/>
        <a:p>
          <a:endParaRPr lang="en-US" sz="1400"/>
        </a:p>
      </dgm:t>
    </dgm:pt>
    <dgm:pt modelId="{7A389822-1953-49CD-BE7B-F5C369ABC0F3}" type="sibTrans" cxnId="{47CAF057-1B36-4819-B6DD-33AF69FB8EC9}">
      <dgm:prSet/>
      <dgm:spPr/>
      <dgm:t>
        <a:bodyPr/>
        <a:lstStyle/>
        <a:p>
          <a:endParaRPr lang="en-US" sz="1400"/>
        </a:p>
      </dgm:t>
    </dgm:pt>
    <dgm:pt modelId="{831EC54B-3877-40B6-9D7B-CF7B9FF76B48}">
      <dgm:prSet phldrT="[Text]" custT="1"/>
      <dgm:spPr/>
      <dgm:t>
        <a:bodyPr/>
        <a:lstStyle/>
        <a:p>
          <a:r>
            <a:rPr lang="en-US" sz="1400" dirty="0"/>
            <a:t>2. Integration</a:t>
          </a:r>
        </a:p>
      </dgm:t>
    </dgm:pt>
    <dgm:pt modelId="{AAF79145-7FC0-41A5-8F6A-DF12606FC9A4}" type="parTrans" cxnId="{EBE66F5E-F8D2-46A8-A9DF-2C8AECD394B4}">
      <dgm:prSet/>
      <dgm:spPr/>
      <dgm:t>
        <a:bodyPr/>
        <a:lstStyle/>
        <a:p>
          <a:endParaRPr lang="en-US" sz="1400"/>
        </a:p>
      </dgm:t>
    </dgm:pt>
    <dgm:pt modelId="{BF62FF1C-9EC1-4A1B-A794-64054440B278}" type="sibTrans" cxnId="{EBE66F5E-F8D2-46A8-A9DF-2C8AECD394B4}">
      <dgm:prSet/>
      <dgm:spPr/>
      <dgm:t>
        <a:bodyPr/>
        <a:lstStyle/>
        <a:p>
          <a:endParaRPr lang="en-US" sz="1400"/>
        </a:p>
      </dgm:t>
    </dgm:pt>
    <dgm:pt modelId="{E5607074-EEE3-402F-BC70-C1A534BD6029}">
      <dgm:prSet phldrT="[Text]" custT="1"/>
      <dgm:spPr/>
      <dgm:t>
        <a:bodyPr/>
        <a:lstStyle/>
        <a:p>
          <a:r>
            <a:rPr lang="en-US" sz="1400" dirty="0"/>
            <a:t>a) Alpha</a:t>
          </a:r>
        </a:p>
      </dgm:t>
    </dgm:pt>
    <dgm:pt modelId="{AE20B6A7-2017-425E-97BD-17575DC84FE8}" type="parTrans" cxnId="{132F3AA2-078C-4E57-85B6-2A0971608AB2}">
      <dgm:prSet/>
      <dgm:spPr/>
      <dgm:t>
        <a:bodyPr/>
        <a:lstStyle/>
        <a:p>
          <a:endParaRPr lang="en-US" sz="1400"/>
        </a:p>
      </dgm:t>
    </dgm:pt>
    <dgm:pt modelId="{5D09BEF4-F8F7-43AD-B2F5-FB7F609BAE49}" type="sibTrans" cxnId="{132F3AA2-078C-4E57-85B6-2A0971608AB2}">
      <dgm:prSet/>
      <dgm:spPr/>
      <dgm:t>
        <a:bodyPr/>
        <a:lstStyle/>
        <a:p>
          <a:endParaRPr lang="en-US" sz="1400"/>
        </a:p>
      </dgm:t>
    </dgm:pt>
    <dgm:pt modelId="{637ABECC-A3CA-4EB9-B844-655016402A73}">
      <dgm:prSet phldrT="[Text]" custT="1"/>
      <dgm:spPr/>
      <dgm:t>
        <a:bodyPr/>
        <a:lstStyle/>
        <a:p>
          <a:r>
            <a:rPr lang="en-US" sz="1400" dirty="0"/>
            <a:t>Object/Class</a:t>
          </a:r>
        </a:p>
      </dgm:t>
    </dgm:pt>
    <dgm:pt modelId="{D84A802C-7DC0-477B-AD62-8918F66C1163}" type="parTrans" cxnId="{B599D9F1-2FBA-4353-BD0B-AA2ADF4BCE70}">
      <dgm:prSet/>
      <dgm:spPr/>
      <dgm:t>
        <a:bodyPr/>
        <a:lstStyle/>
        <a:p>
          <a:endParaRPr lang="en-US" sz="1400"/>
        </a:p>
      </dgm:t>
    </dgm:pt>
    <dgm:pt modelId="{7C765446-240E-4869-B358-64C3FAC637FE}" type="sibTrans" cxnId="{B599D9F1-2FBA-4353-BD0B-AA2ADF4BCE70}">
      <dgm:prSet/>
      <dgm:spPr/>
      <dgm:t>
        <a:bodyPr/>
        <a:lstStyle/>
        <a:p>
          <a:endParaRPr lang="en-US" sz="1400"/>
        </a:p>
      </dgm:t>
    </dgm:pt>
    <dgm:pt modelId="{B1F62CDD-F1A0-4DA0-8782-D642A7E311FE}">
      <dgm:prSet phldrT="[Text]" custT="1"/>
      <dgm:spPr/>
      <dgm:t>
        <a:bodyPr/>
        <a:lstStyle/>
        <a:p>
          <a:r>
            <a:rPr lang="en-US" sz="1400" dirty="0"/>
            <a:t>Interface</a:t>
          </a:r>
        </a:p>
      </dgm:t>
    </dgm:pt>
    <dgm:pt modelId="{EC55709E-936C-48B4-A533-143F8A26A63C}" type="parTrans" cxnId="{5113F960-E739-4F89-B33A-3D6C62236B40}">
      <dgm:prSet/>
      <dgm:spPr/>
      <dgm:t>
        <a:bodyPr/>
        <a:lstStyle/>
        <a:p>
          <a:endParaRPr lang="en-US" sz="1400"/>
        </a:p>
      </dgm:t>
    </dgm:pt>
    <dgm:pt modelId="{9AF8ECDC-41BB-48A0-99F7-90A4F49B9D1F}" type="sibTrans" cxnId="{5113F960-E739-4F89-B33A-3D6C62236B40}">
      <dgm:prSet/>
      <dgm:spPr/>
      <dgm:t>
        <a:bodyPr/>
        <a:lstStyle/>
        <a:p>
          <a:endParaRPr lang="en-US" sz="1400"/>
        </a:p>
      </dgm:t>
    </dgm:pt>
    <dgm:pt modelId="{8A36933F-774C-4525-B31F-0A8BE7820AA1}">
      <dgm:prSet phldrT="[Text]" custT="1"/>
      <dgm:spPr/>
      <dgm:t>
        <a:bodyPr/>
        <a:lstStyle/>
        <a:p>
          <a:r>
            <a:rPr lang="en-US" sz="1400"/>
            <a:t>4. </a:t>
          </a:r>
          <a:r>
            <a:rPr lang="en-US" sz="1400" dirty="0"/>
            <a:t>Acceptance</a:t>
          </a:r>
        </a:p>
      </dgm:t>
    </dgm:pt>
    <dgm:pt modelId="{2D241D43-19F9-4C69-B6D3-D61FD0DBC4F7}" type="parTrans" cxnId="{90C3DA01-8D85-4EC5-B7EF-C892685614A7}">
      <dgm:prSet/>
      <dgm:spPr/>
      <dgm:t>
        <a:bodyPr/>
        <a:lstStyle/>
        <a:p>
          <a:endParaRPr lang="en-US" sz="1400"/>
        </a:p>
      </dgm:t>
    </dgm:pt>
    <dgm:pt modelId="{2D838C83-F9E7-4090-8AC4-AA227D23B691}" type="sibTrans" cxnId="{90C3DA01-8D85-4EC5-B7EF-C892685614A7}">
      <dgm:prSet/>
      <dgm:spPr/>
      <dgm:t>
        <a:bodyPr/>
        <a:lstStyle/>
        <a:p>
          <a:endParaRPr lang="en-US" sz="1400"/>
        </a:p>
      </dgm:t>
    </dgm:pt>
    <dgm:pt modelId="{DA969D17-97D0-440B-A86F-F56FD4E6498D}">
      <dgm:prSet phldrT="[Text]" custT="1"/>
      <dgm:spPr/>
      <dgm:t>
        <a:bodyPr/>
        <a:lstStyle/>
        <a:p>
          <a:r>
            <a:rPr lang="en-US" sz="1400" dirty="0"/>
            <a:t>b) Beta</a:t>
          </a:r>
        </a:p>
      </dgm:t>
    </dgm:pt>
    <dgm:pt modelId="{C7D20519-FBCE-4F1C-9937-1198FBC403A7}" type="parTrans" cxnId="{19BEF12B-A988-483E-B412-D6D898AB9A46}">
      <dgm:prSet/>
      <dgm:spPr/>
      <dgm:t>
        <a:bodyPr/>
        <a:lstStyle/>
        <a:p>
          <a:endParaRPr lang="en-US" sz="1400"/>
        </a:p>
      </dgm:t>
    </dgm:pt>
    <dgm:pt modelId="{623550A0-08B6-4851-8D58-74A689E7B136}" type="sibTrans" cxnId="{19BEF12B-A988-483E-B412-D6D898AB9A46}">
      <dgm:prSet/>
      <dgm:spPr/>
      <dgm:t>
        <a:bodyPr/>
        <a:lstStyle/>
        <a:p>
          <a:endParaRPr lang="en-US" sz="1400"/>
        </a:p>
      </dgm:t>
    </dgm:pt>
    <dgm:pt modelId="{E5417E3F-838F-4668-A8B7-6506E1EDC7D2}">
      <dgm:prSet phldrT="[Text]" custT="1"/>
      <dgm:spPr/>
      <dgm:t>
        <a:bodyPr/>
        <a:lstStyle/>
        <a:p>
          <a:r>
            <a:rPr lang="en-US" sz="1400" dirty="0"/>
            <a:t>c) UAT</a:t>
          </a:r>
        </a:p>
      </dgm:t>
    </dgm:pt>
    <dgm:pt modelId="{318A5B9D-AE84-48A9-9C57-9FF7B05414DC}" type="parTrans" cxnId="{35B5BD51-F0F1-4501-BE62-93D67207691C}">
      <dgm:prSet/>
      <dgm:spPr/>
      <dgm:t>
        <a:bodyPr/>
        <a:lstStyle/>
        <a:p>
          <a:endParaRPr lang="en-US" sz="1400"/>
        </a:p>
      </dgm:t>
    </dgm:pt>
    <dgm:pt modelId="{67FF5546-C49A-40BC-86A1-974A56EFC3A2}" type="sibTrans" cxnId="{35B5BD51-F0F1-4501-BE62-93D67207691C}">
      <dgm:prSet/>
      <dgm:spPr/>
      <dgm:t>
        <a:bodyPr/>
        <a:lstStyle/>
        <a:p>
          <a:endParaRPr lang="en-US" sz="1400"/>
        </a:p>
      </dgm:t>
    </dgm:pt>
    <dgm:pt modelId="{5DB9E89B-460A-42F6-A3A7-336522AD2095}">
      <dgm:prSet phldrT="[Text]" custT="1"/>
      <dgm:spPr/>
      <dgm:t>
        <a:bodyPr/>
        <a:lstStyle/>
        <a:p>
          <a:r>
            <a:rPr lang="en-US" sz="1200" dirty="0"/>
            <a:t>Parameter</a:t>
          </a:r>
        </a:p>
      </dgm:t>
    </dgm:pt>
    <dgm:pt modelId="{496FD8E8-E3C6-437F-A2E5-31B8BD436979}" type="parTrans" cxnId="{AC49EEBC-2E19-4CB6-91F7-E442185663F9}">
      <dgm:prSet/>
      <dgm:spPr/>
      <dgm:t>
        <a:bodyPr/>
        <a:lstStyle/>
        <a:p>
          <a:endParaRPr lang="en-US" sz="1400"/>
        </a:p>
      </dgm:t>
    </dgm:pt>
    <dgm:pt modelId="{FBDF4D61-794F-46FF-8C97-540C4ADDBBB9}" type="sibTrans" cxnId="{AC49EEBC-2E19-4CB6-91F7-E442185663F9}">
      <dgm:prSet/>
      <dgm:spPr/>
      <dgm:t>
        <a:bodyPr/>
        <a:lstStyle/>
        <a:p>
          <a:endParaRPr lang="en-US" sz="1400"/>
        </a:p>
      </dgm:t>
    </dgm:pt>
    <dgm:pt modelId="{F00F2390-423F-48F7-950C-4F1D5486698B}">
      <dgm:prSet phldrT="[Text]" custT="1"/>
      <dgm:spPr/>
      <dgm:t>
        <a:bodyPr/>
        <a:lstStyle/>
        <a:p>
          <a:r>
            <a:rPr lang="en-US" sz="1200" dirty="0"/>
            <a:t>Procedural</a:t>
          </a:r>
        </a:p>
      </dgm:t>
    </dgm:pt>
    <dgm:pt modelId="{B0C6064A-80F9-4D52-BF99-A9EEAF74F81A}" type="parTrans" cxnId="{A878E629-FE80-4B10-AD48-A1E045D3EB8C}">
      <dgm:prSet/>
      <dgm:spPr/>
      <dgm:t>
        <a:bodyPr/>
        <a:lstStyle/>
        <a:p>
          <a:endParaRPr lang="en-US" sz="1400"/>
        </a:p>
      </dgm:t>
    </dgm:pt>
    <dgm:pt modelId="{2162EE2A-2607-4E2D-B5D0-823659F9A190}" type="sibTrans" cxnId="{A878E629-FE80-4B10-AD48-A1E045D3EB8C}">
      <dgm:prSet/>
      <dgm:spPr/>
      <dgm:t>
        <a:bodyPr/>
        <a:lstStyle/>
        <a:p>
          <a:endParaRPr lang="en-US" sz="1400"/>
        </a:p>
      </dgm:t>
    </dgm:pt>
    <dgm:pt modelId="{77DE82C2-BA4A-4623-A3BC-C23CB98D3056}">
      <dgm:prSet phldrT="[Text]" custT="1"/>
      <dgm:spPr/>
      <dgm:t>
        <a:bodyPr/>
        <a:lstStyle/>
        <a:p>
          <a:r>
            <a:rPr lang="en-US" sz="1200" dirty="0"/>
            <a:t>Message Passing</a:t>
          </a:r>
        </a:p>
      </dgm:t>
    </dgm:pt>
    <dgm:pt modelId="{57693BDF-0026-468A-9320-C4EE4F3EEA91}" type="parTrans" cxnId="{DCD23E44-00FA-40DA-BF78-EDC07F29A914}">
      <dgm:prSet/>
      <dgm:spPr/>
      <dgm:t>
        <a:bodyPr/>
        <a:lstStyle/>
        <a:p>
          <a:endParaRPr lang="en-US" sz="1400"/>
        </a:p>
      </dgm:t>
    </dgm:pt>
    <dgm:pt modelId="{AD34205B-8D8B-41A3-BA0A-6D414378C8F2}" type="sibTrans" cxnId="{DCD23E44-00FA-40DA-BF78-EDC07F29A914}">
      <dgm:prSet/>
      <dgm:spPr/>
      <dgm:t>
        <a:bodyPr/>
        <a:lstStyle/>
        <a:p>
          <a:endParaRPr lang="en-US" sz="1400"/>
        </a:p>
      </dgm:t>
    </dgm:pt>
    <dgm:pt modelId="{3F99F189-2F3D-49D8-90FC-7CF18D7A5489}">
      <dgm:prSet phldrT="[Text]" custT="1"/>
      <dgm:spPr/>
      <dgm:t>
        <a:bodyPr/>
        <a:lstStyle/>
        <a:p>
          <a:r>
            <a:rPr lang="en-US" sz="1400" dirty="0"/>
            <a:t>Top-down</a:t>
          </a:r>
        </a:p>
      </dgm:t>
    </dgm:pt>
    <dgm:pt modelId="{688D2116-972D-44E7-A83B-CE746AD89B12}" type="parTrans" cxnId="{2E0C0981-BC13-4919-BBB2-639B21E03404}">
      <dgm:prSet/>
      <dgm:spPr/>
      <dgm:t>
        <a:bodyPr/>
        <a:lstStyle/>
        <a:p>
          <a:endParaRPr lang="en-US" sz="1400"/>
        </a:p>
      </dgm:t>
    </dgm:pt>
    <dgm:pt modelId="{4BA2A6E6-C467-49FA-BFCE-C30E2AA2D1D2}" type="sibTrans" cxnId="{2E0C0981-BC13-4919-BBB2-639B21E03404}">
      <dgm:prSet/>
      <dgm:spPr/>
      <dgm:t>
        <a:bodyPr/>
        <a:lstStyle/>
        <a:p>
          <a:endParaRPr lang="en-US" sz="1400"/>
        </a:p>
      </dgm:t>
    </dgm:pt>
    <dgm:pt modelId="{DDE27CAD-3B07-40DF-8C8B-C422EABBB36E}">
      <dgm:prSet phldrT="[Text]" custT="1"/>
      <dgm:spPr/>
      <dgm:t>
        <a:bodyPr/>
        <a:lstStyle/>
        <a:p>
          <a:r>
            <a:rPr lang="en-US" sz="1400" dirty="0"/>
            <a:t>Bottom-up</a:t>
          </a:r>
        </a:p>
      </dgm:t>
    </dgm:pt>
    <dgm:pt modelId="{8B9E42EF-D9ED-4245-B602-A84534AFEB40}" type="parTrans" cxnId="{67622D89-36D4-486E-98EF-CC26DF9527CE}">
      <dgm:prSet/>
      <dgm:spPr/>
      <dgm:t>
        <a:bodyPr/>
        <a:lstStyle/>
        <a:p>
          <a:endParaRPr lang="en-US" sz="1400"/>
        </a:p>
      </dgm:t>
    </dgm:pt>
    <dgm:pt modelId="{CCD2935F-1D8D-4D8B-97E0-BAF0DB547DE7}" type="sibTrans" cxnId="{67622D89-36D4-486E-98EF-CC26DF9527CE}">
      <dgm:prSet/>
      <dgm:spPr/>
      <dgm:t>
        <a:bodyPr/>
        <a:lstStyle/>
        <a:p>
          <a:endParaRPr lang="en-US" sz="1400"/>
        </a:p>
      </dgm:t>
    </dgm:pt>
    <dgm:pt modelId="{AC8D30A5-B598-B64B-85EF-7095E2488B21}">
      <dgm:prSet custT="1"/>
      <dgm:spPr/>
      <dgm:t>
        <a:bodyPr/>
        <a:lstStyle/>
        <a:p>
          <a:r>
            <a:rPr lang="en-US" sz="1400"/>
            <a:t>NF: Stress</a:t>
          </a:r>
          <a:endParaRPr lang="en-US" sz="1400" dirty="0"/>
        </a:p>
      </dgm:t>
    </dgm:pt>
    <dgm:pt modelId="{8CC6B28D-DAE3-F84E-8251-180257AC01C6}" type="parTrans" cxnId="{60FA3908-7C7A-504B-812A-EC2308FB9CA0}">
      <dgm:prSet/>
      <dgm:spPr/>
      <dgm:t>
        <a:bodyPr/>
        <a:lstStyle/>
        <a:p>
          <a:endParaRPr lang="en-US"/>
        </a:p>
      </dgm:t>
    </dgm:pt>
    <dgm:pt modelId="{8D476BAB-7C69-9344-9667-0A1A192224CE}" type="sibTrans" cxnId="{60FA3908-7C7A-504B-812A-EC2308FB9CA0}">
      <dgm:prSet/>
      <dgm:spPr/>
      <dgm:t>
        <a:bodyPr/>
        <a:lstStyle/>
        <a:p>
          <a:endParaRPr lang="en-US"/>
        </a:p>
      </dgm:t>
    </dgm:pt>
    <dgm:pt modelId="{1D8B17F4-FCBB-5B43-90AD-2C4C7D9DD457}">
      <dgm:prSet custT="1"/>
      <dgm:spPr/>
      <dgm:t>
        <a:bodyPr/>
        <a:lstStyle/>
        <a:p>
          <a:r>
            <a:rPr lang="en-US" sz="1400" dirty="0"/>
            <a:t>NF: Performance</a:t>
          </a:r>
        </a:p>
      </dgm:t>
    </dgm:pt>
    <dgm:pt modelId="{1687E9FF-6E7E-1D46-89C6-62920DF0D740}" type="parTrans" cxnId="{C8CD8594-2208-BE48-A826-4DC44096861C}">
      <dgm:prSet/>
      <dgm:spPr/>
      <dgm:t>
        <a:bodyPr/>
        <a:lstStyle/>
        <a:p>
          <a:endParaRPr lang="en-US"/>
        </a:p>
      </dgm:t>
    </dgm:pt>
    <dgm:pt modelId="{1EBB8296-19FB-EA41-8D93-64E56B79ED46}" type="sibTrans" cxnId="{C8CD8594-2208-BE48-A826-4DC44096861C}">
      <dgm:prSet/>
      <dgm:spPr/>
      <dgm:t>
        <a:bodyPr/>
        <a:lstStyle/>
        <a:p>
          <a:endParaRPr lang="en-US"/>
        </a:p>
      </dgm:t>
    </dgm:pt>
    <dgm:pt modelId="{27792511-E6D0-EC4F-A8FD-71B99E96798C}">
      <dgm:prSet custT="1"/>
      <dgm:spPr/>
      <dgm:t>
        <a:bodyPr/>
        <a:lstStyle/>
        <a:p>
          <a:r>
            <a:rPr lang="en-US" sz="1400" dirty="0"/>
            <a:t>NF: Usability</a:t>
          </a:r>
        </a:p>
      </dgm:t>
    </dgm:pt>
    <dgm:pt modelId="{2CEC264A-EF1F-104E-8355-97BAF480AD4C}" type="parTrans" cxnId="{A1705995-7ED4-BE46-8C03-40264E5FF3EB}">
      <dgm:prSet/>
      <dgm:spPr/>
      <dgm:t>
        <a:bodyPr/>
        <a:lstStyle/>
        <a:p>
          <a:endParaRPr lang="en-US"/>
        </a:p>
      </dgm:t>
    </dgm:pt>
    <dgm:pt modelId="{1D4DBB7E-301A-BC43-8DD4-A48724D0C96E}" type="sibTrans" cxnId="{A1705995-7ED4-BE46-8C03-40264E5FF3EB}">
      <dgm:prSet/>
      <dgm:spPr/>
      <dgm:t>
        <a:bodyPr/>
        <a:lstStyle/>
        <a:p>
          <a:endParaRPr lang="en-US"/>
        </a:p>
      </dgm:t>
    </dgm:pt>
    <dgm:pt modelId="{406C899F-FAAC-4A6A-A181-B4475C3FDFE1}">
      <dgm:prSet phldrT="[Text]" custT="1"/>
      <dgm:spPr/>
      <dgm:t>
        <a:bodyPr/>
        <a:lstStyle/>
        <a:p>
          <a:r>
            <a:rPr lang="en-US" sz="1400" dirty="0"/>
            <a:t>3. System</a:t>
          </a:r>
        </a:p>
      </dgm:t>
    </dgm:pt>
    <dgm:pt modelId="{DDCEBECD-1740-436B-B22A-F49D39B86898}" type="sibTrans" cxnId="{FAAC0D3C-19F7-4541-90CB-0C8B4771E79B}">
      <dgm:prSet/>
      <dgm:spPr/>
      <dgm:t>
        <a:bodyPr/>
        <a:lstStyle/>
        <a:p>
          <a:endParaRPr lang="en-US" sz="1400"/>
        </a:p>
      </dgm:t>
    </dgm:pt>
    <dgm:pt modelId="{EE77BF72-C109-4935-938C-082D9178610C}" type="parTrans" cxnId="{FAAC0D3C-19F7-4541-90CB-0C8B4771E79B}">
      <dgm:prSet/>
      <dgm:spPr/>
      <dgm:t>
        <a:bodyPr/>
        <a:lstStyle/>
        <a:p>
          <a:endParaRPr lang="en-US" sz="1400"/>
        </a:p>
      </dgm:t>
    </dgm:pt>
    <dgm:pt modelId="{B97A2C22-DFFA-164E-A295-9FEA53889D8A}">
      <dgm:prSet custT="1"/>
      <dgm:spPr/>
      <dgm:t>
        <a:bodyPr/>
        <a:lstStyle/>
        <a:p>
          <a:r>
            <a:rPr lang="en-US" sz="1400" dirty="0"/>
            <a:t>Functional</a:t>
          </a:r>
        </a:p>
      </dgm:t>
    </dgm:pt>
    <dgm:pt modelId="{1130EB40-3772-8D4F-B3AC-C906F28E3023}" type="parTrans" cxnId="{53AD279B-B6DC-B045-BCE5-3D4DF923FFA5}">
      <dgm:prSet/>
      <dgm:spPr/>
      <dgm:t>
        <a:bodyPr/>
        <a:lstStyle/>
        <a:p>
          <a:endParaRPr lang="en-US"/>
        </a:p>
      </dgm:t>
    </dgm:pt>
    <dgm:pt modelId="{2B2F1C3C-0EED-D446-9F19-EF5DCF3625B4}" type="sibTrans" cxnId="{53AD279B-B6DC-B045-BCE5-3D4DF923FFA5}">
      <dgm:prSet/>
      <dgm:spPr/>
      <dgm:t>
        <a:bodyPr/>
        <a:lstStyle/>
        <a:p>
          <a:endParaRPr lang="en-US"/>
        </a:p>
      </dgm:t>
    </dgm:pt>
    <dgm:pt modelId="{2CB3317D-D784-D74A-B6B1-2B19B22E75CB}" type="pres">
      <dgm:prSet presAssocID="{88B308C0-526A-432E-BC92-74A594AE2D6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DB9DA38-930C-334B-9FF7-443BFB50FEB2}" type="pres">
      <dgm:prSet presAssocID="{2F3E8F93-34C7-4CC3-A033-933374700188}" presName="hierRoot1" presStyleCnt="0">
        <dgm:presLayoutVars>
          <dgm:hierBranch val="init"/>
        </dgm:presLayoutVars>
      </dgm:prSet>
      <dgm:spPr/>
    </dgm:pt>
    <dgm:pt modelId="{F48C24CC-1272-8B4E-A785-9749ED67C2A0}" type="pres">
      <dgm:prSet presAssocID="{2F3E8F93-34C7-4CC3-A033-933374700188}" presName="rootComposite1" presStyleCnt="0"/>
      <dgm:spPr/>
    </dgm:pt>
    <dgm:pt modelId="{5B197F08-51E1-8A46-ABD5-21EDBC710ECD}" type="pres">
      <dgm:prSet presAssocID="{2F3E8F93-34C7-4CC3-A033-933374700188}" presName="rootText1" presStyleLbl="node0" presStyleIdx="0" presStyleCnt="1" custScaleX="167465">
        <dgm:presLayoutVars>
          <dgm:chPref val="3"/>
        </dgm:presLayoutVars>
      </dgm:prSet>
      <dgm:spPr/>
    </dgm:pt>
    <dgm:pt modelId="{6F15CB03-3380-5B4B-BCFC-7F34E44FD34C}" type="pres">
      <dgm:prSet presAssocID="{2F3E8F93-34C7-4CC3-A033-933374700188}" presName="rootConnector1" presStyleLbl="node1" presStyleIdx="0" presStyleCnt="0"/>
      <dgm:spPr/>
    </dgm:pt>
    <dgm:pt modelId="{E6727F23-DBDF-1844-993B-E6E1A452C7DC}" type="pres">
      <dgm:prSet presAssocID="{2F3E8F93-34C7-4CC3-A033-933374700188}" presName="hierChild2" presStyleCnt="0"/>
      <dgm:spPr/>
    </dgm:pt>
    <dgm:pt modelId="{CE5C2949-1A81-224F-8065-C4722452D2C5}" type="pres">
      <dgm:prSet presAssocID="{36941C24-8A53-4DD5-B792-1A78B5B1021E}" presName="Name37" presStyleLbl="parChTrans1D2" presStyleIdx="0" presStyleCnt="4"/>
      <dgm:spPr/>
    </dgm:pt>
    <dgm:pt modelId="{5914C6AA-C504-814E-AF87-482AF1616184}" type="pres">
      <dgm:prSet presAssocID="{FD3AA3EA-DE49-445A-8910-F3453A42E68C}" presName="hierRoot2" presStyleCnt="0">
        <dgm:presLayoutVars>
          <dgm:hierBranch val="init"/>
        </dgm:presLayoutVars>
      </dgm:prSet>
      <dgm:spPr/>
    </dgm:pt>
    <dgm:pt modelId="{3E0F4609-4D19-3746-A542-F35A1B3B8E8F}" type="pres">
      <dgm:prSet presAssocID="{FD3AA3EA-DE49-445A-8910-F3453A42E68C}" presName="rootComposite" presStyleCnt="0"/>
      <dgm:spPr/>
    </dgm:pt>
    <dgm:pt modelId="{B3280AC8-1A60-A446-AD00-909668609DA1}" type="pres">
      <dgm:prSet presAssocID="{FD3AA3EA-DE49-445A-8910-F3453A42E68C}" presName="rootText" presStyleLbl="node2" presStyleIdx="0" presStyleCnt="4">
        <dgm:presLayoutVars>
          <dgm:chPref val="3"/>
        </dgm:presLayoutVars>
      </dgm:prSet>
      <dgm:spPr/>
    </dgm:pt>
    <dgm:pt modelId="{D943F96B-9B06-B040-9A9F-3D683E5EDEB5}" type="pres">
      <dgm:prSet presAssocID="{FD3AA3EA-DE49-445A-8910-F3453A42E68C}" presName="rootConnector" presStyleLbl="node2" presStyleIdx="0" presStyleCnt="4"/>
      <dgm:spPr/>
    </dgm:pt>
    <dgm:pt modelId="{B2473287-3939-4742-8FE0-5C3757E42ECA}" type="pres">
      <dgm:prSet presAssocID="{FD3AA3EA-DE49-445A-8910-F3453A42E68C}" presName="hierChild4" presStyleCnt="0"/>
      <dgm:spPr/>
    </dgm:pt>
    <dgm:pt modelId="{498E9300-C78B-864C-BF1F-F5D2FDB5A2FA}" type="pres">
      <dgm:prSet presAssocID="{D84A802C-7DC0-477B-AD62-8918F66C1163}" presName="Name37" presStyleLbl="parChTrans1D3" presStyleIdx="0" presStyleCnt="11"/>
      <dgm:spPr/>
    </dgm:pt>
    <dgm:pt modelId="{91CDD307-651A-9242-887D-024B485A8854}" type="pres">
      <dgm:prSet presAssocID="{637ABECC-A3CA-4EB9-B844-655016402A73}" presName="hierRoot2" presStyleCnt="0">
        <dgm:presLayoutVars>
          <dgm:hierBranch val="init"/>
        </dgm:presLayoutVars>
      </dgm:prSet>
      <dgm:spPr/>
    </dgm:pt>
    <dgm:pt modelId="{6A6DAA34-CBB8-854F-B551-3EC4F97B6CBA}" type="pres">
      <dgm:prSet presAssocID="{637ABECC-A3CA-4EB9-B844-655016402A73}" presName="rootComposite" presStyleCnt="0"/>
      <dgm:spPr/>
    </dgm:pt>
    <dgm:pt modelId="{23C6863D-94AA-3449-9B61-48EAF1F33555}" type="pres">
      <dgm:prSet presAssocID="{637ABECC-A3CA-4EB9-B844-655016402A73}" presName="rootText" presStyleLbl="node3" presStyleIdx="0" presStyleCnt="11">
        <dgm:presLayoutVars>
          <dgm:chPref val="3"/>
        </dgm:presLayoutVars>
      </dgm:prSet>
      <dgm:spPr/>
    </dgm:pt>
    <dgm:pt modelId="{915E05EB-F584-A74A-BA04-C78B0DEB5599}" type="pres">
      <dgm:prSet presAssocID="{637ABECC-A3CA-4EB9-B844-655016402A73}" presName="rootConnector" presStyleLbl="node3" presStyleIdx="0" presStyleCnt="11"/>
      <dgm:spPr/>
    </dgm:pt>
    <dgm:pt modelId="{06EA8660-B3A1-6E41-B3EC-61A1618E8268}" type="pres">
      <dgm:prSet presAssocID="{637ABECC-A3CA-4EB9-B844-655016402A73}" presName="hierChild4" presStyleCnt="0"/>
      <dgm:spPr/>
    </dgm:pt>
    <dgm:pt modelId="{411E60F8-C239-D444-AD2C-B6EAECC42BE1}" type="pres">
      <dgm:prSet presAssocID="{637ABECC-A3CA-4EB9-B844-655016402A73}" presName="hierChild5" presStyleCnt="0"/>
      <dgm:spPr/>
    </dgm:pt>
    <dgm:pt modelId="{FCAE25AE-708B-7A4D-A50D-F7681280D092}" type="pres">
      <dgm:prSet presAssocID="{EC55709E-936C-48B4-A533-143F8A26A63C}" presName="Name37" presStyleLbl="parChTrans1D3" presStyleIdx="1" presStyleCnt="11"/>
      <dgm:spPr/>
    </dgm:pt>
    <dgm:pt modelId="{AF045AE2-24E2-0145-83CC-2266E42426F3}" type="pres">
      <dgm:prSet presAssocID="{B1F62CDD-F1A0-4DA0-8782-D642A7E311FE}" presName="hierRoot2" presStyleCnt="0">
        <dgm:presLayoutVars>
          <dgm:hierBranch val="init"/>
        </dgm:presLayoutVars>
      </dgm:prSet>
      <dgm:spPr/>
    </dgm:pt>
    <dgm:pt modelId="{6AAAA009-B904-D649-A22E-7F010F7771E0}" type="pres">
      <dgm:prSet presAssocID="{B1F62CDD-F1A0-4DA0-8782-D642A7E311FE}" presName="rootComposite" presStyleCnt="0"/>
      <dgm:spPr/>
    </dgm:pt>
    <dgm:pt modelId="{32EA64F8-A30A-2D47-8816-FE7619DE672E}" type="pres">
      <dgm:prSet presAssocID="{B1F62CDD-F1A0-4DA0-8782-D642A7E311FE}" presName="rootText" presStyleLbl="node3" presStyleIdx="1" presStyleCnt="11">
        <dgm:presLayoutVars>
          <dgm:chPref val="3"/>
        </dgm:presLayoutVars>
      </dgm:prSet>
      <dgm:spPr/>
    </dgm:pt>
    <dgm:pt modelId="{95EA068A-F8BA-2F44-8F74-C82EEF7F0074}" type="pres">
      <dgm:prSet presAssocID="{B1F62CDD-F1A0-4DA0-8782-D642A7E311FE}" presName="rootConnector" presStyleLbl="node3" presStyleIdx="1" presStyleCnt="11"/>
      <dgm:spPr/>
    </dgm:pt>
    <dgm:pt modelId="{6CDDEF8F-DF4D-CF4A-A0D0-9B0DA1A42C39}" type="pres">
      <dgm:prSet presAssocID="{B1F62CDD-F1A0-4DA0-8782-D642A7E311FE}" presName="hierChild4" presStyleCnt="0"/>
      <dgm:spPr/>
    </dgm:pt>
    <dgm:pt modelId="{45FE0EDD-2F35-8047-99B1-D106BEE231E7}" type="pres">
      <dgm:prSet presAssocID="{496FD8E8-E3C6-437F-A2E5-31B8BD436979}" presName="Name37" presStyleLbl="parChTrans1D4" presStyleIdx="0" presStyleCnt="3"/>
      <dgm:spPr/>
    </dgm:pt>
    <dgm:pt modelId="{94A12CC3-05D1-B64C-B835-DD6ECC0DF36C}" type="pres">
      <dgm:prSet presAssocID="{5DB9E89B-460A-42F6-A3A7-336522AD2095}" presName="hierRoot2" presStyleCnt="0">
        <dgm:presLayoutVars>
          <dgm:hierBranch val="init"/>
        </dgm:presLayoutVars>
      </dgm:prSet>
      <dgm:spPr/>
    </dgm:pt>
    <dgm:pt modelId="{DA6A5025-4DEF-1049-9C7A-25355C62185D}" type="pres">
      <dgm:prSet presAssocID="{5DB9E89B-460A-42F6-A3A7-336522AD2095}" presName="rootComposite" presStyleCnt="0"/>
      <dgm:spPr/>
    </dgm:pt>
    <dgm:pt modelId="{F219D5C6-9420-BA49-819A-BC6DC09B964E}" type="pres">
      <dgm:prSet presAssocID="{5DB9E89B-460A-42F6-A3A7-336522AD2095}" presName="rootText" presStyleLbl="node4" presStyleIdx="0" presStyleCnt="3">
        <dgm:presLayoutVars>
          <dgm:chPref val="3"/>
        </dgm:presLayoutVars>
      </dgm:prSet>
      <dgm:spPr/>
    </dgm:pt>
    <dgm:pt modelId="{C448FA0C-9E66-274F-8F28-FB448E255800}" type="pres">
      <dgm:prSet presAssocID="{5DB9E89B-460A-42F6-A3A7-336522AD2095}" presName="rootConnector" presStyleLbl="node4" presStyleIdx="0" presStyleCnt="3"/>
      <dgm:spPr/>
    </dgm:pt>
    <dgm:pt modelId="{5DE66FF0-1C22-3D44-A853-426AE3D25DFA}" type="pres">
      <dgm:prSet presAssocID="{5DB9E89B-460A-42F6-A3A7-336522AD2095}" presName="hierChild4" presStyleCnt="0"/>
      <dgm:spPr/>
    </dgm:pt>
    <dgm:pt modelId="{30A17EC8-E939-6340-A692-290B94256038}" type="pres">
      <dgm:prSet presAssocID="{5DB9E89B-460A-42F6-A3A7-336522AD2095}" presName="hierChild5" presStyleCnt="0"/>
      <dgm:spPr/>
    </dgm:pt>
    <dgm:pt modelId="{E696F085-0D48-EC45-BAAB-B0845268AA42}" type="pres">
      <dgm:prSet presAssocID="{B0C6064A-80F9-4D52-BF99-A9EEAF74F81A}" presName="Name37" presStyleLbl="parChTrans1D4" presStyleIdx="1" presStyleCnt="3"/>
      <dgm:spPr/>
    </dgm:pt>
    <dgm:pt modelId="{14292722-F74D-464E-8F71-5A7AADD1D123}" type="pres">
      <dgm:prSet presAssocID="{F00F2390-423F-48F7-950C-4F1D5486698B}" presName="hierRoot2" presStyleCnt="0">
        <dgm:presLayoutVars>
          <dgm:hierBranch val="init"/>
        </dgm:presLayoutVars>
      </dgm:prSet>
      <dgm:spPr/>
    </dgm:pt>
    <dgm:pt modelId="{1F74249D-B382-514C-A7D0-D93CDE139C94}" type="pres">
      <dgm:prSet presAssocID="{F00F2390-423F-48F7-950C-4F1D5486698B}" presName="rootComposite" presStyleCnt="0"/>
      <dgm:spPr/>
    </dgm:pt>
    <dgm:pt modelId="{CCBD3EBC-B743-3A4C-BDD1-BC8427B758F4}" type="pres">
      <dgm:prSet presAssocID="{F00F2390-423F-48F7-950C-4F1D5486698B}" presName="rootText" presStyleLbl="node4" presStyleIdx="1" presStyleCnt="3">
        <dgm:presLayoutVars>
          <dgm:chPref val="3"/>
        </dgm:presLayoutVars>
      </dgm:prSet>
      <dgm:spPr/>
    </dgm:pt>
    <dgm:pt modelId="{BF183BA5-3BCD-8A4C-844A-93C516422725}" type="pres">
      <dgm:prSet presAssocID="{F00F2390-423F-48F7-950C-4F1D5486698B}" presName="rootConnector" presStyleLbl="node4" presStyleIdx="1" presStyleCnt="3"/>
      <dgm:spPr/>
    </dgm:pt>
    <dgm:pt modelId="{AB3ADA41-8925-9B48-8534-FF0C3557645E}" type="pres">
      <dgm:prSet presAssocID="{F00F2390-423F-48F7-950C-4F1D5486698B}" presName="hierChild4" presStyleCnt="0"/>
      <dgm:spPr/>
    </dgm:pt>
    <dgm:pt modelId="{63E35F54-EC38-3C41-AA74-0BE04B3BD6EC}" type="pres">
      <dgm:prSet presAssocID="{F00F2390-423F-48F7-950C-4F1D5486698B}" presName="hierChild5" presStyleCnt="0"/>
      <dgm:spPr/>
    </dgm:pt>
    <dgm:pt modelId="{DF4C5805-EE6E-404C-BEE2-27D6A6D93D7D}" type="pres">
      <dgm:prSet presAssocID="{57693BDF-0026-468A-9320-C4EE4F3EEA91}" presName="Name37" presStyleLbl="parChTrans1D4" presStyleIdx="2" presStyleCnt="3"/>
      <dgm:spPr/>
    </dgm:pt>
    <dgm:pt modelId="{C228ACDB-7CC3-3B44-A062-B49598561565}" type="pres">
      <dgm:prSet presAssocID="{77DE82C2-BA4A-4623-A3BC-C23CB98D3056}" presName="hierRoot2" presStyleCnt="0">
        <dgm:presLayoutVars>
          <dgm:hierBranch val="init"/>
        </dgm:presLayoutVars>
      </dgm:prSet>
      <dgm:spPr/>
    </dgm:pt>
    <dgm:pt modelId="{FFBBB2FD-68A3-3E43-BD91-9B42ADCD928E}" type="pres">
      <dgm:prSet presAssocID="{77DE82C2-BA4A-4623-A3BC-C23CB98D3056}" presName="rootComposite" presStyleCnt="0"/>
      <dgm:spPr/>
    </dgm:pt>
    <dgm:pt modelId="{480591C3-8094-4344-8F82-A3D547F896CF}" type="pres">
      <dgm:prSet presAssocID="{77DE82C2-BA4A-4623-A3BC-C23CB98D3056}" presName="rootText" presStyleLbl="node4" presStyleIdx="2" presStyleCnt="3">
        <dgm:presLayoutVars>
          <dgm:chPref val="3"/>
        </dgm:presLayoutVars>
      </dgm:prSet>
      <dgm:spPr/>
    </dgm:pt>
    <dgm:pt modelId="{CC6F07D1-A727-5C4D-B3E2-85318D1EC1C4}" type="pres">
      <dgm:prSet presAssocID="{77DE82C2-BA4A-4623-A3BC-C23CB98D3056}" presName="rootConnector" presStyleLbl="node4" presStyleIdx="2" presStyleCnt="3"/>
      <dgm:spPr/>
    </dgm:pt>
    <dgm:pt modelId="{3081AD68-7366-FB4B-8C68-5AF2F977F863}" type="pres">
      <dgm:prSet presAssocID="{77DE82C2-BA4A-4623-A3BC-C23CB98D3056}" presName="hierChild4" presStyleCnt="0"/>
      <dgm:spPr/>
    </dgm:pt>
    <dgm:pt modelId="{C157A862-B0F2-7A41-81DE-559BA069A335}" type="pres">
      <dgm:prSet presAssocID="{77DE82C2-BA4A-4623-A3BC-C23CB98D3056}" presName="hierChild5" presStyleCnt="0"/>
      <dgm:spPr/>
    </dgm:pt>
    <dgm:pt modelId="{621B612A-DA7C-E94F-987B-173122B15A0F}" type="pres">
      <dgm:prSet presAssocID="{B1F62CDD-F1A0-4DA0-8782-D642A7E311FE}" presName="hierChild5" presStyleCnt="0"/>
      <dgm:spPr/>
    </dgm:pt>
    <dgm:pt modelId="{0D06EFCD-E148-5B47-9BCF-7311C4DBE924}" type="pres">
      <dgm:prSet presAssocID="{FD3AA3EA-DE49-445A-8910-F3453A42E68C}" presName="hierChild5" presStyleCnt="0"/>
      <dgm:spPr/>
    </dgm:pt>
    <dgm:pt modelId="{1B3C49F2-83E1-3749-B40D-E831D425BA46}" type="pres">
      <dgm:prSet presAssocID="{AAF79145-7FC0-41A5-8F6A-DF12606FC9A4}" presName="Name37" presStyleLbl="parChTrans1D2" presStyleIdx="1" presStyleCnt="4"/>
      <dgm:spPr/>
    </dgm:pt>
    <dgm:pt modelId="{4F7A84C8-9656-294A-A79B-622C79B3AF4D}" type="pres">
      <dgm:prSet presAssocID="{831EC54B-3877-40B6-9D7B-CF7B9FF76B48}" presName="hierRoot2" presStyleCnt="0">
        <dgm:presLayoutVars>
          <dgm:hierBranch val="init"/>
        </dgm:presLayoutVars>
      </dgm:prSet>
      <dgm:spPr/>
    </dgm:pt>
    <dgm:pt modelId="{ECFC2AF1-AEC5-5042-834B-4CD92550705B}" type="pres">
      <dgm:prSet presAssocID="{831EC54B-3877-40B6-9D7B-CF7B9FF76B48}" presName="rootComposite" presStyleCnt="0"/>
      <dgm:spPr/>
    </dgm:pt>
    <dgm:pt modelId="{BC04D3C0-D8A2-234D-AA91-8666421729DD}" type="pres">
      <dgm:prSet presAssocID="{831EC54B-3877-40B6-9D7B-CF7B9FF76B48}" presName="rootText" presStyleLbl="node2" presStyleIdx="1" presStyleCnt="4">
        <dgm:presLayoutVars>
          <dgm:chPref val="3"/>
        </dgm:presLayoutVars>
      </dgm:prSet>
      <dgm:spPr/>
    </dgm:pt>
    <dgm:pt modelId="{11A35C1A-707D-BB48-9CD9-BAC04197C653}" type="pres">
      <dgm:prSet presAssocID="{831EC54B-3877-40B6-9D7B-CF7B9FF76B48}" presName="rootConnector" presStyleLbl="node2" presStyleIdx="1" presStyleCnt="4"/>
      <dgm:spPr/>
    </dgm:pt>
    <dgm:pt modelId="{AFF1B070-103C-C542-B065-2AEA533D4180}" type="pres">
      <dgm:prSet presAssocID="{831EC54B-3877-40B6-9D7B-CF7B9FF76B48}" presName="hierChild4" presStyleCnt="0"/>
      <dgm:spPr/>
    </dgm:pt>
    <dgm:pt modelId="{B0E31135-22D6-CD4B-9F0B-5C3E6FB37BFD}" type="pres">
      <dgm:prSet presAssocID="{688D2116-972D-44E7-A83B-CE746AD89B12}" presName="Name37" presStyleLbl="parChTrans1D3" presStyleIdx="2" presStyleCnt="11"/>
      <dgm:spPr/>
    </dgm:pt>
    <dgm:pt modelId="{244EBB3F-2229-8D4F-9B6D-A30560071EE3}" type="pres">
      <dgm:prSet presAssocID="{3F99F189-2F3D-49D8-90FC-7CF18D7A5489}" presName="hierRoot2" presStyleCnt="0">
        <dgm:presLayoutVars>
          <dgm:hierBranch val="init"/>
        </dgm:presLayoutVars>
      </dgm:prSet>
      <dgm:spPr/>
    </dgm:pt>
    <dgm:pt modelId="{4FB5E625-CF69-4042-8923-52C4D6D77FC0}" type="pres">
      <dgm:prSet presAssocID="{3F99F189-2F3D-49D8-90FC-7CF18D7A5489}" presName="rootComposite" presStyleCnt="0"/>
      <dgm:spPr/>
    </dgm:pt>
    <dgm:pt modelId="{2004ACE5-7740-6D4A-B245-2E65E2497AD2}" type="pres">
      <dgm:prSet presAssocID="{3F99F189-2F3D-49D8-90FC-7CF18D7A5489}" presName="rootText" presStyleLbl="node3" presStyleIdx="2" presStyleCnt="11">
        <dgm:presLayoutVars>
          <dgm:chPref val="3"/>
        </dgm:presLayoutVars>
      </dgm:prSet>
      <dgm:spPr/>
    </dgm:pt>
    <dgm:pt modelId="{FADED707-AD76-E749-9FC2-E83134484A46}" type="pres">
      <dgm:prSet presAssocID="{3F99F189-2F3D-49D8-90FC-7CF18D7A5489}" presName="rootConnector" presStyleLbl="node3" presStyleIdx="2" presStyleCnt="11"/>
      <dgm:spPr/>
    </dgm:pt>
    <dgm:pt modelId="{846455C9-82DF-F64B-BD23-3E6DF73C96B1}" type="pres">
      <dgm:prSet presAssocID="{3F99F189-2F3D-49D8-90FC-7CF18D7A5489}" presName="hierChild4" presStyleCnt="0"/>
      <dgm:spPr/>
    </dgm:pt>
    <dgm:pt modelId="{E88A3EF0-5DA6-9743-82BE-0AB92AE56C34}" type="pres">
      <dgm:prSet presAssocID="{3F99F189-2F3D-49D8-90FC-7CF18D7A5489}" presName="hierChild5" presStyleCnt="0"/>
      <dgm:spPr/>
    </dgm:pt>
    <dgm:pt modelId="{AAC4D776-A7B0-CD46-8734-909F950EBA9B}" type="pres">
      <dgm:prSet presAssocID="{8B9E42EF-D9ED-4245-B602-A84534AFEB40}" presName="Name37" presStyleLbl="parChTrans1D3" presStyleIdx="3" presStyleCnt="11"/>
      <dgm:spPr/>
    </dgm:pt>
    <dgm:pt modelId="{4F76E1FA-6B98-7C44-ACCB-5FEB1C039913}" type="pres">
      <dgm:prSet presAssocID="{DDE27CAD-3B07-40DF-8C8B-C422EABBB36E}" presName="hierRoot2" presStyleCnt="0">
        <dgm:presLayoutVars>
          <dgm:hierBranch val="init"/>
        </dgm:presLayoutVars>
      </dgm:prSet>
      <dgm:spPr/>
    </dgm:pt>
    <dgm:pt modelId="{DF729D6D-ED16-5249-8221-7EA5C2245E7A}" type="pres">
      <dgm:prSet presAssocID="{DDE27CAD-3B07-40DF-8C8B-C422EABBB36E}" presName="rootComposite" presStyleCnt="0"/>
      <dgm:spPr/>
    </dgm:pt>
    <dgm:pt modelId="{259A0BC8-027A-6F40-BCE4-328BA4B4F1E3}" type="pres">
      <dgm:prSet presAssocID="{DDE27CAD-3B07-40DF-8C8B-C422EABBB36E}" presName="rootText" presStyleLbl="node3" presStyleIdx="3" presStyleCnt="11">
        <dgm:presLayoutVars>
          <dgm:chPref val="3"/>
        </dgm:presLayoutVars>
      </dgm:prSet>
      <dgm:spPr/>
    </dgm:pt>
    <dgm:pt modelId="{7295D486-E29C-2242-8A8C-2F344A380039}" type="pres">
      <dgm:prSet presAssocID="{DDE27CAD-3B07-40DF-8C8B-C422EABBB36E}" presName="rootConnector" presStyleLbl="node3" presStyleIdx="3" presStyleCnt="11"/>
      <dgm:spPr/>
    </dgm:pt>
    <dgm:pt modelId="{0F85DE83-E0DA-6946-AF08-692ECEDAA58B}" type="pres">
      <dgm:prSet presAssocID="{DDE27CAD-3B07-40DF-8C8B-C422EABBB36E}" presName="hierChild4" presStyleCnt="0"/>
      <dgm:spPr/>
    </dgm:pt>
    <dgm:pt modelId="{55F94385-C271-9249-A16B-982A33048CC7}" type="pres">
      <dgm:prSet presAssocID="{DDE27CAD-3B07-40DF-8C8B-C422EABBB36E}" presName="hierChild5" presStyleCnt="0"/>
      <dgm:spPr/>
    </dgm:pt>
    <dgm:pt modelId="{3994D28D-B5D6-614D-9D2F-CAFEAADEFCC2}" type="pres">
      <dgm:prSet presAssocID="{831EC54B-3877-40B6-9D7B-CF7B9FF76B48}" presName="hierChild5" presStyleCnt="0"/>
      <dgm:spPr/>
    </dgm:pt>
    <dgm:pt modelId="{CF9D552E-2E91-724F-BC1C-673895B3C9C8}" type="pres">
      <dgm:prSet presAssocID="{EE77BF72-C109-4935-938C-082D9178610C}" presName="Name37" presStyleLbl="parChTrans1D2" presStyleIdx="2" presStyleCnt="4"/>
      <dgm:spPr/>
    </dgm:pt>
    <dgm:pt modelId="{2D7DCE8B-0F42-944A-9F2D-596E1ADB047A}" type="pres">
      <dgm:prSet presAssocID="{406C899F-FAAC-4A6A-A181-B4475C3FDFE1}" presName="hierRoot2" presStyleCnt="0">
        <dgm:presLayoutVars>
          <dgm:hierBranch val="init"/>
        </dgm:presLayoutVars>
      </dgm:prSet>
      <dgm:spPr/>
    </dgm:pt>
    <dgm:pt modelId="{DCAFA045-9024-2D42-9F0C-DE89CB36B856}" type="pres">
      <dgm:prSet presAssocID="{406C899F-FAAC-4A6A-A181-B4475C3FDFE1}" presName="rootComposite" presStyleCnt="0"/>
      <dgm:spPr/>
    </dgm:pt>
    <dgm:pt modelId="{56BC7F51-04EA-C945-B086-47AFCB4D4B32}" type="pres">
      <dgm:prSet presAssocID="{406C899F-FAAC-4A6A-A181-B4475C3FDFE1}" presName="rootText" presStyleLbl="node2" presStyleIdx="2" presStyleCnt="4">
        <dgm:presLayoutVars>
          <dgm:chPref val="3"/>
        </dgm:presLayoutVars>
      </dgm:prSet>
      <dgm:spPr/>
    </dgm:pt>
    <dgm:pt modelId="{0F29258B-C174-E04F-B952-AD7E1A0B6176}" type="pres">
      <dgm:prSet presAssocID="{406C899F-FAAC-4A6A-A181-B4475C3FDFE1}" presName="rootConnector" presStyleLbl="node2" presStyleIdx="2" presStyleCnt="4"/>
      <dgm:spPr/>
    </dgm:pt>
    <dgm:pt modelId="{F75F351E-D86C-144A-B0DB-6D01F5A67304}" type="pres">
      <dgm:prSet presAssocID="{406C899F-FAAC-4A6A-A181-B4475C3FDFE1}" presName="hierChild4" presStyleCnt="0"/>
      <dgm:spPr/>
    </dgm:pt>
    <dgm:pt modelId="{5EB1C620-06D5-7946-AB9E-11433A983B41}" type="pres">
      <dgm:prSet presAssocID="{1130EB40-3772-8D4F-B3AC-C906F28E3023}" presName="Name37" presStyleLbl="parChTrans1D3" presStyleIdx="4" presStyleCnt="11"/>
      <dgm:spPr/>
    </dgm:pt>
    <dgm:pt modelId="{42A135E8-D6AF-F744-B0E3-C29042D7AD38}" type="pres">
      <dgm:prSet presAssocID="{B97A2C22-DFFA-164E-A295-9FEA53889D8A}" presName="hierRoot2" presStyleCnt="0">
        <dgm:presLayoutVars>
          <dgm:hierBranch val="init"/>
        </dgm:presLayoutVars>
      </dgm:prSet>
      <dgm:spPr/>
    </dgm:pt>
    <dgm:pt modelId="{764E7ED4-2D62-E747-85BA-BE05EF3A709D}" type="pres">
      <dgm:prSet presAssocID="{B97A2C22-DFFA-164E-A295-9FEA53889D8A}" presName="rootComposite" presStyleCnt="0"/>
      <dgm:spPr/>
    </dgm:pt>
    <dgm:pt modelId="{CAE53D00-9B4B-BF42-8DDE-326F853C2A9A}" type="pres">
      <dgm:prSet presAssocID="{B97A2C22-DFFA-164E-A295-9FEA53889D8A}" presName="rootText" presStyleLbl="node3" presStyleIdx="4" presStyleCnt="11">
        <dgm:presLayoutVars>
          <dgm:chPref val="3"/>
        </dgm:presLayoutVars>
      </dgm:prSet>
      <dgm:spPr/>
    </dgm:pt>
    <dgm:pt modelId="{7958F722-C9C7-C04C-9EA3-BEAF7078EE07}" type="pres">
      <dgm:prSet presAssocID="{B97A2C22-DFFA-164E-A295-9FEA53889D8A}" presName="rootConnector" presStyleLbl="node3" presStyleIdx="4" presStyleCnt="11"/>
      <dgm:spPr/>
    </dgm:pt>
    <dgm:pt modelId="{96AE049A-7FD4-7044-84C0-E238AE678449}" type="pres">
      <dgm:prSet presAssocID="{B97A2C22-DFFA-164E-A295-9FEA53889D8A}" presName="hierChild4" presStyleCnt="0"/>
      <dgm:spPr/>
    </dgm:pt>
    <dgm:pt modelId="{BF45E3AE-DB17-614B-B7BD-2D190715A1AD}" type="pres">
      <dgm:prSet presAssocID="{B97A2C22-DFFA-164E-A295-9FEA53889D8A}" presName="hierChild5" presStyleCnt="0"/>
      <dgm:spPr/>
    </dgm:pt>
    <dgm:pt modelId="{FB38F7DE-A1E2-8C4F-96E6-A5D6A070F68B}" type="pres">
      <dgm:prSet presAssocID="{2CEC264A-EF1F-104E-8355-97BAF480AD4C}" presName="Name37" presStyleLbl="parChTrans1D3" presStyleIdx="5" presStyleCnt="11"/>
      <dgm:spPr/>
    </dgm:pt>
    <dgm:pt modelId="{F2E138C9-6782-774E-BE50-54B704A54970}" type="pres">
      <dgm:prSet presAssocID="{27792511-E6D0-EC4F-A8FD-71B99E96798C}" presName="hierRoot2" presStyleCnt="0">
        <dgm:presLayoutVars>
          <dgm:hierBranch val="init"/>
        </dgm:presLayoutVars>
      </dgm:prSet>
      <dgm:spPr/>
    </dgm:pt>
    <dgm:pt modelId="{741DE6F3-8773-054C-9D51-EC8AFA1A5E42}" type="pres">
      <dgm:prSet presAssocID="{27792511-E6D0-EC4F-A8FD-71B99E96798C}" presName="rootComposite" presStyleCnt="0"/>
      <dgm:spPr/>
    </dgm:pt>
    <dgm:pt modelId="{02AA6DA3-18A1-E143-A0FA-95D1F0E10FD0}" type="pres">
      <dgm:prSet presAssocID="{27792511-E6D0-EC4F-A8FD-71B99E96798C}" presName="rootText" presStyleLbl="node3" presStyleIdx="5" presStyleCnt="11">
        <dgm:presLayoutVars>
          <dgm:chPref val="3"/>
        </dgm:presLayoutVars>
      </dgm:prSet>
      <dgm:spPr/>
    </dgm:pt>
    <dgm:pt modelId="{7B127E28-C19F-7145-8E77-F6F4F40F41C9}" type="pres">
      <dgm:prSet presAssocID="{27792511-E6D0-EC4F-A8FD-71B99E96798C}" presName="rootConnector" presStyleLbl="node3" presStyleIdx="5" presStyleCnt="11"/>
      <dgm:spPr/>
    </dgm:pt>
    <dgm:pt modelId="{1A33410E-CF8B-5346-BF30-228130EF37E9}" type="pres">
      <dgm:prSet presAssocID="{27792511-E6D0-EC4F-A8FD-71B99E96798C}" presName="hierChild4" presStyleCnt="0"/>
      <dgm:spPr/>
    </dgm:pt>
    <dgm:pt modelId="{78909982-4919-D345-8E50-1D380EC8E239}" type="pres">
      <dgm:prSet presAssocID="{27792511-E6D0-EC4F-A8FD-71B99E96798C}" presName="hierChild5" presStyleCnt="0"/>
      <dgm:spPr/>
    </dgm:pt>
    <dgm:pt modelId="{D34882CA-CC9D-3A43-A6A1-8B95D6EB08F9}" type="pres">
      <dgm:prSet presAssocID="{1687E9FF-6E7E-1D46-89C6-62920DF0D740}" presName="Name37" presStyleLbl="parChTrans1D3" presStyleIdx="6" presStyleCnt="11"/>
      <dgm:spPr/>
    </dgm:pt>
    <dgm:pt modelId="{BA2D2B28-B65A-4B48-B9D5-49311606EDA7}" type="pres">
      <dgm:prSet presAssocID="{1D8B17F4-FCBB-5B43-90AD-2C4C7D9DD457}" presName="hierRoot2" presStyleCnt="0">
        <dgm:presLayoutVars>
          <dgm:hierBranch val="init"/>
        </dgm:presLayoutVars>
      </dgm:prSet>
      <dgm:spPr/>
    </dgm:pt>
    <dgm:pt modelId="{011E5DAA-6308-CA4D-8193-4B6B9CCA9B9E}" type="pres">
      <dgm:prSet presAssocID="{1D8B17F4-FCBB-5B43-90AD-2C4C7D9DD457}" presName="rootComposite" presStyleCnt="0"/>
      <dgm:spPr/>
    </dgm:pt>
    <dgm:pt modelId="{3645C1AC-6F75-5A4F-90F0-9C4049EF7801}" type="pres">
      <dgm:prSet presAssocID="{1D8B17F4-FCBB-5B43-90AD-2C4C7D9DD457}" presName="rootText" presStyleLbl="node3" presStyleIdx="6" presStyleCnt="11">
        <dgm:presLayoutVars>
          <dgm:chPref val="3"/>
        </dgm:presLayoutVars>
      </dgm:prSet>
      <dgm:spPr/>
    </dgm:pt>
    <dgm:pt modelId="{1E76A607-37FF-5440-BF40-E94B6D3827A1}" type="pres">
      <dgm:prSet presAssocID="{1D8B17F4-FCBB-5B43-90AD-2C4C7D9DD457}" presName="rootConnector" presStyleLbl="node3" presStyleIdx="6" presStyleCnt="11"/>
      <dgm:spPr/>
    </dgm:pt>
    <dgm:pt modelId="{038B26C9-DB71-E643-8217-EFE3806C03BD}" type="pres">
      <dgm:prSet presAssocID="{1D8B17F4-FCBB-5B43-90AD-2C4C7D9DD457}" presName="hierChild4" presStyleCnt="0"/>
      <dgm:spPr/>
    </dgm:pt>
    <dgm:pt modelId="{58C0CBB1-9CA0-4643-BE1D-823BC56A4484}" type="pres">
      <dgm:prSet presAssocID="{1D8B17F4-FCBB-5B43-90AD-2C4C7D9DD457}" presName="hierChild5" presStyleCnt="0"/>
      <dgm:spPr/>
    </dgm:pt>
    <dgm:pt modelId="{78ABB670-CEC3-164B-8C71-B9CDB98ED8C1}" type="pres">
      <dgm:prSet presAssocID="{8CC6B28D-DAE3-F84E-8251-180257AC01C6}" presName="Name37" presStyleLbl="parChTrans1D3" presStyleIdx="7" presStyleCnt="11"/>
      <dgm:spPr/>
    </dgm:pt>
    <dgm:pt modelId="{5DA9EC41-FD0B-F842-92A3-F297EC7DEA05}" type="pres">
      <dgm:prSet presAssocID="{AC8D30A5-B598-B64B-85EF-7095E2488B21}" presName="hierRoot2" presStyleCnt="0">
        <dgm:presLayoutVars>
          <dgm:hierBranch val="init"/>
        </dgm:presLayoutVars>
      </dgm:prSet>
      <dgm:spPr/>
    </dgm:pt>
    <dgm:pt modelId="{3A1327E4-C963-1D4C-9FE1-05343475C2C4}" type="pres">
      <dgm:prSet presAssocID="{AC8D30A5-B598-B64B-85EF-7095E2488B21}" presName="rootComposite" presStyleCnt="0"/>
      <dgm:spPr/>
    </dgm:pt>
    <dgm:pt modelId="{84CA9605-3B0B-B34F-BB52-404C37E8FFAD}" type="pres">
      <dgm:prSet presAssocID="{AC8D30A5-B598-B64B-85EF-7095E2488B21}" presName="rootText" presStyleLbl="node3" presStyleIdx="7" presStyleCnt="11">
        <dgm:presLayoutVars>
          <dgm:chPref val="3"/>
        </dgm:presLayoutVars>
      </dgm:prSet>
      <dgm:spPr/>
    </dgm:pt>
    <dgm:pt modelId="{06E62283-2609-1E40-8A64-E386E694F7D4}" type="pres">
      <dgm:prSet presAssocID="{AC8D30A5-B598-B64B-85EF-7095E2488B21}" presName="rootConnector" presStyleLbl="node3" presStyleIdx="7" presStyleCnt="11"/>
      <dgm:spPr/>
    </dgm:pt>
    <dgm:pt modelId="{FE5F68B7-83D4-E744-BC16-DB79A95BD1E6}" type="pres">
      <dgm:prSet presAssocID="{AC8D30A5-B598-B64B-85EF-7095E2488B21}" presName="hierChild4" presStyleCnt="0"/>
      <dgm:spPr/>
    </dgm:pt>
    <dgm:pt modelId="{C64D211D-0677-0D4E-BE82-DF142E079A0C}" type="pres">
      <dgm:prSet presAssocID="{AC8D30A5-B598-B64B-85EF-7095E2488B21}" presName="hierChild5" presStyleCnt="0"/>
      <dgm:spPr/>
    </dgm:pt>
    <dgm:pt modelId="{820C0821-2CAE-A54D-86F2-A06F63C2B0EA}" type="pres">
      <dgm:prSet presAssocID="{406C899F-FAAC-4A6A-A181-B4475C3FDFE1}" presName="hierChild5" presStyleCnt="0"/>
      <dgm:spPr/>
    </dgm:pt>
    <dgm:pt modelId="{EDE920B8-DEBA-BB41-B107-4F3C2AAB2B1D}" type="pres">
      <dgm:prSet presAssocID="{2D241D43-19F9-4C69-B6D3-D61FD0DBC4F7}" presName="Name37" presStyleLbl="parChTrans1D2" presStyleIdx="3" presStyleCnt="4"/>
      <dgm:spPr/>
    </dgm:pt>
    <dgm:pt modelId="{2AFA16B3-BF11-484E-9A71-54D576367377}" type="pres">
      <dgm:prSet presAssocID="{8A36933F-774C-4525-B31F-0A8BE7820AA1}" presName="hierRoot2" presStyleCnt="0">
        <dgm:presLayoutVars>
          <dgm:hierBranch val="init"/>
        </dgm:presLayoutVars>
      </dgm:prSet>
      <dgm:spPr/>
    </dgm:pt>
    <dgm:pt modelId="{8E32007A-0C87-7D49-B82A-9FA367E36FEF}" type="pres">
      <dgm:prSet presAssocID="{8A36933F-774C-4525-B31F-0A8BE7820AA1}" presName="rootComposite" presStyleCnt="0"/>
      <dgm:spPr/>
    </dgm:pt>
    <dgm:pt modelId="{0C0DAF1E-17E8-9141-811C-9E9F817C44BE}" type="pres">
      <dgm:prSet presAssocID="{8A36933F-774C-4525-B31F-0A8BE7820AA1}" presName="rootText" presStyleLbl="node2" presStyleIdx="3" presStyleCnt="4">
        <dgm:presLayoutVars>
          <dgm:chPref val="3"/>
        </dgm:presLayoutVars>
      </dgm:prSet>
      <dgm:spPr/>
    </dgm:pt>
    <dgm:pt modelId="{EE4567E0-6027-7647-9E69-FBD950019454}" type="pres">
      <dgm:prSet presAssocID="{8A36933F-774C-4525-B31F-0A8BE7820AA1}" presName="rootConnector" presStyleLbl="node2" presStyleIdx="3" presStyleCnt="4"/>
      <dgm:spPr/>
    </dgm:pt>
    <dgm:pt modelId="{5A288C5E-CB91-0740-A9F6-29391C4A790B}" type="pres">
      <dgm:prSet presAssocID="{8A36933F-774C-4525-B31F-0A8BE7820AA1}" presName="hierChild4" presStyleCnt="0"/>
      <dgm:spPr/>
    </dgm:pt>
    <dgm:pt modelId="{FDC284C6-D403-6345-9E1A-E1E24CB46189}" type="pres">
      <dgm:prSet presAssocID="{AE20B6A7-2017-425E-97BD-17575DC84FE8}" presName="Name37" presStyleLbl="parChTrans1D3" presStyleIdx="8" presStyleCnt="11"/>
      <dgm:spPr/>
    </dgm:pt>
    <dgm:pt modelId="{25129BC3-E043-7844-9090-36C4387CCA6A}" type="pres">
      <dgm:prSet presAssocID="{E5607074-EEE3-402F-BC70-C1A534BD6029}" presName="hierRoot2" presStyleCnt="0">
        <dgm:presLayoutVars>
          <dgm:hierBranch val="init"/>
        </dgm:presLayoutVars>
      </dgm:prSet>
      <dgm:spPr/>
    </dgm:pt>
    <dgm:pt modelId="{94C6DC20-43B3-884B-9628-A8659319F3F4}" type="pres">
      <dgm:prSet presAssocID="{E5607074-EEE3-402F-BC70-C1A534BD6029}" presName="rootComposite" presStyleCnt="0"/>
      <dgm:spPr/>
    </dgm:pt>
    <dgm:pt modelId="{2B2536D9-7E0A-604B-BAE4-94F29120E4E4}" type="pres">
      <dgm:prSet presAssocID="{E5607074-EEE3-402F-BC70-C1A534BD6029}" presName="rootText" presStyleLbl="node3" presStyleIdx="8" presStyleCnt="11">
        <dgm:presLayoutVars>
          <dgm:chPref val="3"/>
        </dgm:presLayoutVars>
      </dgm:prSet>
      <dgm:spPr/>
    </dgm:pt>
    <dgm:pt modelId="{05D8D7CE-53BF-3548-94B7-5A177F59B1EA}" type="pres">
      <dgm:prSet presAssocID="{E5607074-EEE3-402F-BC70-C1A534BD6029}" presName="rootConnector" presStyleLbl="node3" presStyleIdx="8" presStyleCnt="11"/>
      <dgm:spPr/>
    </dgm:pt>
    <dgm:pt modelId="{63A09EA8-CFEF-2F42-9A2C-6EA0AC7793AE}" type="pres">
      <dgm:prSet presAssocID="{E5607074-EEE3-402F-BC70-C1A534BD6029}" presName="hierChild4" presStyleCnt="0"/>
      <dgm:spPr/>
    </dgm:pt>
    <dgm:pt modelId="{965CDC96-F296-5A4E-B480-D92BBF347F4F}" type="pres">
      <dgm:prSet presAssocID="{E5607074-EEE3-402F-BC70-C1A534BD6029}" presName="hierChild5" presStyleCnt="0"/>
      <dgm:spPr/>
    </dgm:pt>
    <dgm:pt modelId="{F24C4A0B-C0F6-7046-9D88-763F38F110DC}" type="pres">
      <dgm:prSet presAssocID="{C7D20519-FBCE-4F1C-9937-1198FBC403A7}" presName="Name37" presStyleLbl="parChTrans1D3" presStyleIdx="9" presStyleCnt="11"/>
      <dgm:spPr/>
    </dgm:pt>
    <dgm:pt modelId="{3CC78864-57CE-E247-9617-5FB54FDB08BC}" type="pres">
      <dgm:prSet presAssocID="{DA969D17-97D0-440B-A86F-F56FD4E6498D}" presName="hierRoot2" presStyleCnt="0">
        <dgm:presLayoutVars>
          <dgm:hierBranch val="init"/>
        </dgm:presLayoutVars>
      </dgm:prSet>
      <dgm:spPr/>
    </dgm:pt>
    <dgm:pt modelId="{AD19E9A5-EAC6-534A-87AF-E7A0498980A2}" type="pres">
      <dgm:prSet presAssocID="{DA969D17-97D0-440B-A86F-F56FD4E6498D}" presName="rootComposite" presStyleCnt="0"/>
      <dgm:spPr/>
    </dgm:pt>
    <dgm:pt modelId="{C3D82260-5EB3-A140-BF6A-C7144986B46F}" type="pres">
      <dgm:prSet presAssocID="{DA969D17-97D0-440B-A86F-F56FD4E6498D}" presName="rootText" presStyleLbl="node3" presStyleIdx="9" presStyleCnt="11">
        <dgm:presLayoutVars>
          <dgm:chPref val="3"/>
        </dgm:presLayoutVars>
      </dgm:prSet>
      <dgm:spPr/>
    </dgm:pt>
    <dgm:pt modelId="{2EC09ED1-609D-854E-942D-946BE771E6E7}" type="pres">
      <dgm:prSet presAssocID="{DA969D17-97D0-440B-A86F-F56FD4E6498D}" presName="rootConnector" presStyleLbl="node3" presStyleIdx="9" presStyleCnt="11"/>
      <dgm:spPr/>
    </dgm:pt>
    <dgm:pt modelId="{7CEC47B4-DC46-324F-809D-D818918B4643}" type="pres">
      <dgm:prSet presAssocID="{DA969D17-97D0-440B-A86F-F56FD4E6498D}" presName="hierChild4" presStyleCnt="0"/>
      <dgm:spPr/>
    </dgm:pt>
    <dgm:pt modelId="{4A596E2E-F801-FD4F-8858-F26B6C58C5D4}" type="pres">
      <dgm:prSet presAssocID="{DA969D17-97D0-440B-A86F-F56FD4E6498D}" presName="hierChild5" presStyleCnt="0"/>
      <dgm:spPr/>
    </dgm:pt>
    <dgm:pt modelId="{FC4B7BB3-6BC9-7340-84EB-B2924CF4BCF4}" type="pres">
      <dgm:prSet presAssocID="{318A5B9D-AE84-48A9-9C57-9FF7B05414DC}" presName="Name37" presStyleLbl="parChTrans1D3" presStyleIdx="10" presStyleCnt="11"/>
      <dgm:spPr/>
    </dgm:pt>
    <dgm:pt modelId="{0EF79923-71B5-C746-8BA0-9810B21C6195}" type="pres">
      <dgm:prSet presAssocID="{E5417E3F-838F-4668-A8B7-6506E1EDC7D2}" presName="hierRoot2" presStyleCnt="0">
        <dgm:presLayoutVars>
          <dgm:hierBranch val="init"/>
        </dgm:presLayoutVars>
      </dgm:prSet>
      <dgm:spPr/>
    </dgm:pt>
    <dgm:pt modelId="{E1A676F5-1499-A14A-8A2A-E1BF45331E5D}" type="pres">
      <dgm:prSet presAssocID="{E5417E3F-838F-4668-A8B7-6506E1EDC7D2}" presName="rootComposite" presStyleCnt="0"/>
      <dgm:spPr/>
    </dgm:pt>
    <dgm:pt modelId="{87003F05-4EA6-CE46-AF60-F9302885698D}" type="pres">
      <dgm:prSet presAssocID="{E5417E3F-838F-4668-A8B7-6506E1EDC7D2}" presName="rootText" presStyleLbl="node3" presStyleIdx="10" presStyleCnt="11">
        <dgm:presLayoutVars>
          <dgm:chPref val="3"/>
        </dgm:presLayoutVars>
      </dgm:prSet>
      <dgm:spPr/>
    </dgm:pt>
    <dgm:pt modelId="{66205841-D499-3B47-A9EA-5421AE35C382}" type="pres">
      <dgm:prSet presAssocID="{E5417E3F-838F-4668-A8B7-6506E1EDC7D2}" presName="rootConnector" presStyleLbl="node3" presStyleIdx="10" presStyleCnt="11"/>
      <dgm:spPr/>
    </dgm:pt>
    <dgm:pt modelId="{9184719A-EF29-A945-9D4F-AF3D839D04D1}" type="pres">
      <dgm:prSet presAssocID="{E5417E3F-838F-4668-A8B7-6506E1EDC7D2}" presName="hierChild4" presStyleCnt="0"/>
      <dgm:spPr/>
    </dgm:pt>
    <dgm:pt modelId="{740BA22F-187A-5644-9B2E-87662DB6BA81}" type="pres">
      <dgm:prSet presAssocID="{E5417E3F-838F-4668-A8B7-6506E1EDC7D2}" presName="hierChild5" presStyleCnt="0"/>
      <dgm:spPr/>
    </dgm:pt>
    <dgm:pt modelId="{355FDD9E-E8C0-F944-AB72-44AA4B173DC7}" type="pres">
      <dgm:prSet presAssocID="{8A36933F-774C-4525-B31F-0A8BE7820AA1}" presName="hierChild5" presStyleCnt="0"/>
      <dgm:spPr/>
    </dgm:pt>
    <dgm:pt modelId="{9B0C5637-A76F-FF4B-A6F4-8056EE7ED7A7}" type="pres">
      <dgm:prSet presAssocID="{2F3E8F93-34C7-4CC3-A033-933374700188}" presName="hierChild3" presStyleCnt="0"/>
      <dgm:spPr/>
    </dgm:pt>
  </dgm:ptLst>
  <dgm:cxnLst>
    <dgm:cxn modelId="{90C3DA01-8D85-4EC5-B7EF-C892685614A7}" srcId="{2F3E8F93-34C7-4CC3-A033-933374700188}" destId="{8A36933F-774C-4525-B31F-0A8BE7820AA1}" srcOrd="3" destOrd="0" parTransId="{2D241D43-19F9-4C69-B6D3-D61FD0DBC4F7}" sibTransId="{2D838C83-F9E7-4090-8AC4-AA227D23B691}"/>
    <dgm:cxn modelId="{A0D7B504-4926-4270-A1A5-6BF1314D881F}" type="presOf" srcId="{8CC6B28D-DAE3-F84E-8251-180257AC01C6}" destId="{78ABB670-CEC3-164B-8C71-B9CDB98ED8C1}" srcOrd="0" destOrd="0" presId="urn:microsoft.com/office/officeart/2005/8/layout/orgChart1"/>
    <dgm:cxn modelId="{225AB804-CDDC-42E2-A45A-5EFDC2C47432}" type="presOf" srcId="{E5607074-EEE3-402F-BC70-C1A534BD6029}" destId="{2B2536D9-7E0A-604B-BAE4-94F29120E4E4}" srcOrd="0" destOrd="0" presId="urn:microsoft.com/office/officeart/2005/8/layout/orgChart1"/>
    <dgm:cxn modelId="{60FA3908-7C7A-504B-812A-EC2308FB9CA0}" srcId="{406C899F-FAAC-4A6A-A181-B4475C3FDFE1}" destId="{AC8D30A5-B598-B64B-85EF-7095E2488B21}" srcOrd="3" destOrd="0" parTransId="{8CC6B28D-DAE3-F84E-8251-180257AC01C6}" sibTransId="{8D476BAB-7C69-9344-9667-0A1A192224CE}"/>
    <dgm:cxn modelId="{B248C90E-A3BB-428C-B975-776A900F5214}" type="presOf" srcId="{B1F62CDD-F1A0-4DA0-8782-D642A7E311FE}" destId="{95EA068A-F8BA-2F44-8F74-C82EEF7F0074}" srcOrd="1" destOrd="0" presId="urn:microsoft.com/office/officeart/2005/8/layout/orgChart1"/>
    <dgm:cxn modelId="{4CAD6714-CC7A-436A-9328-46E044B89F70}" type="presOf" srcId="{1D8B17F4-FCBB-5B43-90AD-2C4C7D9DD457}" destId="{3645C1AC-6F75-5A4F-90F0-9C4049EF7801}" srcOrd="0" destOrd="0" presId="urn:microsoft.com/office/officeart/2005/8/layout/orgChart1"/>
    <dgm:cxn modelId="{FA109A15-A470-4118-9DE1-256E043173DC}" type="presOf" srcId="{B1F62CDD-F1A0-4DA0-8782-D642A7E311FE}" destId="{32EA64F8-A30A-2D47-8816-FE7619DE672E}" srcOrd="0" destOrd="0" presId="urn:microsoft.com/office/officeart/2005/8/layout/orgChart1"/>
    <dgm:cxn modelId="{25266416-070E-436E-A2E6-693DDD272651}" type="presOf" srcId="{496FD8E8-E3C6-437F-A2E5-31B8BD436979}" destId="{45FE0EDD-2F35-8047-99B1-D106BEE231E7}" srcOrd="0" destOrd="0" presId="urn:microsoft.com/office/officeart/2005/8/layout/orgChart1"/>
    <dgm:cxn modelId="{431C491C-8E9E-4222-AA68-1B476BC0FD79}" type="presOf" srcId="{F00F2390-423F-48F7-950C-4F1D5486698B}" destId="{CCBD3EBC-B743-3A4C-BDD1-BC8427B758F4}" srcOrd="0" destOrd="0" presId="urn:microsoft.com/office/officeart/2005/8/layout/orgChart1"/>
    <dgm:cxn modelId="{6115861C-47C2-420C-82C2-E36E68CB5F7E}" type="presOf" srcId="{E5417E3F-838F-4668-A8B7-6506E1EDC7D2}" destId="{87003F05-4EA6-CE46-AF60-F9302885698D}" srcOrd="0" destOrd="0" presId="urn:microsoft.com/office/officeart/2005/8/layout/orgChart1"/>
    <dgm:cxn modelId="{5AA20F20-56E7-4C73-98EB-EBA62E7E68B9}" type="presOf" srcId="{8A36933F-774C-4525-B31F-0A8BE7820AA1}" destId="{EE4567E0-6027-7647-9E69-FBD950019454}" srcOrd="1" destOrd="0" presId="urn:microsoft.com/office/officeart/2005/8/layout/orgChart1"/>
    <dgm:cxn modelId="{4F218022-7474-44EF-A85D-324963B22A20}" type="presOf" srcId="{EC55709E-936C-48B4-A533-143F8A26A63C}" destId="{FCAE25AE-708B-7A4D-A50D-F7681280D092}" srcOrd="0" destOrd="0" presId="urn:microsoft.com/office/officeart/2005/8/layout/orgChart1"/>
    <dgm:cxn modelId="{A878E629-FE80-4B10-AD48-A1E045D3EB8C}" srcId="{B1F62CDD-F1A0-4DA0-8782-D642A7E311FE}" destId="{F00F2390-423F-48F7-950C-4F1D5486698B}" srcOrd="1" destOrd="0" parTransId="{B0C6064A-80F9-4D52-BF99-A9EEAF74F81A}" sibTransId="{2162EE2A-2607-4E2D-B5D0-823659F9A190}"/>
    <dgm:cxn modelId="{19BEF12B-A988-483E-B412-D6D898AB9A46}" srcId="{8A36933F-774C-4525-B31F-0A8BE7820AA1}" destId="{DA969D17-97D0-440B-A86F-F56FD4E6498D}" srcOrd="1" destOrd="0" parTransId="{C7D20519-FBCE-4F1C-9937-1198FBC403A7}" sibTransId="{623550A0-08B6-4851-8D58-74A689E7B136}"/>
    <dgm:cxn modelId="{7A80C02D-EE0B-4B54-9AB8-A42F6F162364}" type="presOf" srcId="{1130EB40-3772-8D4F-B3AC-C906F28E3023}" destId="{5EB1C620-06D5-7946-AB9E-11433A983B41}" srcOrd="0" destOrd="0" presId="urn:microsoft.com/office/officeart/2005/8/layout/orgChart1"/>
    <dgm:cxn modelId="{05991F31-EE58-4859-B507-143F758A7612}" type="presOf" srcId="{DA969D17-97D0-440B-A86F-F56FD4E6498D}" destId="{C3D82260-5EB3-A140-BF6A-C7144986B46F}" srcOrd="0" destOrd="0" presId="urn:microsoft.com/office/officeart/2005/8/layout/orgChart1"/>
    <dgm:cxn modelId="{FAAC0D3C-19F7-4541-90CB-0C8B4771E79B}" srcId="{2F3E8F93-34C7-4CC3-A033-933374700188}" destId="{406C899F-FAAC-4A6A-A181-B4475C3FDFE1}" srcOrd="2" destOrd="0" parTransId="{EE77BF72-C109-4935-938C-082D9178610C}" sibTransId="{DDCEBECD-1740-436B-B22A-F49D39B86898}"/>
    <dgm:cxn modelId="{DE3D323D-622E-4441-A95B-EAFFF542F76D}" type="presOf" srcId="{637ABECC-A3CA-4EB9-B844-655016402A73}" destId="{23C6863D-94AA-3449-9B61-48EAF1F33555}" srcOrd="0" destOrd="0" presId="urn:microsoft.com/office/officeart/2005/8/layout/orgChart1"/>
    <dgm:cxn modelId="{67D3553F-01AF-4A1C-B099-056A2C2992B9}" type="presOf" srcId="{AC8D30A5-B598-B64B-85EF-7095E2488B21}" destId="{06E62283-2609-1E40-8A64-E386E694F7D4}" srcOrd="1" destOrd="0" presId="urn:microsoft.com/office/officeart/2005/8/layout/orgChart1"/>
    <dgm:cxn modelId="{82CB3A40-A720-4838-A7A2-53A967F41D39}" type="presOf" srcId="{36941C24-8A53-4DD5-B792-1A78B5B1021E}" destId="{CE5C2949-1A81-224F-8065-C4722452D2C5}" srcOrd="0" destOrd="0" presId="urn:microsoft.com/office/officeart/2005/8/layout/orgChart1"/>
    <dgm:cxn modelId="{EBE66F5E-F8D2-46A8-A9DF-2C8AECD394B4}" srcId="{2F3E8F93-34C7-4CC3-A033-933374700188}" destId="{831EC54B-3877-40B6-9D7B-CF7B9FF76B48}" srcOrd="1" destOrd="0" parTransId="{AAF79145-7FC0-41A5-8F6A-DF12606FC9A4}" sibTransId="{BF62FF1C-9EC1-4A1B-A794-64054440B278}"/>
    <dgm:cxn modelId="{5113F960-E739-4F89-B33A-3D6C62236B40}" srcId="{FD3AA3EA-DE49-445A-8910-F3453A42E68C}" destId="{B1F62CDD-F1A0-4DA0-8782-D642A7E311FE}" srcOrd="1" destOrd="0" parTransId="{EC55709E-936C-48B4-A533-143F8A26A63C}" sibTransId="{9AF8ECDC-41BB-48A0-99F7-90A4F49B9D1F}"/>
    <dgm:cxn modelId="{DCD23E44-00FA-40DA-BF78-EDC07F29A914}" srcId="{B1F62CDD-F1A0-4DA0-8782-D642A7E311FE}" destId="{77DE82C2-BA4A-4623-A3BC-C23CB98D3056}" srcOrd="2" destOrd="0" parTransId="{57693BDF-0026-468A-9320-C4EE4F3EEA91}" sibTransId="{AD34205B-8D8B-41A3-BA0A-6D414378C8F2}"/>
    <dgm:cxn modelId="{30F9C567-5130-426B-93BA-71D1B6798A4E}" type="presOf" srcId="{57693BDF-0026-468A-9320-C4EE4F3EEA91}" destId="{DF4C5805-EE6E-404C-BEE2-27D6A6D93D7D}" srcOrd="0" destOrd="0" presId="urn:microsoft.com/office/officeart/2005/8/layout/orgChart1"/>
    <dgm:cxn modelId="{125F7A49-5E61-41EA-8571-1EECB731EF14}" srcId="{88B308C0-526A-432E-BC92-74A594AE2D6F}" destId="{2F3E8F93-34C7-4CC3-A033-933374700188}" srcOrd="0" destOrd="0" parTransId="{61365931-13B6-45D8-8BD3-076A8437CAB1}" sibTransId="{FA437FCF-F89D-4C49-BB4A-0008919024F8}"/>
    <dgm:cxn modelId="{12D6274B-F894-4B1C-A5F8-903222CF1AEE}" type="presOf" srcId="{688D2116-972D-44E7-A83B-CE746AD89B12}" destId="{B0E31135-22D6-CD4B-9F0B-5C3E6FB37BFD}" srcOrd="0" destOrd="0" presId="urn:microsoft.com/office/officeart/2005/8/layout/orgChart1"/>
    <dgm:cxn modelId="{C6E82B4B-7D7A-458D-8885-A11638A59BA0}" type="presOf" srcId="{B0C6064A-80F9-4D52-BF99-A9EEAF74F81A}" destId="{E696F085-0D48-EC45-BAAB-B0845268AA42}" srcOrd="0" destOrd="0" presId="urn:microsoft.com/office/officeart/2005/8/layout/orgChart1"/>
    <dgm:cxn modelId="{ED599B70-C2C2-477F-AF59-00AD593EEE8C}" type="presOf" srcId="{3F99F189-2F3D-49D8-90FC-7CF18D7A5489}" destId="{FADED707-AD76-E749-9FC2-E83134484A46}" srcOrd="1" destOrd="0" presId="urn:microsoft.com/office/officeart/2005/8/layout/orgChart1"/>
    <dgm:cxn modelId="{35B5BD51-F0F1-4501-BE62-93D67207691C}" srcId="{8A36933F-774C-4525-B31F-0A8BE7820AA1}" destId="{E5417E3F-838F-4668-A8B7-6506E1EDC7D2}" srcOrd="2" destOrd="0" parTransId="{318A5B9D-AE84-48A9-9C57-9FF7B05414DC}" sibTransId="{67FF5546-C49A-40BC-86A1-974A56EFC3A2}"/>
    <dgm:cxn modelId="{12E80272-EA73-49D2-A0CB-DEA8376E91E7}" type="presOf" srcId="{AAF79145-7FC0-41A5-8F6A-DF12606FC9A4}" destId="{1B3C49F2-83E1-3749-B40D-E831D425BA46}" srcOrd="0" destOrd="0" presId="urn:microsoft.com/office/officeart/2005/8/layout/orgChart1"/>
    <dgm:cxn modelId="{BCFB5E52-830B-44BE-B374-0D31992C3A77}" type="presOf" srcId="{EE77BF72-C109-4935-938C-082D9178610C}" destId="{CF9D552E-2E91-724F-BC1C-673895B3C9C8}" srcOrd="0" destOrd="0" presId="urn:microsoft.com/office/officeart/2005/8/layout/orgChart1"/>
    <dgm:cxn modelId="{47CAF057-1B36-4819-B6DD-33AF69FB8EC9}" srcId="{2F3E8F93-34C7-4CC3-A033-933374700188}" destId="{FD3AA3EA-DE49-445A-8910-F3453A42E68C}" srcOrd="0" destOrd="0" parTransId="{36941C24-8A53-4DD5-B792-1A78B5B1021E}" sibTransId="{7A389822-1953-49CD-BE7B-F5C369ABC0F3}"/>
    <dgm:cxn modelId="{1077AA78-A994-4382-BDA4-DEFFF96F7F01}" type="presOf" srcId="{2D241D43-19F9-4C69-B6D3-D61FD0DBC4F7}" destId="{EDE920B8-DEBA-BB41-B107-4F3C2AAB2B1D}" srcOrd="0" destOrd="0" presId="urn:microsoft.com/office/officeart/2005/8/layout/orgChart1"/>
    <dgm:cxn modelId="{6CEC0D79-6398-4B7B-9203-656809BD5C0E}" type="presOf" srcId="{637ABECC-A3CA-4EB9-B844-655016402A73}" destId="{915E05EB-F584-A74A-BA04-C78B0DEB5599}" srcOrd="1" destOrd="0" presId="urn:microsoft.com/office/officeart/2005/8/layout/orgChart1"/>
    <dgm:cxn modelId="{AE5A5F59-20BE-48EA-B22A-3D6647F38C19}" type="presOf" srcId="{77DE82C2-BA4A-4623-A3BC-C23CB98D3056}" destId="{CC6F07D1-A727-5C4D-B3E2-85318D1EC1C4}" srcOrd="1" destOrd="0" presId="urn:microsoft.com/office/officeart/2005/8/layout/orgChart1"/>
    <dgm:cxn modelId="{2E0C0981-BC13-4919-BBB2-639B21E03404}" srcId="{831EC54B-3877-40B6-9D7B-CF7B9FF76B48}" destId="{3F99F189-2F3D-49D8-90FC-7CF18D7A5489}" srcOrd="0" destOrd="0" parTransId="{688D2116-972D-44E7-A83B-CE746AD89B12}" sibTransId="{4BA2A6E6-C467-49FA-BFCE-C30E2AA2D1D2}"/>
    <dgm:cxn modelId="{75D28287-E548-45AE-B34B-0FC2287B9E4A}" type="presOf" srcId="{C7D20519-FBCE-4F1C-9937-1198FBC403A7}" destId="{F24C4A0B-C0F6-7046-9D88-763F38F110DC}" srcOrd="0" destOrd="0" presId="urn:microsoft.com/office/officeart/2005/8/layout/orgChart1"/>
    <dgm:cxn modelId="{67622D89-36D4-486E-98EF-CC26DF9527CE}" srcId="{831EC54B-3877-40B6-9D7B-CF7B9FF76B48}" destId="{DDE27CAD-3B07-40DF-8C8B-C422EABBB36E}" srcOrd="1" destOrd="0" parTransId="{8B9E42EF-D9ED-4245-B602-A84534AFEB40}" sibTransId="{CCD2935F-1D8D-4D8B-97E0-BAF0DB547DE7}"/>
    <dgm:cxn modelId="{C8CD8594-2208-BE48-A826-4DC44096861C}" srcId="{406C899F-FAAC-4A6A-A181-B4475C3FDFE1}" destId="{1D8B17F4-FCBB-5B43-90AD-2C4C7D9DD457}" srcOrd="2" destOrd="0" parTransId="{1687E9FF-6E7E-1D46-89C6-62920DF0D740}" sibTransId="{1EBB8296-19FB-EA41-8D93-64E56B79ED46}"/>
    <dgm:cxn modelId="{A1705995-7ED4-BE46-8C03-40264E5FF3EB}" srcId="{406C899F-FAAC-4A6A-A181-B4475C3FDFE1}" destId="{27792511-E6D0-EC4F-A8FD-71B99E96798C}" srcOrd="1" destOrd="0" parTransId="{2CEC264A-EF1F-104E-8355-97BAF480AD4C}" sibTransId="{1D4DBB7E-301A-BC43-8DD4-A48724D0C96E}"/>
    <dgm:cxn modelId="{1C20AF97-E312-4573-9F96-8C854A590831}" type="presOf" srcId="{D84A802C-7DC0-477B-AD62-8918F66C1163}" destId="{498E9300-C78B-864C-BF1F-F5D2FDB5A2FA}" srcOrd="0" destOrd="0" presId="urn:microsoft.com/office/officeart/2005/8/layout/orgChart1"/>
    <dgm:cxn modelId="{53AD279B-B6DC-B045-BCE5-3D4DF923FFA5}" srcId="{406C899F-FAAC-4A6A-A181-B4475C3FDFE1}" destId="{B97A2C22-DFFA-164E-A295-9FEA53889D8A}" srcOrd="0" destOrd="0" parTransId="{1130EB40-3772-8D4F-B3AC-C906F28E3023}" sibTransId="{2B2F1C3C-0EED-D446-9F19-EF5DCF3625B4}"/>
    <dgm:cxn modelId="{65A8569C-95A5-4ACB-B604-275172AF1A1D}" type="presOf" srcId="{406C899F-FAAC-4A6A-A181-B4475C3FDFE1}" destId="{56BC7F51-04EA-C945-B086-47AFCB4D4B32}" srcOrd="0" destOrd="0" presId="urn:microsoft.com/office/officeart/2005/8/layout/orgChart1"/>
    <dgm:cxn modelId="{311FA2A0-902F-446E-9BBE-17CA87311679}" type="presOf" srcId="{FD3AA3EA-DE49-445A-8910-F3453A42E68C}" destId="{D943F96B-9B06-B040-9A9F-3D683E5EDEB5}" srcOrd="1" destOrd="0" presId="urn:microsoft.com/office/officeart/2005/8/layout/orgChart1"/>
    <dgm:cxn modelId="{554E39A1-6412-43C1-BEE6-F5C591999323}" type="presOf" srcId="{27792511-E6D0-EC4F-A8FD-71B99E96798C}" destId="{7B127E28-C19F-7145-8E77-F6F4F40F41C9}" srcOrd="1" destOrd="0" presId="urn:microsoft.com/office/officeart/2005/8/layout/orgChart1"/>
    <dgm:cxn modelId="{132F3AA2-078C-4E57-85B6-2A0971608AB2}" srcId="{8A36933F-774C-4525-B31F-0A8BE7820AA1}" destId="{E5607074-EEE3-402F-BC70-C1A534BD6029}" srcOrd="0" destOrd="0" parTransId="{AE20B6A7-2017-425E-97BD-17575DC84FE8}" sibTransId="{5D09BEF4-F8F7-43AD-B2F5-FB7F609BAE49}"/>
    <dgm:cxn modelId="{9E282EAB-8418-4DB6-849B-CA0B82745D55}" type="presOf" srcId="{77DE82C2-BA4A-4623-A3BC-C23CB98D3056}" destId="{480591C3-8094-4344-8F82-A3D547F896CF}" srcOrd="0" destOrd="0" presId="urn:microsoft.com/office/officeart/2005/8/layout/orgChart1"/>
    <dgm:cxn modelId="{9C2C4EAC-3AA0-4508-BA3A-7E900202F03F}" type="presOf" srcId="{406C899F-FAAC-4A6A-A181-B4475C3FDFE1}" destId="{0F29258B-C174-E04F-B952-AD7E1A0B6176}" srcOrd="1" destOrd="0" presId="urn:microsoft.com/office/officeart/2005/8/layout/orgChart1"/>
    <dgm:cxn modelId="{FF3CA2AC-1723-4322-9CD5-8BD7D3DD8BE8}" type="presOf" srcId="{DDE27CAD-3B07-40DF-8C8B-C422EABBB36E}" destId="{7295D486-E29C-2242-8A8C-2F344A380039}" srcOrd="1" destOrd="0" presId="urn:microsoft.com/office/officeart/2005/8/layout/orgChart1"/>
    <dgm:cxn modelId="{200115B5-67E8-4EC3-A7C3-8D779AA067BE}" type="presOf" srcId="{8A36933F-774C-4525-B31F-0A8BE7820AA1}" destId="{0C0DAF1E-17E8-9141-811C-9E9F817C44BE}" srcOrd="0" destOrd="0" presId="urn:microsoft.com/office/officeart/2005/8/layout/orgChart1"/>
    <dgm:cxn modelId="{1BBD5CB5-3B1D-49BB-9E31-F0AF737E1189}" type="presOf" srcId="{5DB9E89B-460A-42F6-A3A7-336522AD2095}" destId="{C448FA0C-9E66-274F-8F28-FB448E255800}" srcOrd="1" destOrd="0" presId="urn:microsoft.com/office/officeart/2005/8/layout/orgChart1"/>
    <dgm:cxn modelId="{9210F4B5-1FD2-4846-A1AA-5C8918ED7A49}" type="presOf" srcId="{27792511-E6D0-EC4F-A8FD-71B99E96798C}" destId="{02AA6DA3-18A1-E143-A0FA-95D1F0E10FD0}" srcOrd="0" destOrd="0" presId="urn:microsoft.com/office/officeart/2005/8/layout/orgChart1"/>
    <dgm:cxn modelId="{38ED47B8-EE10-46E7-90F6-C8ADB8FA0690}" type="presOf" srcId="{FD3AA3EA-DE49-445A-8910-F3453A42E68C}" destId="{B3280AC8-1A60-A446-AD00-909668609DA1}" srcOrd="0" destOrd="0" presId="urn:microsoft.com/office/officeart/2005/8/layout/orgChart1"/>
    <dgm:cxn modelId="{7A59AFB9-EED0-4A6F-BC5E-830B1F124C0D}" type="presOf" srcId="{E5417E3F-838F-4668-A8B7-6506E1EDC7D2}" destId="{66205841-D499-3B47-A9EA-5421AE35C382}" srcOrd="1" destOrd="0" presId="urn:microsoft.com/office/officeart/2005/8/layout/orgChart1"/>
    <dgm:cxn modelId="{990E74BB-5C5E-4B8D-97C3-4E99EE0314EE}" type="presOf" srcId="{AC8D30A5-B598-B64B-85EF-7095E2488B21}" destId="{84CA9605-3B0B-B34F-BB52-404C37E8FFAD}" srcOrd="0" destOrd="0" presId="urn:microsoft.com/office/officeart/2005/8/layout/orgChart1"/>
    <dgm:cxn modelId="{AC49EEBC-2E19-4CB6-91F7-E442185663F9}" srcId="{B1F62CDD-F1A0-4DA0-8782-D642A7E311FE}" destId="{5DB9E89B-460A-42F6-A3A7-336522AD2095}" srcOrd="0" destOrd="0" parTransId="{496FD8E8-E3C6-437F-A2E5-31B8BD436979}" sibTransId="{FBDF4D61-794F-46FF-8C97-540C4ADDBBB9}"/>
    <dgm:cxn modelId="{8070E2C0-CE4B-4104-93ED-F0A3702A60AB}" type="presOf" srcId="{1D8B17F4-FCBB-5B43-90AD-2C4C7D9DD457}" destId="{1E76A607-37FF-5440-BF40-E94B6D3827A1}" srcOrd="1" destOrd="0" presId="urn:microsoft.com/office/officeart/2005/8/layout/orgChart1"/>
    <dgm:cxn modelId="{5D390DC2-F66A-45B2-AA67-F73D238EFA9A}" type="presOf" srcId="{DDE27CAD-3B07-40DF-8C8B-C422EABBB36E}" destId="{259A0BC8-027A-6F40-BCE4-328BA4B4F1E3}" srcOrd="0" destOrd="0" presId="urn:microsoft.com/office/officeart/2005/8/layout/orgChart1"/>
    <dgm:cxn modelId="{EB2C5FC5-0BDB-4451-B5E4-74B4B5DDF424}" type="presOf" srcId="{8B9E42EF-D9ED-4245-B602-A84534AFEB40}" destId="{AAC4D776-A7B0-CD46-8734-909F950EBA9B}" srcOrd="0" destOrd="0" presId="urn:microsoft.com/office/officeart/2005/8/layout/orgChart1"/>
    <dgm:cxn modelId="{8C5255C9-E825-4AB2-ACE0-1C01D239835A}" type="presOf" srcId="{E5607074-EEE3-402F-BC70-C1A534BD6029}" destId="{05D8D7CE-53BF-3548-94B7-5A177F59B1EA}" srcOrd="1" destOrd="0" presId="urn:microsoft.com/office/officeart/2005/8/layout/orgChart1"/>
    <dgm:cxn modelId="{17028BCA-71E5-45BF-A62E-A8BB51D9428F}" type="presOf" srcId="{3F99F189-2F3D-49D8-90FC-7CF18D7A5489}" destId="{2004ACE5-7740-6D4A-B245-2E65E2497AD2}" srcOrd="0" destOrd="0" presId="urn:microsoft.com/office/officeart/2005/8/layout/orgChart1"/>
    <dgm:cxn modelId="{467C9DCD-8CE6-47F6-81E6-C651698271BB}" type="presOf" srcId="{5DB9E89B-460A-42F6-A3A7-336522AD2095}" destId="{F219D5C6-9420-BA49-819A-BC6DC09B964E}" srcOrd="0" destOrd="0" presId="urn:microsoft.com/office/officeart/2005/8/layout/orgChart1"/>
    <dgm:cxn modelId="{14D35DD1-AABB-424C-9C67-6F09FFA8D42E}" type="presOf" srcId="{2F3E8F93-34C7-4CC3-A033-933374700188}" destId="{6F15CB03-3380-5B4B-BCFC-7F34E44FD34C}" srcOrd="1" destOrd="0" presId="urn:microsoft.com/office/officeart/2005/8/layout/orgChart1"/>
    <dgm:cxn modelId="{FE5A97DC-883A-43EF-B4B5-DD313A115ECC}" type="presOf" srcId="{B97A2C22-DFFA-164E-A295-9FEA53889D8A}" destId="{CAE53D00-9B4B-BF42-8DDE-326F853C2A9A}" srcOrd="0" destOrd="0" presId="urn:microsoft.com/office/officeart/2005/8/layout/orgChart1"/>
    <dgm:cxn modelId="{0CC6A9DC-603F-4261-9AD0-F2ED844BFDFC}" type="presOf" srcId="{F00F2390-423F-48F7-950C-4F1D5486698B}" destId="{BF183BA5-3BCD-8A4C-844A-93C516422725}" srcOrd="1" destOrd="0" presId="urn:microsoft.com/office/officeart/2005/8/layout/orgChart1"/>
    <dgm:cxn modelId="{4D0046E3-2C33-48E7-A775-6BDE684CDBE9}" type="presOf" srcId="{88B308C0-526A-432E-BC92-74A594AE2D6F}" destId="{2CB3317D-D784-D74A-B6B1-2B19B22E75CB}" srcOrd="0" destOrd="0" presId="urn:microsoft.com/office/officeart/2005/8/layout/orgChart1"/>
    <dgm:cxn modelId="{24F892EA-CA6B-42AB-AD61-3D24A3D81448}" type="presOf" srcId="{DA969D17-97D0-440B-A86F-F56FD4E6498D}" destId="{2EC09ED1-609D-854E-942D-946BE771E6E7}" srcOrd="1" destOrd="0" presId="urn:microsoft.com/office/officeart/2005/8/layout/orgChart1"/>
    <dgm:cxn modelId="{B90F54EB-B37E-46B1-8B45-A23C7E0ADC16}" type="presOf" srcId="{831EC54B-3877-40B6-9D7B-CF7B9FF76B48}" destId="{BC04D3C0-D8A2-234D-AA91-8666421729DD}" srcOrd="0" destOrd="0" presId="urn:microsoft.com/office/officeart/2005/8/layout/orgChart1"/>
    <dgm:cxn modelId="{2DE779ED-2BF2-4870-A95B-7EA4E711AF82}" type="presOf" srcId="{1687E9FF-6E7E-1D46-89C6-62920DF0D740}" destId="{D34882CA-CC9D-3A43-A6A1-8B95D6EB08F9}" srcOrd="0" destOrd="0" presId="urn:microsoft.com/office/officeart/2005/8/layout/orgChart1"/>
    <dgm:cxn modelId="{2B6BFEEE-E1EB-48CC-AA13-3A530023B78F}" type="presOf" srcId="{318A5B9D-AE84-48A9-9C57-9FF7B05414DC}" destId="{FC4B7BB3-6BC9-7340-84EB-B2924CF4BCF4}" srcOrd="0" destOrd="0" presId="urn:microsoft.com/office/officeart/2005/8/layout/orgChart1"/>
    <dgm:cxn modelId="{A47B2BF1-9A25-4CD0-BDA8-234084485540}" type="presOf" srcId="{B97A2C22-DFFA-164E-A295-9FEA53889D8A}" destId="{7958F722-C9C7-C04C-9EA3-BEAF7078EE07}" srcOrd="1" destOrd="0" presId="urn:microsoft.com/office/officeart/2005/8/layout/orgChart1"/>
    <dgm:cxn modelId="{B599D9F1-2FBA-4353-BD0B-AA2ADF4BCE70}" srcId="{FD3AA3EA-DE49-445A-8910-F3453A42E68C}" destId="{637ABECC-A3CA-4EB9-B844-655016402A73}" srcOrd="0" destOrd="0" parTransId="{D84A802C-7DC0-477B-AD62-8918F66C1163}" sibTransId="{7C765446-240E-4869-B358-64C3FAC637FE}"/>
    <dgm:cxn modelId="{0EA69FF3-80AE-46EB-AB11-0F31CB654ED6}" type="presOf" srcId="{2F3E8F93-34C7-4CC3-A033-933374700188}" destId="{5B197F08-51E1-8A46-ABD5-21EDBC710ECD}" srcOrd="0" destOrd="0" presId="urn:microsoft.com/office/officeart/2005/8/layout/orgChart1"/>
    <dgm:cxn modelId="{B2A016FB-1356-4F3A-BD91-F13EF39CD0BC}" type="presOf" srcId="{831EC54B-3877-40B6-9D7B-CF7B9FF76B48}" destId="{11A35C1A-707D-BB48-9CD9-BAC04197C653}" srcOrd="1" destOrd="0" presId="urn:microsoft.com/office/officeart/2005/8/layout/orgChart1"/>
    <dgm:cxn modelId="{8EA253FB-91F0-4FE6-BEE8-98AF43C6FBAE}" type="presOf" srcId="{2CEC264A-EF1F-104E-8355-97BAF480AD4C}" destId="{FB38F7DE-A1E2-8C4F-96E6-A5D6A070F68B}" srcOrd="0" destOrd="0" presId="urn:microsoft.com/office/officeart/2005/8/layout/orgChart1"/>
    <dgm:cxn modelId="{FDEEB1FE-CBAC-454F-B58D-7B3F7AC43AE4}" type="presOf" srcId="{AE20B6A7-2017-425E-97BD-17575DC84FE8}" destId="{FDC284C6-D403-6345-9E1A-E1E24CB46189}" srcOrd="0" destOrd="0" presId="urn:microsoft.com/office/officeart/2005/8/layout/orgChart1"/>
    <dgm:cxn modelId="{0F7FED92-1378-4213-BE35-B60202D7D031}" type="presParOf" srcId="{2CB3317D-D784-D74A-B6B1-2B19B22E75CB}" destId="{3DB9DA38-930C-334B-9FF7-443BFB50FEB2}" srcOrd="0" destOrd="0" presId="urn:microsoft.com/office/officeart/2005/8/layout/orgChart1"/>
    <dgm:cxn modelId="{31A4A05E-5177-4AEA-AF28-82ECDEE463D4}" type="presParOf" srcId="{3DB9DA38-930C-334B-9FF7-443BFB50FEB2}" destId="{F48C24CC-1272-8B4E-A785-9749ED67C2A0}" srcOrd="0" destOrd="0" presId="urn:microsoft.com/office/officeart/2005/8/layout/orgChart1"/>
    <dgm:cxn modelId="{151A4EEB-DB64-47F3-BEAC-83DFAD7F4CE6}" type="presParOf" srcId="{F48C24CC-1272-8B4E-A785-9749ED67C2A0}" destId="{5B197F08-51E1-8A46-ABD5-21EDBC710ECD}" srcOrd="0" destOrd="0" presId="urn:microsoft.com/office/officeart/2005/8/layout/orgChart1"/>
    <dgm:cxn modelId="{2700AC7C-D755-438E-B2E1-8958D7696A21}" type="presParOf" srcId="{F48C24CC-1272-8B4E-A785-9749ED67C2A0}" destId="{6F15CB03-3380-5B4B-BCFC-7F34E44FD34C}" srcOrd="1" destOrd="0" presId="urn:microsoft.com/office/officeart/2005/8/layout/orgChart1"/>
    <dgm:cxn modelId="{B4A9C5FC-03E8-426B-936D-C2158BB93E30}" type="presParOf" srcId="{3DB9DA38-930C-334B-9FF7-443BFB50FEB2}" destId="{E6727F23-DBDF-1844-993B-E6E1A452C7DC}" srcOrd="1" destOrd="0" presId="urn:microsoft.com/office/officeart/2005/8/layout/orgChart1"/>
    <dgm:cxn modelId="{6AE01C03-A376-4283-A732-46F7E80B277F}" type="presParOf" srcId="{E6727F23-DBDF-1844-993B-E6E1A452C7DC}" destId="{CE5C2949-1A81-224F-8065-C4722452D2C5}" srcOrd="0" destOrd="0" presId="urn:microsoft.com/office/officeart/2005/8/layout/orgChart1"/>
    <dgm:cxn modelId="{08FF59BC-74FE-431B-9D71-B9780A29A5F3}" type="presParOf" srcId="{E6727F23-DBDF-1844-993B-E6E1A452C7DC}" destId="{5914C6AA-C504-814E-AF87-482AF1616184}" srcOrd="1" destOrd="0" presId="urn:microsoft.com/office/officeart/2005/8/layout/orgChart1"/>
    <dgm:cxn modelId="{6760856C-3231-4878-AA30-E91B96DACF3E}" type="presParOf" srcId="{5914C6AA-C504-814E-AF87-482AF1616184}" destId="{3E0F4609-4D19-3746-A542-F35A1B3B8E8F}" srcOrd="0" destOrd="0" presId="urn:microsoft.com/office/officeart/2005/8/layout/orgChart1"/>
    <dgm:cxn modelId="{8CD69875-6A7B-43F6-A793-663A0C95CEE2}" type="presParOf" srcId="{3E0F4609-4D19-3746-A542-F35A1B3B8E8F}" destId="{B3280AC8-1A60-A446-AD00-909668609DA1}" srcOrd="0" destOrd="0" presId="urn:microsoft.com/office/officeart/2005/8/layout/orgChart1"/>
    <dgm:cxn modelId="{6AA97475-71B4-4833-99DA-D33976290A70}" type="presParOf" srcId="{3E0F4609-4D19-3746-A542-F35A1B3B8E8F}" destId="{D943F96B-9B06-B040-9A9F-3D683E5EDEB5}" srcOrd="1" destOrd="0" presId="urn:microsoft.com/office/officeart/2005/8/layout/orgChart1"/>
    <dgm:cxn modelId="{689C027C-707C-4E1B-ACD5-5F2F9FED8F57}" type="presParOf" srcId="{5914C6AA-C504-814E-AF87-482AF1616184}" destId="{B2473287-3939-4742-8FE0-5C3757E42ECA}" srcOrd="1" destOrd="0" presId="urn:microsoft.com/office/officeart/2005/8/layout/orgChart1"/>
    <dgm:cxn modelId="{228D90B4-3FB6-4367-A8D2-82B8E0F4EB27}" type="presParOf" srcId="{B2473287-3939-4742-8FE0-5C3757E42ECA}" destId="{498E9300-C78B-864C-BF1F-F5D2FDB5A2FA}" srcOrd="0" destOrd="0" presId="urn:microsoft.com/office/officeart/2005/8/layout/orgChart1"/>
    <dgm:cxn modelId="{42971A79-1539-4E68-A388-F2AEE06C7759}" type="presParOf" srcId="{B2473287-3939-4742-8FE0-5C3757E42ECA}" destId="{91CDD307-651A-9242-887D-024B485A8854}" srcOrd="1" destOrd="0" presId="urn:microsoft.com/office/officeart/2005/8/layout/orgChart1"/>
    <dgm:cxn modelId="{9981CEA7-E71B-4022-8773-BDA1D226C419}" type="presParOf" srcId="{91CDD307-651A-9242-887D-024B485A8854}" destId="{6A6DAA34-CBB8-854F-B551-3EC4F97B6CBA}" srcOrd="0" destOrd="0" presId="urn:microsoft.com/office/officeart/2005/8/layout/orgChart1"/>
    <dgm:cxn modelId="{4A934A17-BAEA-4BF3-A59A-67072CE9B933}" type="presParOf" srcId="{6A6DAA34-CBB8-854F-B551-3EC4F97B6CBA}" destId="{23C6863D-94AA-3449-9B61-48EAF1F33555}" srcOrd="0" destOrd="0" presId="urn:microsoft.com/office/officeart/2005/8/layout/orgChart1"/>
    <dgm:cxn modelId="{553CC141-CA40-4A6E-B18E-5501DE7810D7}" type="presParOf" srcId="{6A6DAA34-CBB8-854F-B551-3EC4F97B6CBA}" destId="{915E05EB-F584-A74A-BA04-C78B0DEB5599}" srcOrd="1" destOrd="0" presId="urn:microsoft.com/office/officeart/2005/8/layout/orgChart1"/>
    <dgm:cxn modelId="{6C64619E-E015-43E3-BC58-832DDBD2D04B}" type="presParOf" srcId="{91CDD307-651A-9242-887D-024B485A8854}" destId="{06EA8660-B3A1-6E41-B3EC-61A1618E8268}" srcOrd="1" destOrd="0" presId="urn:microsoft.com/office/officeart/2005/8/layout/orgChart1"/>
    <dgm:cxn modelId="{868C2E06-FB1E-4DF0-9CBF-B21900C94366}" type="presParOf" srcId="{91CDD307-651A-9242-887D-024B485A8854}" destId="{411E60F8-C239-D444-AD2C-B6EAECC42BE1}" srcOrd="2" destOrd="0" presId="urn:microsoft.com/office/officeart/2005/8/layout/orgChart1"/>
    <dgm:cxn modelId="{153395E0-7CB1-4174-90CB-60D1396F400C}" type="presParOf" srcId="{B2473287-3939-4742-8FE0-5C3757E42ECA}" destId="{FCAE25AE-708B-7A4D-A50D-F7681280D092}" srcOrd="2" destOrd="0" presId="urn:microsoft.com/office/officeart/2005/8/layout/orgChart1"/>
    <dgm:cxn modelId="{94380A7B-BCDC-443D-8668-205CA6C45E88}" type="presParOf" srcId="{B2473287-3939-4742-8FE0-5C3757E42ECA}" destId="{AF045AE2-24E2-0145-83CC-2266E42426F3}" srcOrd="3" destOrd="0" presId="urn:microsoft.com/office/officeart/2005/8/layout/orgChart1"/>
    <dgm:cxn modelId="{71D69855-5682-4457-B73C-C62C58CF9B2A}" type="presParOf" srcId="{AF045AE2-24E2-0145-83CC-2266E42426F3}" destId="{6AAAA009-B904-D649-A22E-7F010F7771E0}" srcOrd="0" destOrd="0" presId="urn:microsoft.com/office/officeart/2005/8/layout/orgChart1"/>
    <dgm:cxn modelId="{E7B1B686-B56A-4CD7-A298-4B000389937A}" type="presParOf" srcId="{6AAAA009-B904-D649-A22E-7F010F7771E0}" destId="{32EA64F8-A30A-2D47-8816-FE7619DE672E}" srcOrd="0" destOrd="0" presId="urn:microsoft.com/office/officeart/2005/8/layout/orgChart1"/>
    <dgm:cxn modelId="{799399B2-5AC5-442A-92F3-00D4632E3C99}" type="presParOf" srcId="{6AAAA009-B904-D649-A22E-7F010F7771E0}" destId="{95EA068A-F8BA-2F44-8F74-C82EEF7F0074}" srcOrd="1" destOrd="0" presId="urn:microsoft.com/office/officeart/2005/8/layout/orgChart1"/>
    <dgm:cxn modelId="{83EAABE6-F028-41AE-9370-F8276BDFDAEA}" type="presParOf" srcId="{AF045AE2-24E2-0145-83CC-2266E42426F3}" destId="{6CDDEF8F-DF4D-CF4A-A0D0-9B0DA1A42C39}" srcOrd="1" destOrd="0" presId="urn:microsoft.com/office/officeart/2005/8/layout/orgChart1"/>
    <dgm:cxn modelId="{589BFAE2-FAB6-42E1-8714-F75EA55D9EA0}" type="presParOf" srcId="{6CDDEF8F-DF4D-CF4A-A0D0-9B0DA1A42C39}" destId="{45FE0EDD-2F35-8047-99B1-D106BEE231E7}" srcOrd="0" destOrd="0" presId="urn:microsoft.com/office/officeart/2005/8/layout/orgChart1"/>
    <dgm:cxn modelId="{2BA2B8C2-1801-415E-B7E5-2196C32CF6BC}" type="presParOf" srcId="{6CDDEF8F-DF4D-CF4A-A0D0-9B0DA1A42C39}" destId="{94A12CC3-05D1-B64C-B835-DD6ECC0DF36C}" srcOrd="1" destOrd="0" presId="urn:microsoft.com/office/officeart/2005/8/layout/orgChart1"/>
    <dgm:cxn modelId="{2C4C20F7-E8B9-4CC9-8F9D-32D59558770C}" type="presParOf" srcId="{94A12CC3-05D1-B64C-B835-DD6ECC0DF36C}" destId="{DA6A5025-4DEF-1049-9C7A-25355C62185D}" srcOrd="0" destOrd="0" presId="urn:microsoft.com/office/officeart/2005/8/layout/orgChart1"/>
    <dgm:cxn modelId="{B12112E3-42C6-4527-9B2C-80CEAD417A64}" type="presParOf" srcId="{DA6A5025-4DEF-1049-9C7A-25355C62185D}" destId="{F219D5C6-9420-BA49-819A-BC6DC09B964E}" srcOrd="0" destOrd="0" presId="urn:microsoft.com/office/officeart/2005/8/layout/orgChart1"/>
    <dgm:cxn modelId="{51CBC698-6FF2-4E2E-ADD1-4F846507B2AF}" type="presParOf" srcId="{DA6A5025-4DEF-1049-9C7A-25355C62185D}" destId="{C448FA0C-9E66-274F-8F28-FB448E255800}" srcOrd="1" destOrd="0" presId="urn:microsoft.com/office/officeart/2005/8/layout/orgChart1"/>
    <dgm:cxn modelId="{9331FED2-E15F-41C4-BAE7-A33970BD3825}" type="presParOf" srcId="{94A12CC3-05D1-B64C-B835-DD6ECC0DF36C}" destId="{5DE66FF0-1C22-3D44-A853-426AE3D25DFA}" srcOrd="1" destOrd="0" presId="urn:microsoft.com/office/officeart/2005/8/layout/orgChart1"/>
    <dgm:cxn modelId="{5CCCFE53-6BCB-4FA6-B986-29D8BF885260}" type="presParOf" srcId="{94A12CC3-05D1-B64C-B835-DD6ECC0DF36C}" destId="{30A17EC8-E939-6340-A692-290B94256038}" srcOrd="2" destOrd="0" presId="urn:microsoft.com/office/officeart/2005/8/layout/orgChart1"/>
    <dgm:cxn modelId="{44FFE71C-30C9-40F6-A9E5-D82C3513EC48}" type="presParOf" srcId="{6CDDEF8F-DF4D-CF4A-A0D0-9B0DA1A42C39}" destId="{E696F085-0D48-EC45-BAAB-B0845268AA42}" srcOrd="2" destOrd="0" presId="urn:microsoft.com/office/officeart/2005/8/layout/orgChart1"/>
    <dgm:cxn modelId="{9B051D06-14D6-465A-B991-3D1824C6CADB}" type="presParOf" srcId="{6CDDEF8F-DF4D-CF4A-A0D0-9B0DA1A42C39}" destId="{14292722-F74D-464E-8F71-5A7AADD1D123}" srcOrd="3" destOrd="0" presId="urn:microsoft.com/office/officeart/2005/8/layout/orgChart1"/>
    <dgm:cxn modelId="{14806B97-6721-4EFD-9881-DEBF13931413}" type="presParOf" srcId="{14292722-F74D-464E-8F71-5A7AADD1D123}" destId="{1F74249D-B382-514C-A7D0-D93CDE139C94}" srcOrd="0" destOrd="0" presId="urn:microsoft.com/office/officeart/2005/8/layout/orgChart1"/>
    <dgm:cxn modelId="{E48B340E-DF4C-4AA2-AF4D-6254F333C3FE}" type="presParOf" srcId="{1F74249D-B382-514C-A7D0-D93CDE139C94}" destId="{CCBD3EBC-B743-3A4C-BDD1-BC8427B758F4}" srcOrd="0" destOrd="0" presId="urn:microsoft.com/office/officeart/2005/8/layout/orgChart1"/>
    <dgm:cxn modelId="{185F0C85-5E48-4CDC-BC4D-4F5902C9CAF2}" type="presParOf" srcId="{1F74249D-B382-514C-A7D0-D93CDE139C94}" destId="{BF183BA5-3BCD-8A4C-844A-93C516422725}" srcOrd="1" destOrd="0" presId="urn:microsoft.com/office/officeart/2005/8/layout/orgChart1"/>
    <dgm:cxn modelId="{F9BC776A-E1CA-4BC0-B5BE-107637DC722D}" type="presParOf" srcId="{14292722-F74D-464E-8F71-5A7AADD1D123}" destId="{AB3ADA41-8925-9B48-8534-FF0C3557645E}" srcOrd="1" destOrd="0" presId="urn:microsoft.com/office/officeart/2005/8/layout/orgChart1"/>
    <dgm:cxn modelId="{97B6D260-5433-45E4-9ED3-0F3ABED857EE}" type="presParOf" srcId="{14292722-F74D-464E-8F71-5A7AADD1D123}" destId="{63E35F54-EC38-3C41-AA74-0BE04B3BD6EC}" srcOrd="2" destOrd="0" presId="urn:microsoft.com/office/officeart/2005/8/layout/orgChart1"/>
    <dgm:cxn modelId="{AB7B17EF-D9C7-4F54-B2DE-835DE6797DF6}" type="presParOf" srcId="{6CDDEF8F-DF4D-CF4A-A0D0-9B0DA1A42C39}" destId="{DF4C5805-EE6E-404C-BEE2-27D6A6D93D7D}" srcOrd="4" destOrd="0" presId="urn:microsoft.com/office/officeart/2005/8/layout/orgChart1"/>
    <dgm:cxn modelId="{D3F9BB53-4EEB-4EED-96F5-E91C03EF8844}" type="presParOf" srcId="{6CDDEF8F-DF4D-CF4A-A0D0-9B0DA1A42C39}" destId="{C228ACDB-7CC3-3B44-A062-B49598561565}" srcOrd="5" destOrd="0" presId="urn:microsoft.com/office/officeart/2005/8/layout/orgChart1"/>
    <dgm:cxn modelId="{546BA785-08B5-45D9-B2BD-0468C0BAD642}" type="presParOf" srcId="{C228ACDB-7CC3-3B44-A062-B49598561565}" destId="{FFBBB2FD-68A3-3E43-BD91-9B42ADCD928E}" srcOrd="0" destOrd="0" presId="urn:microsoft.com/office/officeart/2005/8/layout/orgChart1"/>
    <dgm:cxn modelId="{2AF903C9-C528-4CE8-88C1-FE4AA39596FF}" type="presParOf" srcId="{FFBBB2FD-68A3-3E43-BD91-9B42ADCD928E}" destId="{480591C3-8094-4344-8F82-A3D547F896CF}" srcOrd="0" destOrd="0" presId="urn:microsoft.com/office/officeart/2005/8/layout/orgChart1"/>
    <dgm:cxn modelId="{79C78693-37EF-4F3E-982C-28F67C830F56}" type="presParOf" srcId="{FFBBB2FD-68A3-3E43-BD91-9B42ADCD928E}" destId="{CC6F07D1-A727-5C4D-B3E2-85318D1EC1C4}" srcOrd="1" destOrd="0" presId="urn:microsoft.com/office/officeart/2005/8/layout/orgChart1"/>
    <dgm:cxn modelId="{2BD5B7CE-459B-4375-8038-7697F5085E4E}" type="presParOf" srcId="{C228ACDB-7CC3-3B44-A062-B49598561565}" destId="{3081AD68-7366-FB4B-8C68-5AF2F977F863}" srcOrd="1" destOrd="0" presId="urn:microsoft.com/office/officeart/2005/8/layout/orgChart1"/>
    <dgm:cxn modelId="{70BA21B4-DD5F-4143-B5A7-EC40861A836E}" type="presParOf" srcId="{C228ACDB-7CC3-3B44-A062-B49598561565}" destId="{C157A862-B0F2-7A41-81DE-559BA069A335}" srcOrd="2" destOrd="0" presId="urn:microsoft.com/office/officeart/2005/8/layout/orgChart1"/>
    <dgm:cxn modelId="{249403CC-64FD-4795-B03F-A71F212E6785}" type="presParOf" srcId="{AF045AE2-24E2-0145-83CC-2266E42426F3}" destId="{621B612A-DA7C-E94F-987B-173122B15A0F}" srcOrd="2" destOrd="0" presId="urn:microsoft.com/office/officeart/2005/8/layout/orgChart1"/>
    <dgm:cxn modelId="{72DFDC69-2A3C-4304-81E7-79ED293EE232}" type="presParOf" srcId="{5914C6AA-C504-814E-AF87-482AF1616184}" destId="{0D06EFCD-E148-5B47-9BCF-7311C4DBE924}" srcOrd="2" destOrd="0" presId="urn:microsoft.com/office/officeart/2005/8/layout/orgChart1"/>
    <dgm:cxn modelId="{977D9DFA-D13C-4A07-A072-4874A7BB35CE}" type="presParOf" srcId="{E6727F23-DBDF-1844-993B-E6E1A452C7DC}" destId="{1B3C49F2-83E1-3749-B40D-E831D425BA46}" srcOrd="2" destOrd="0" presId="urn:microsoft.com/office/officeart/2005/8/layout/orgChart1"/>
    <dgm:cxn modelId="{312A25F5-4091-40B9-A327-C1F33668BE1B}" type="presParOf" srcId="{E6727F23-DBDF-1844-993B-E6E1A452C7DC}" destId="{4F7A84C8-9656-294A-A79B-622C79B3AF4D}" srcOrd="3" destOrd="0" presId="urn:microsoft.com/office/officeart/2005/8/layout/orgChart1"/>
    <dgm:cxn modelId="{A4D07CCE-1A83-4753-87AB-9A47DCE3CCE3}" type="presParOf" srcId="{4F7A84C8-9656-294A-A79B-622C79B3AF4D}" destId="{ECFC2AF1-AEC5-5042-834B-4CD92550705B}" srcOrd="0" destOrd="0" presId="urn:microsoft.com/office/officeart/2005/8/layout/orgChart1"/>
    <dgm:cxn modelId="{3E904C77-FEBC-4DC7-8B55-B64D2C7EBEAC}" type="presParOf" srcId="{ECFC2AF1-AEC5-5042-834B-4CD92550705B}" destId="{BC04D3C0-D8A2-234D-AA91-8666421729DD}" srcOrd="0" destOrd="0" presId="urn:microsoft.com/office/officeart/2005/8/layout/orgChart1"/>
    <dgm:cxn modelId="{17E8E757-9192-4EA3-877E-9803A36F6F13}" type="presParOf" srcId="{ECFC2AF1-AEC5-5042-834B-4CD92550705B}" destId="{11A35C1A-707D-BB48-9CD9-BAC04197C653}" srcOrd="1" destOrd="0" presId="urn:microsoft.com/office/officeart/2005/8/layout/orgChart1"/>
    <dgm:cxn modelId="{368ADB53-37AE-424F-93EF-99FDF3514125}" type="presParOf" srcId="{4F7A84C8-9656-294A-A79B-622C79B3AF4D}" destId="{AFF1B070-103C-C542-B065-2AEA533D4180}" srcOrd="1" destOrd="0" presId="urn:microsoft.com/office/officeart/2005/8/layout/orgChart1"/>
    <dgm:cxn modelId="{02BCB435-8058-44ED-8219-50F1555E6702}" type="presParOf" srcId="{AFF1B070-103C-C542-B065-2AEA533D4180}" destId="{B0E31135-22D6-CD4B-9F0B-5C3E6FB37BFD}" srcOrd="0" destOrd="0" presId="urn:microsoft.com/office/officeart/2005/8/layout/orgChart1"/>
    <dgm:cxn modelId="{A22386A5-0EF3-4202-8872-B1380B3EA6A7}" type="presParOf" srcId="{AFF1B070-103C-C542-B065-2AEA533D4180}" destId="{244EBB3F-2229-8D4F-9B6D-A30560071EE3}" srcOrd="1" destOrd="0" presId="urn:microsoft.com/office/officeart/2005/8/layout/orgChart1"/>
    <dgm:cxn modelId="{1F789913-0B61-4B6D-B904-8ECD7C2773A1}" type="presParOf" srcId="{244EBB3F-2229-8D4F-9B6D-A30560071EE3}" destId="{4FB5E625-CF69-4042-8923-52C4D6D77FC0}" srcOrd="0" destOrd="0" presId="urn:microsoft.com/office/officeart/2005/8/layout/orgChart1"/>
    <dgm:cxn modelId="{F421880D-A31C-4355-8D80-3B980AFD224E}" type="presParOf" srcId="{4FB5E625-CF69-4042-8923-52C4D6D77FC0}" destId="{2004ACE5-7740-6D4A-B245-2E65E2497AD2}" srcOrd="0" destOrd="0" presId="urn:microsoft.com/office/officeart/2005/8/layout/orgChart1"/>
    <dgm:cxn modelId="{80568BD3-CDB1-4A45-9D5A-392BA2773C49}" type="presParOf" srcId="{4FB5E625-CF69-4042-8923-52C4D6D77FC0}" destId="{FADED707-AD76-E749-9FC2-E83134484A46}" srcOrd="1" destOrd="0" presId="urn:microsoft.com/office/officeart/2005/8/layout/orgChart1"/>
    <dgm:cxn modelId="{C8DDDE9D-C2C7-41E2-BAE4-8A55A8443D8D}" type="presParOf" srcId="{244EBB3F-2229-8D4F-9B6D-A30560071EE3}" destId="{846455C9-82DF-F64B-BD23-3E6DF73C96B1}" srcOrd="1" destOrd="0" presId="urn:microsoft.com/office/officeart/2005/8/layout/orgChart1"/>
    <dgm:cxn modelId="{62A3E470-6E7E-4D49-8B62-FC419C034302}" type="presParOf" srcId="{244EBB3F-2229-8D4F-9B6D-A30560071EE3}" destId="{E88A3EF0-5DA6-9743-82BE-0AB92AE56C34}" srcOrd="2" destOrd="0" presId="urn:microsoft.com/office/officeart/2005/8/layout/orgChart1"/>
    <dgm:cxn modelId="{A6594FD3-E75E-4FF8-BA86-22D59FE09078}" type="presParOf" srcId="{AFF1B070-103C-C542-B065-2AEA533D4180}" destId="{AAC4D776-A7B0-CD46-8734-909F950EBA9B}" srcOrd="2" destOrd="0" presId="urn:microsoft.com/office/officeart/2005/8/layout/orgChart1"/>
    <dgm:cxn modelId="{C36E32DD-DAA9-4AA0-B9E6-2ECE6D1514F5}" type="presParOf" srcId="{AFF1B070-103C-C542-B065-2AEA533D4180}" destId="{4F76E1FA-6B98-7C44-ACCB-5FEB1C039913}" srcOrd="3" destOrd="0" presId="urn:microsoft.com/office/officeart/2005/8/layout/orgChart1"/>
    <dgm:cxn modelId="{2DEFA6E4-284D-4E41-8BD5-E449DE64E3ED}" type="presParOf" srcId="{4F76E1FA-6B98-7C44-ACCB-5FEB1C039913}" destId="{DF729D6D-ED16-5249-8221-7EA5C2245E7A}" srcOrd="0" destOrd="0" presId="urn:microsoft.com/office/officeart/2005/8/layout/orgChart1"/>
    <dgm:cxn modelId="{B835C106-55EF-47D8-ABAB-A798EA92622E}" type="presParOf" srcId="{DF729D6D-ED16-5249-8221-7EA5C2245E7A}" destId="{259A0BC8-027A-6F40-BCE4-328BA4B4F1E3}" srcOrd="0" destOrd="0" presId="urn:microsoft.com/office/officeart/2005/8/layout/orgChart1"/>
    <dgm:cxn modelId="{DFF0DC97-D455-484D-8341-6E420F124DCF}" type="presParOf" srcId="{DF729D6D-ED16-5249-8221-7EA5C2245E7A}" destId="{7295D486-E29C-2242-8A8C-2F344A380039}" srcOrd="1" destOrd="0" presId="urn:microsoft.com/office/officeart/2005/8/layout/orgChart1"/>
    <dgm:cxn modelId="{FB0439F0-2421-4966-A822-EF6761A90C48}" type="presParOf" srcId="{4F76E1FA-6B98-7C44-ACCB-5FEB1C039913}" destId="{0F85DE83-E0DA-6946-AF08-692ECEDAA58B}" srcOrd="1" destOrd="0" presId="urn:microsoft.com/office/officeart/2005/8/layout/orgChart1"/>
    <dgm:cxn modelId="{9F82B5CA-FDCA-49FA-978E-0C97F28A6233}" type="presParOf" srcId="{4F76E1FA-6B98-7C44-ACCB-5FEB1C039913}" destId="{55F94385-C271-9249-A16B-982A33048CC7}" srcOrd="2" destOrd="0" presId="urn:microsoft.com/office/officeart/2005/8/layout/orgChart1"/>
    <dgm:cxn modelId="{3D4C84B9-1B79-4983-807D-F67D1B44C49B}" type="presParOf" srcId="{4F7A84C8-9656-294A-A79B-622C79B3AF4D}" destId="{3994D28D-B5D6-614D-9D2F-CAFEAADEFCC2}" srcOrd="2" destOrd="0" presId="urn:microsoft.com/office/officeart/2005/8/layout/orgChart1"/>
    <dgm:cxn modelId="{F7C7EBDA-18EA-4720-93B5-B0940DF12E48}" type="presParOf" srcId="{E6727F23-DBDF-1844-993B-E6E1A452C7DC}" destId="{CF9D552E-2E91-724F-BC1C-673895B3C9C8}" srcOrd="4" destOrd="0" presId="urn:microsoft.com/office/officeart/2005/8/layout/orgChart1"/>
    <dgm:cxn modelId="{4858C4F0-BF40-4B4C-B12B-24830D760D5F}" type="presParOf" srcId="{E6727F23-DBDF-1844-993B-E6E1A452C7DC}" destId="{2D7DCE8B-0F42-944A-9F2D-596E1ADB047A}" srcOrd="5" destOrd="0" presId="urn:microsoft.com/office/officeart/2005/8/layout/orgChart1"/>
    <dgm:cxn modelId="{187EF8FF-151A-43E9-A2BC-1A13E487137B}" type="presParOf" srcId="{2D7DCE8B-0F42-944A-9F2D-596E1ADB047A}" destId="{DCAFA045-9024-2D42-9F0C-DE89CB36B856}" srcOrd="0" destOrd="0" presId="urn:microsoft.com/office/officeart/2005/8/layout/orgChart1"/>
    <dgm:cxn modelId="{13BEE23C-4CB1-4D5B-9625-E8C78B859001}" type="presParOf" srcId="{DCAFA045-9024-2D42-9F0C-DE89CB36B856}" destId="{56BC7F51-04EA-C945-B086-47AFCB4D4B32}" srcOrd="0" destOrd="0" presId="urn:microsoft.com/office/officeart/2005/8/layout/orgChart1"/>
    <dgm:cxn modelId="{8A679B68-2CFD-4CA2-A034-BE84B19A1561}" type="presParOf" srcId="{DCAFA045-9024-2D42-9F0C-DE89CB36B856}" destId="{0F29258B-C174-E04F-B952-AD7E1A0B6176}" srcOrd="1" destOrd="0" presId="urn:microsoft.com/office/officeart/2005/8/layout/orgChart1"/>
    <dgm:cxn modelId="{0F959679-CAC2-47E9-BCEA-A9C9C1857825}" type="presParOf" srcId="{2D7DCE8B-0F42-944A-9F2D-596E1ADB047A}" destId="{F75F351E-D86C-144A-B0DB-6D01F5A67304}" srcOrd="1" destOrd="0" presId="urn:microsoft.com/office/officeart/2005/8/layout/orgChart1"/>
    <dgm:cxn modelId="{FC0BCBF8-165D-45C6-A26D-785BDDA2AA46}" type="presParOf" srcId="{F75F351E-D86C-144A-B0DB-6D01F5A67304}" destId="{5EB1C620-06D5-7946-AB9E-11433A983B41}" srcOrd="0" destOrd="0" presId="urn:microsoft.com/office/officeart/2005/8/layout/orgChart1"/>
    <dgm:cxn modelId="{F230EE2C-6CEB-415A-8DDF-5F8530902AA8}" type="presParOf" srcId="{F75F351E-D86C-144A-B0DB-6D01F5A67304}" destId="{42A135E8-D6AF-F744-B0E3-C29042D7AD38}" srcOrd="1" destOrd="0" presId="urn:microsoft.com/office/officeart/2005/8/layout/orgChart1"/>
    <dgm:cxn modelId="{3BEC9D79-5BFE-4F41-AEDF-D9D27671EFF2}" type="presParOf" srcId="{42A135E8-D6AF-F744-B0E3-C29042D7AD38}" destId="{764E7ED4-2D62-E747-85BA-BE05EF3A709D}" srcOrd="0" destOrd="0" presId="urn:microsoft.com/office/officeart/2005/8/layout/orgChart1"/>
    <dgm:cxn modelId="{8180FA3B-E06C-4849-8C1D-1B06B7CF3CC6}" type="presParOf" srcId="{764E7ED4-2D62-E747-85BA-BE05EF3A709D}" destId="{CAE53D00-9B4B-BF42-8DDE-326F853C2A9A}" srcOrd="0" destOrd="0" presId="urn:microsoft.com/office/officeart/2005/8/layout/orgChart1"/>
    <dgm:cxn modelId="{11D55650-E21C-4EB5-9F7B-05B0EED5C0D1}" type="presParOf" srcId="{764E7ED4-2D62-E747-85BA-BE05EF3A709D}" destId="{7958F722-C9C7-C04C-9EA3-BEAF7078EE07}" srcOrd="1" destOrd="0" presId="urn:microsoft.com/office/officeart/2005/8/layout/orgChart1"/>
    <dgm:cxn modelId="{5660897E-67CD-4069-84A6-419553517FCF}" type="presParOf" srcId="{42A135E8-D6AF-F744-B0E3-C29042D7AD38}" destId="{96AE049A-7FD4-7044-84C0-E238AE678449}" srcOrd="1" destOrd="0" presId="urn:microsoft.com/office/officeart/2005/8/layout/orgChart1"/>
    <dgm:cxn modelId="{2A065DDE-4321-447D-9950-E444385B2F1C}" type="presParOf" srcId="{42A135E8-D6AF-F744-B0E3-C29042D7AD38}" destId="{BF45E3AE-DB17-614B-B7BD-2D190715A1AD}" srcOrd="2" destOrd="0" presId="urn:microsoft.com/office/officeart/2005/8/layout/orgChart1"/>
    <dgm:cxn modelId="{04EFB17A-8374-4911-8E3A-6098372F0123}" type="presParOf" srcId="{F75F351E-D86C-144A-B0DB-6D01F5A67304}" destId="{FB38F7DE-A1E2-8C4F-96E6-A5D6A070F68B}" srcOrd="2" destOrd="0" presId="urn:microsoft.com/office/officeart/2005/8/layout/orgChart1"/>
    <dgm:cxn modelId="{ACD01787-C429-4ED0-9558-5D65EB5CEEB1}" type="presParOf" srcId="{F75F351E-D86C-144A-B0DB-6D01F5A67304}" destId="{F2E138C9-6782-774E-BE50-54B704A54970}" srcOrd="3" destOrd="0" presId="urn:microsoft.com/office/officeart/2005/8/layout/orgChart1"/>
    <dgm:cxn modelId="{23E4E1AD-F151-46AE-8A33-33327D52821F}" type="presParOf" srcId="{F2E138C9-6782-774E-BE50-54B704A54970}" destId="{741DE6F3-8773-054C-9D51-EC8AFA1A5E42}" srcOrd="0" destOrd="0" presId="urn:microsoft.com/office/officeart/2005/8/layout/orgChart1"/>
    <dgm:cxn modelId="{6E80FF7E-C721-484E-854E-ECB36F5BB0C5}" type="presParOf" srcId="{741DE6F3-8773-054C-9D51-EC8AFA1A5E42}" destId="{02AA6DA3-18A1-E143-A0FA-95D1F0E10FD0}" srcOrd="0" destOrd="0" presId="urn:microsoft.com/office/officeart/2005/8/layout/orgChart1"/>
    <dgm:cxn modelId="{527CE163-7815-4B70-9A42-F9C79624F269}" type="presParOf" srcId="{741DE6F3-8773-054C-9D51-EC8AFA1A5E42}" destId="{7B127E28-C19F-7145-8E77-F6F4F40F41C9}" srcOrd="1" destOrd="0" presId="urn:microsoft.com/office/officeart/2005/8/layout/orgChart1"/>
    <dgm:cxn modelId="{44EFEB4B-4D8E-4B8E-AC9D-D85100B16105}" type="presParOf" srcId="{F2E138C9-6782-774E-BE50-54B704A54970}" destId="{1A33410E-CF8B-5346-BF30-228130EF37E9}" srcOrd="1" destOrd="0" presId="urn:microsoft.com/office/officeart/2005/8/layout/orgChart1"/>
    <dgm:cxn modelId="{45679AEC-BDC7-48CF-9F92-F8F6B563995F}" type="presParOf" srcId="{F2E138C9-6782-774E-BE50-54B704A54970}" destId="{78909982-4919-D345-8E50-1D380EC8E239}" srcOrd="2" destOrd="0" presId="urn:microsoft.com/office/officeart/2005/8/layout/orgChart1"/>
    <dgm:cxn modelId="{DEEC28E0-D777-4D67-9AFE-B42ABD6A9D88}" type="presParOf" srcId="{F75F351E-D86C-144A-B0DB-6D01F5A67304}" destId="{D34882CA-CC9D-3A43-A6A1-8B95D6EB08F9}" srcOrd="4" destOrd="0" presId="urn:microsoft.com/office/officeart/2005/8/layout/orgChart1"/>
    <dgm:cxn modelId="{80BCC47F-1A0E-4D01-8D87-4E28F3597DEE}" type="presParOf" srcId="{F75F351E-D86C-144A-B0DB-6D01F5A67304}" destId="{BA2D2B28-B65A-4B48-B9D5-49311606EDA7}" srcOrd="5" destOrd="0" presId="urn:microsoft.com/office/officeart/2005/8/layout/orgChart1"/>
    <dgm:cxn modelId="{CF9F6601-FF85-4D2C-980E-690C001148EE}" type="presParOf" srcId="{BA2D2B28-B65A-4B48-B9D5-49311606EDA7}" destId="{011E5DAA-6308-CA4D-8193-4B6B9CCA9B9E}" srcOrd="0" destOrd="0" presId="urn:microsoft.com/office/officeart/2005/8/layout/orgChart1"/>
    <dgm:cxn modelId="{A19688F4-4003-403D-8B40-96260E49629F}" type="presParOf" srcId="{011E5DAA-6308-CA4D-8193-4B6B9CCA9B9E}" destId="{3645C1AC-6F75-5A4F-90F0-9C4049EF7801}" srcOrd="0" destOrd="0" presId="urn:microsoft.com/office/officeart/2005/8/layout/orgChart1"/>
    <dgm:cxn modelId="{087DF978-D7D6-4528-AA12-FE08C9197A6A}" type="presParOf" srcId="{011E5DAA-6308-CA4D-8193-4B6B9CCA9B9E}" destId="{1E76A607-37FF-5440-BF40-E94B6D3827A1}" srcOrd="1" destOrd="0" presId="urn:microsoft.com/office/officeart/2005/8/layout/orgChart1"/>
    <dgm:cxn modelId="{7D93540D-AC66-4275-81C1-3ACA025CFEDD}" type="presParOf" srcId="{BA2D2B28-B65A-4B48-B9D5-49311606EDA7}" destId="{038B26C9-DB71-E643-8217-EFE3806C03BD}" srcOrd="1" destOrd="0" presId="urn:microsoft.com/office/officeart/2005/8/layout/orgChart1"/>
    <dgm:cxn modelId="{375CE701-41DB-49E8-8EC9-362DCEAD8043}" type="presParOf" srcId="{BA2D2B28-B65A-4B48-B9D5-49311606EDA7}" destId="{58C0CBB1-9CA0-4643-BE1D-823BC56A4484}" srcOrd="2" destOrd="0" presId="urn:microsoft.com/office/officeart/2005/8/layout/orgChart1"/>
    <dgm:cxn modelId="{32B4153B-5D25-4783-9423-F202AAD33D7F}" type="presParOf" srcId="{F75F351E-D86C-144A-B0DB-6D01F5A67304}" destId="{78ABB670-CEC3-164B-8C71-B9CDB98ED8C1}" srcOrd="6" destOrd="0" presId="urn:microsoft.com/office/officeart/2005/8/layout/orgChart1"/>
    <dgm:cxn modelId="{E88BE66C-E935-4129-AAB2-187038D8DB8B}" type="presParOf" srcId="{F75F351E-D86C-144A-B0DB-6D01F5A67304}" destId="{5DA9EC41-FD0B-F842-92A3-F297EC7DEA05}" srcOrd="7" destOrd="0" presId="urn:microsoft.com/office/officeart/2005/8/layout/orgChart1"/>
    <dgm:cxn modelId="{7CA1580B-83C3-45C2-9E52-A076658B91C3}" type="presParOf" srcId="{5DA9EC41-FD0B-F842-92A3-F297EC7DEA05}" destId="{3A1327E4-C963-1D4C-9FE1-05343475C2C4}" srcOrd="0" destOrd="0" presId="urn:microsoft.com/office/officeart/2005/8/layout/orgChart1"/>
    <dgm:cxn modelId="{16452AAC-B2E7-4BF7-B25B-6CD5BB9EB1AD}" type="presParOf" srcId="{3A1327E4-C963-1D4C-9FE1-05343475C2C4}" destId="{84CA9605-3B0B-B34F-BB52-404C37E8FFAD}" srcOrd="0" destOrd="0" presId="urn:microsoft.com/office/officeart/2005/8/layout/orgChart1"/>
    <dgm:cxn modelId="{30150000-1164-4C4A-8A29-2719D8C4ADF0}" type="presParOf" srcId="{3A1327E4-C963-1D4C-9FE1-05343475C2C4}" destId="{06E62283-2609-1E40-8A64-E386E694F7D4}" srcOrd="1" destOrd="0" presId="urn:microsoft.com/office/officeart/2005/8/layout/orgChart1"/>
    <dgm:cxn modelId="{03245ABA-BDB9-4191-A962-8C1A83BC0F60}" type="presParOf" srcId="{5DA9EC41-FD0B-F842-92A3-F297EC7DEA05}" destId="{FE5F68B7-83D4-E744-BC16-DB79A95BD1E6}" srcOrd="1" destOrd="0" presId="urn:microsoft.com/office/officeart/2005/8/layout/orgChart1"/>
    <dgm:cxn modelId="{3001BBF3-07C2-4C90-8E8C-0600D2169CC6}" type="presParOf" srcId="{5DA9EC41-FD0B-F842-92A3-F297EC7DEA05}" destId="{C64D211D-0677-0D4E-BE82-DF142E079A0C}" srcOrd="2" destOrd="0" presId="urn:microsoft.com/office/officeart/2005/8/layout/orgChart1"/>
    <dgm:cxn modelId="{EECA3C6C-3952-4EC5-A934-38120511DABA}" type="presParOf" srcId="{2D7DCE8B-0F42-944A-9F2D-596E1ADB047A}" destId="{820C0821-2CAE-A54D-86F2-A06F63C2B0EA}" srcOrd="2" destOrd="0" presId="urn:microsoft.com/office/officeart/2005/8/layout/orgChart1"/>
    <dgm:cxn modelId="{E9FE11BD-CA23-4624-99ED-948DCFEE4362}" type="presParOf" srcId="{E6727F23-DBDF-1844-993B-E6E1A452C7DC}" destId="{EDE920B8-DEBA-BB41-B107-4F3C2AAB2B1D}" srcOrd="6" destOrd="0" presId="urn:microsoft.com/office/officeart/2005/8/layout/orgChart1"/>
    <dgm:cxn modelId="{F8E43739-2ED8-4888-B50C-D08F97558D73}" type="presParOf" srcId="{E6727F23-DBDF-1844-993B-E6E1A452C7DC}" destId="{2AFA16B3-BF11-484E-9A71-54D576367377}" srcOrd="7" destOrd="0" presId="urn:microsoft.com/office/officeart/2005/8/layout/orgChart1"/>
    <dgm:cxn modelId="{1A7BF3CB-F90A-4388-993B-2B04B1A05E0E}" type="presParOf" srcId="{2AFA16B3-BF11-484E-9A71-54D576367377}" destId="{8E32007A-0C87-7D49-B82A-9FA367E36FEF}" srcOrd="0" destOrd="0" presId="urn:microsoft.com/office/officeart/2005/8/layout/orgChart1"/>
    <dgm:cxn modelId="{DE00AD70-4BFF-4483-9EFB-3213D6EA41F1}" type="presParOf" srcId="{8E32007A-0C87-7D49-B82A-9FA367E36FEF}" destId="{0C0DAF1E-17E8-9141-811C-9E9F817C44BE}" srcOrd="0" destOrd="0" presId="urn:microsoft.com/office/officeart/2005/8/layout/orgChart1"/>
    <dgm:cxn modelId="{FE52CE19-2F78-4CEE-A198-C0743A601972}" type="presParOf" srcId="{8E32007A-0C87-7D49-B82A-9FA367E36FEF}" destId="{EE4567E0-6027-7647-9E69-FBD950019454}" srcOrd="1" destOrd="0" presId="urn:microsoft.com/office/officeart/2005/8/layout/orgChart1"/>
    <dgm:cxn modelId="{2889877E-B02C-4D71-B53F-1377BC5321FC}" type="presParOf" srcId="{2AFA16B3-BF11-484E-9A71-54D576367377}" destId="{5A288C5E-CB91-0740-A9F6-29391C4A790B}" srcOrd="1" destOrd="0" presId="urn:microsoft.com/office/officeart/2005/8/layout/orgChart1"/>
    <dgm:cxn modelId="{FE76C182-3D01-4810-8132-AD4A511F3FAB}" type="presParOf" srcId="{5A288C5E-CB91-0740-A9F6-29391C4A790B}" destId="{FDC284C6-D403-6345-9E1A-E1E24CB46189}" srcOrd="0" destOrd="0" presId="urn:microsoft.com/office/officeart/2005/8/layout/orgChart1"/>
    <dgm:cxn modelId="{7566A3A1-20B4-46FE-B627-2807369FC0FB}" type="presParOf" srcId="{5A288C5E-CB91-0740-A9F6-29391C4A790B}" destId="{25129BC3-E043-7844-9090-36C4387CCA6A}" srcOrd="1" destOrd="0" presId="urn:microsoft.com/office/officeart/2005/8/layout/orgChart1"/>
    <dgm:cxn modelId="{0C82919E-C44C-414C-8665-80D657651C55}" type="presParOf" srcId="{25129BC3-E043-7844-9090-36C4387CCA6A}" destId="{94C6DC20-43B3-884B-9628-A8659319F3F4}" srcOrd="0" destOrd="0" presId="urn:microsoft.com/office/officeart/2005/8/layout/orgChart1"/>
    <dgm:cxn modelId="{C3A5F3E5-BC1B-427C-803E-70EE7B1F989B}" type="presParOf" srcId="{94C6DC20-43B3-884B-9628-A8659319F3F4}" destId="{2B2536D9-7E0A-604B-BAE4-94F29120E4E4}" srcOrd="0" destOrd="0" presId="urn:microsoft.com/office/officeart/2005/8/layout/orgChart1"/>
    <dgm:cxn modelId="{119423DA-8D04-4066-8347-E18722298E3B}" type="presParOf" srcId="{94C6DC20-43B3-884B-9628-A8659319F3F4}" destId="{05D8D7CE-53BF-3548-94B7-5A177F59B1EA}" srcOrd="1" destOrd="0" presId="urn:microsoft.com/office/officeart/2005/8/layout/orgChart1"/>
    <dgm:cxn modelId="{D08D3C2C-7A87-4407-B51F-2F212E29E2B6}" type="presParOf" srcId="{25129BC3-E043-7844-9090-36C4387CCA6A}" destId="{63A09EA8-CFEF-2F42-9A2C-6EA0AC7793AE}" srcOrd="1" destOrd="0" presId="urn:microsoft.com/office/officeart/2005/8/layout/orgChart1"/>
    <dgm:cxn modelId="{03AB866E-170C-4626-84FC-FD6B0A95C526}" type="presParOf" srcId="{25129BC3-E043-7844-9090-36C4387CCA6A}" destId="{965CDC96-F296-5A4E-B480-D92BBF347F4F}" srcOrd="2" destOrd="0" presId="urn:microsoft.com/office/officeart/2005/8/layout/orgChart1"/>
    <dgm:cxn modelId="{E2BEFE52-FD94-4C68-AFDA-6CEE5274C312}" type="presParOf" srcId="{5A288C5E-CB91-0740-A9F6-29391C4A790B}" destId="{F24C4A0B-C0F6-7046-9D88-763F38F110DC}" srcOrd="2" destOrd="0" presId="urn:microsoft.com/office/officeart/2005/8/layout/orgChart1"/>
    <dgm:cxn modelId="{661F5B69-45B3-46A7-8E76-DF62AC4A953F}" type="presParOf" srcId="{5A288C5E-CB91-0740-A9F6-29391C4A790B}" destId="{3CC78864-57CE-E247-9617-5FB54FDB08BC}" srcOrd="3" destOrd="0" presId="urn:microsoft.com/office/officeart/2005/8/layout/orgChart1"/>
    <dgm:cxn modelId="{54DFCB29-596F-4072-84BA-EB88A15FD4C1}" type="presParOf" srcId="{3CC78864-57CE-E247-9617-5FB54FDB08BC}" destId="{AD19E9A5-EAC6-534A-87AF-E7A0498980A2}" srcOrd="0" destOrd="0" presId="urn:microsoft.com/office/officeart/2005/8/layout/orgChart1"/>
    <dgm:cxn modelId="{247FCC9C-5F0C-494C-B466-34FCA1327374}" type="presParOf" srcId="{AD19E9A5-EAC6-534A-87AF-E7A0498980A2}" destId="{C3D82260-5EB3-A140-BF6A-C7144986B46F}" srcOrd="0" destOrd="0" presId="urn:microsoft.com/office/officeart/2005/8/layout/orgChart1"/>
    <dgm:cxn modelId="{C87FC67B-A837-46F0-B80A-719622389450}" type="presParOf" srcId="{AD19E9A5-EAC6-534A-87AF-E7A0498980A2}" destId="{2EC09ED1-609D-854E-942D-946BE771E6E7}" srcOrd="1" destOrd="0" presId="urn:microsoft.com/office/officeart/2005/8/layout/orgChart1"/>
    <dgm:cxn modelId="{8E68148E-B48B-43EA-BD59-84ED4F3ADD8A}" type="presParOf" srcId="{3CC78864-57CE-E247-9617-5FB54FDB08BC}" destId="{7CEC47B4-DC46-324F-809D-D818918B4643}" srcOrd="1" destOrd="0" presId="urn:microsoft.com/office/officeart/2005/8/layout/orgChart1"/>
    <dgm:cxn modelId="{9302B7CB-228C-46AF-BEB2-2F04981E9E19}" type="presParOf" srcId="{3CC78864-57CE-E247-9617-5FB54FDB08BC}" destId="{4A596E2E-F801-FD4F-8858-F26B6C58C5D4}" srcOrd="2" destOrd="0" presId="urn:microsoft.com/office/officeart/2005/8/layout/orgChart1"/>
    <dgm:cxn modelId="{A148D8EF-9135-4E88-977B-F3970CEFF188}" type="presParOf" srcId="{5A288C5E-CB91-0740-A9F6-29391C4A790B}" destId="{FC4B7BB3-6BC9-7340-84EB-B2924CF4BCF4}" srcOrd="4" destOrd="0" presId="urn:microsoft.com/office/officeart/2005/8/layout/orgChart1"/>
    <dgm:cxn modelId="{37E7609B-F4E2-4CF3-90CA-3A02BA69E32A}" type="presParOf" srcId="{5A288C5E-CB91-0740-A9F6-29391C4A790B}" destId="{0EF79923-71B5-C746-8BA0-9810B21C6195}" srcOrd="5" destOrd="0" presId="urn:microsoft.com/office/officeart/2005/8/layout/orgChart1"/>
    <dgm:cxn modelId="{4EDF9486-085D-493B-BB3C-B57EAFC5D58E}" type="presParOf" srcId="{0EF79923-71B5-C746-8BA0-9810B21C6195}" destId="{E1A676F5-1499-A14A-8A2A-E1BF45331E5D}" srcOrd="0" destOrd="0" presId="urn:microsoft.com/office/officeart/2005/8/layout/orgChart1"/>
    <dgm:cxn modelId="{5EF523CA-370F-44A8-ABF2-8402FCBD1EF0}" type="presParOf" srcId="{E1A676F5-1499-A14A-8A2A-E1BF45331E5D}" destId="{87003F05-4EA6-CE46-AF60-F9302885698D}" srcOrd="0" destOrd="0" presId="urn:microsoft.com/office/officeart/2005/8/layout/orgChart1"/>
    <dgm:cxn modelId="{6FE2E14B-E368-4504-97EA-F95E21A44B03}" type="presParOf" srcId="{E1A676F5-1499-A14A-8A2A-E1BF45331E5D}" destId="{66205841-D499-3B47-A9EA-5421AE35C382}" srcOrd="1" destOrd="0" presId="urn:microsoft.com/office/officeart/2005/8/layout/orgChart1"/>
    <dgm:cxn modelId="{3117257A-0CB1-415F-85B4-1DE7C3B25B6F}" type="presParOf" srcId="{0EF79923-71B5-C746-8BA0-9810B21C6195}" destId="{9184719A-EF29-A945-9D4F-AF3D839D04D1}" srcOrd="1" destOrd="0" presId="urn:microsoft.com/office/officeart/2005/8/layout/orgChart1"/>
    <dgm:cxn modelId="{8DBEDD21-F34E-4A13-8941-D65F9002C6CF}" type="presParOf" srcId="{0EF79923-71B5-C746-8BA0-9810B21C6195}" destId="{740BA22F-187A-5644-9B2E-87662DB6BA81}" srcOrd="2" destOrd="0" presId="urn:microsoft.com/office/officeart/2005/8/layout/orgChart1"/>
    <dgm:cxn modelId="{F36EFC04-0543-4364-9B2F-C48E8E02D123}" type="presParOf" srcId="{2AFA16B3-BF11-484E-9A71-54D576367377}" destId="{355FDD9E-E8C0-F944-AB72-44AA4B173DC7}" srcOrd="2" destOrd="0" presId="urn:microsoft.com/office/officeart/2005/8/layout/orgChart1"/>
    <dgm:cxn modelId="{0133ADA9-1BE8-4A57-A401-90B079E38404}" type="presParOf" srcId="{3DB9DA38-930C-334B-9FF7-443BFB50FEB2}" destId="{9B0C5637-A76F-FF4B-A6F4-8056EE7ED7A7}" srcOrd="2" destOrd="0" presId="urn:microsoft.com/office/officeart/2005/8/layout/orgChart1"/>
  </dgm:cxnLst>
  <dgm:bg>
    <a:solidFill>
      <a:schemeClr val="lt1">
        <a:hueOff val="0"/>
        <a:satOff val="0"/>
        <a:lumOff val="0"/>
      </a:schemeClr>
    </a:solidFill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8B308C0-526A-432E-BC92-74A594AE2D6F}" type="doc">
      <dgm:prSet loTypeId="urn:microsoft.com/office/officeart/2005/8/layout/orgChart1" loCatId="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2F3E8F93-34C7-4CC3-A033-933374700188}">
      <dgm:prSet phldrT="[Text]" custT="1"/>
      <dgm:spPr/>
      <dgm:t>
        <a:bodyPr/>
        <a:lstStyle/>
        <a:p>
          <a:r>
            <a:rPr lang="en-US" sz="1600" b="1" dirty="0"/>
            <a:t>Stages / levels of Software Testing </a:t>
          </a:r>
        </a:p>
      </dgm:t>
    </dgm:pt>
    <dgm:pt modelId="{61365931-13B6-45D8-8BD3-076A8437CAB1}" type="parTrans" cxnId="{125F7A49-5E61-41EA-8571-1EECB731EF14}">
      <dgm:prSet/>
      <dgm:spPr/>
      <dgm:t>
        <a:bodyPr/>
        <a:lstStyle/>
        <a:p>
          <a:endParaRPr lang="en-US" sz="1400"/>
        </a:p>
      </dgm:t>
    </dgm:pt>
    <dgm:pt modelId="{FA437FCF-F89D-4C49-BB4A-0008919024F8}" type="sibTrans" cxnId="{125F7A49-5E61-41EA-8571-1EECB731EF14}">
      <dgm:prSet/>
      <dgm:spPr/>
      <dgm:t>
        <a:bodyPr/>
        <a:lstStyle/>
        <a:p>
          <a:endParaRPr lang="en-US" sz="1400"/>
        </a:p>
      </dgm:t>
    </dgm:pt>
    <dgm:pt modelId="{FD3AA3EA-DE49-445A-8910-F3453A42E68C}">
      <dgm:prSet phldrT="[Text]" custT="1"/>
      <dgm:spPr/>
      <dgm:t>
        <a:bodyPr/>
        <a:lstStyle/>
        <a:p>
          <a:r>
            <a:rPr lang="en-US" sz="1400" dirty="0"/>
            <a:t>1. Component</a:t>
          </a:r>
        </a:p>
      </dgm:t>
    </dgm:pt>
    <dgm:pt modelId="{36941C24-8A53-4DD5-B792-1A78B5B1021E}" type="parTrans" cxnId="{47CAF057-1B36-4819-B6DD-33AF69FB8EC9}">
      <dgm:prSet/>
      <dgm:spPr/>
      <dgm:t>
        <a:bodyPr/>
        <a:lstStyle/>
        <a:p>
          <a:endParaRPr lang="en-US" sz="1400"/>
        </a:p>
      </dgm:t>
    </dgm:pt>
    <dgm:pt modelId="{7A389822-1953-49CD-BE7B-F5C369ABC0F3}" type="sibTrans" cxnId="{47CAF057-1B36-4819-B6DD-33AF69FB8EC9}">
      <dgm:prSet/>
      <dgm:spPr/>
      <dgm:t>
        <a:bodyPr/>
        <a:lstStyle/>
        <a:p>
          <a:endParaRPr lang="en-US" sz="1400"/>
        </a:p>
      </dgm:t>
    </dgm:pt>
    <dgm:pt modelId="{831EC54B-3877-40B6-9D7B-CF7B9FF76B48}">
      <dgm:prSet phldrT="[Text]" custT="1"/>
      <dgm:spPr/>
      <dgm:t>
        <a:bodyPr/>
        <a:lstStyle/>
        <a:p>
          <a:r>
            <a:rPr lang="en-US" sz="1400" dirty="0"/>
            <a:t>2. Integration</a:t>
          </a:r>
        </a:p>
      </dgm:t>
    </dgm:pt>
    <dgm:pt modelId="{AAF79145-7FC0-41A5-8F6A-DF12606FC9A4}" type="parTrans" cxnId="{EBE66F5E-F8D2-46A8-A9DF-2C8AECD394B4}">
      <dgm:prSet/>
      <dgm:spPr/>
      <dgm:t>
        <a:bodyPr/>
        <a:lstStyle/>
        <a:p>
          <a:endParaRPr lang="en-US" sz="1400"/>
        </a:p>
      </dgm:t>
    </dgm:pt>
    <dgm:pt modelId="{BF62FF1C-9EC1-4A1B-A794-64054440B278}" type="sibTrans" cxnId="{EBE66F5E-F8D2-46A8-A9DF-2C8AECD394B4}">
      <dgm:prSet/>
      <dgm:spPr/>
      <dgm:t>
        <a:bodyPr/>
        <a:lstStyle/>
        <a:p>
          <a:endParaRPr lang="en-US" sz="1400"/>
        </a:p>
      </dgm:t>
    </dgm:pt>
    <dgm:pt modelId="{E5607074-EEE3-402F-BC70-C1A534BD6029}">
      <dgm:prSet phldrT="[Text]" custT="1"/>
      <dgm:spPr/>
      <dgm:t>
        <a:bodyPr/>
        <a:lstStyle/>
        <a:p>
          <a:r>
            <a:rPr lang="en-US" sz="1400" dirty="0"/>
            <a:t>a) Alpha</a:t>
          </a:r>
        </a:p>
      </dgm:t>
    </dgm:pt>
    <dgm:pt modelId="{AE20B6A7-2017-425E-97BD-17575DC84FE8}" type="parTrans" cxnId="{132F3AA2-078C-4E57-85B6-2A0971608AB2}">
      <dgm:prSet/>
      <dgm:spPr/>
      <dgm:t>
        <a:bodyPr/>
        <a:lstStyle/>
        <a:p>
          <a:endParaRPr lang="en-US" sz="1400"/>
        </a:p>
      </dgm:t>
    </dgm:pt>
    <dgm:pt modelId="{5D09BEF4-F8F7-43AD-B2F5-FB7F609BAE49}" type="sibTrans" cxnId="{132F3AA2-078C-4E57-85B6-2A0971608AB2}">
      <dgm:prSet/>
      <dgm:spPr/>
      <dgm:t>
        <a:bodyPr/>
        <a:lstStyle/>
        <a:p>
          <a:endParaRPr lang="en-US" sz="1400"/>
        </a:p>
      </dgm:t>
    </dgm:pt>
    <dgm:pt modelId="{637ABECC-A3CA-4EB9-B844-655016402A73}">
      <dgm:prSet phldrT="[Text]" custT="1"/>
      <dgm:spPr/>
      <dgm:t>
        <a:bodyPr/>
        <a:lstStyle/>
        <a:p>
          <a:r>
            <a:rPr lang="en-US" sz="1400" dirty="0"/>
            <a:t>Object/Class</a:t>
          </a:r>
        </a:p>
      </dgm:t>
    </dgm:pt>
    <dgm:pt modelId="{D84A802C-7DC0-477B-AD62-8918F66C1163}" type="parTrans" cxnId="{B599D9F1-2FBA-4353-BD0B-AA2ADF4BCE70}">
      <dgm:prSet/>
      <dgm:spPr/>
      <dgm:t>
        <a:bodyPr/>
        <a:lstStyle/>
        <a:p>
          <a:endParaRPr lang="en-US" sz="1400"/>
        </a:p>
      </dgm:t>
    </dgm:pt>
    <dgm:pt modelId="{7C765446-240E-4869-B358-64C3FAC637FE}" type="sibTrans" cxnId="{B599D9F1-2FBA-4353-BD0B-AA2ADF4BCE70}">
      <dgm:prSet/>
      <dgm:spPr/>
      <dgm:t>
        <a:bodyPr/>
        <a:lstStyle/>
        <a:p>
          <a:endParaRPr lang="en-US" sz="1400"/>
        </a:p>
      </dgm:t>
    </dgm:pt>
    <dgm:pt modelId="{B1F62CDD-F1A0-4DA0-8782-D642A7E311FE}">
      <dgm:prSet phldrT="[Text]" custT="1"/>
      <dgm:spPr/>
      <dgm:t>
        <a:bodyPr/>
        <a:lstStyle/>
        <a:p>
          <a:r>
            <a:rPr lang="en-US" sz="1400" dirty="0"/>
            <a:t>Interface</a:t>
          </a:r>
        </a:p>
      </dgm:t>
    </dgm:pt>
    <dgm:pt modelId="{EC55709E-936C-48B4-A533-143F8A26A63C}" type="parTrans" cxnId="{5113F960-E739-4F89-B33A-3D6C62236B40}">
      <dgm:prSet/>
      <dgm:spPr/>
      <dgm:t>
        <a:bodyPr/>
        <a:lstStyle/>
        <a:p>
          <a:endParaRPr lang="en-US" sz="1400"/>
        </a:p>
      </dgm:t>
    </dgm:pt>
    <dgm:pt modelId="{9AF8ECDC-41BB-48A0-99F7-90A4F49B9D1F}" type="sibTrans" cxnId="{5113F960-E739-4F89-B33A-3D6C62236B40}">
      <dgm:prSet/>
      <dgm:spPr/>
      <dgm:t>
        <a:bodyPr/>
        <a:lstStyle/>
        <a:p>
          <a:endParaRPr lang="en-US" sz="1400"/>
        </a:p>
      </dgm:t>
    </dgm:pt>
    <dgm:pt modelId="{8A36933F-774C-4525-B31F-0A8BE7820AA1}">
      <dgm:prSet phldrT="[Text]" custT="1"/>
      <dgm:spPr/>
      <dgm:t>
        <a:bodyPr/>
        <a:lstStyle/>
        <a:p>
          <a:r>
            <a:rPr lang="en-US" sz="1400"/>
            <a:t>4. </a:t>
          </a:r>
          <a:r>
            <a:rPr lang="en-US" sz="1400" dirty="0"/>
            <a:t>Acceptance</a:t>
          </a:r>
        </a:p>
      </dgm:t>
    </dgm:pt>
    <dgm:pt modelId="{2D241D43-19F9-4C69-B6D3-D61FD0DBC4F7}" type="parTrans" cxnId="{90C3DA01-8D85-4EC5-B7EF-C892685614A7}">
      <dgm:prSet/>
      <dgm:spPr/>
      <dgm:t>
        <a:bodyPr/>
        <a:lstStyle/>
        <a:p>
          <a:endParaRPr lang="en-US" sz="1400"/>
        </a:p>
      </dgm:t>
    </dgm:pt>
    <dgm:pt modelId="{2D838C83-F9E7-4090-8AC4-AA227D23B691}" type="sibTrans" cxnId="{90C3DA01-8D85-4EC5-B7EF-C892685614A7}">
      <dgm:prSet/>
      <dgm:spPr/>
      <dgm:t>
        <a:bodyPr/>
        <a:lstStyle/>
        <a:p>
          <a:endParaRPr lang="en-US" sz="1400"/>
        </a:p>
      </dgm:t>
    </dgm:pt>
    <dgm:pt modelId="{DA969D17-97D0-440B-A86F-F56FD4E6498D}">
      <dgm:prSet phldrT="[Text]" custT="1"/>
      <dgm:spPr/>
      <dgm:t>
        <a:bodyPr/>
        <a:lstStyle/>
        <a:p>
          <a:r>
            <a:rPr lang="en-US" sz="1400" dirty="0"/>
            <a:t>b) Beta</a:t>
          </a:r>
        </a:p>
      </dgm:t>
    </dgm:pt>
    <dgm:pt modelId="{C7D20519-FBCE-4F1C-9937-1198FBC403A7}" type="parTrans" cxnId="{19BEF12B-A988-483E-B412-D6D898AB9A46}">
      <dgm:prSet/>
      <dgm:spPr/>
      <dgm:t>
        <a:bodyPr/>
        <a:lstStyle/>
        <a:p>
          <a:endParaRPr lang="en-US" sz="1400"/>
        </a:p>
      </dgm:t>
    </dgm:pt>
    <dgm:pt modelId="{623550A0-08B6-4851-8D58-74A689E7B136}" type="sibTrans" cxnId="{19BEF12B-A988-483E-B412-D6D898AB9A46}">
      <dgm:prSet/>
      <dgm:spPr/>
      <dgm:t>
        <a:bodyPr/>
        <a:lstStyle/>
        <a:p>
          <a:endParaRPr lang="en-US" sz="1400"/>
        </a:p>
      </dgm:t>
    </dgm:pt>
    <dgm:pt modelId="{E5417E3F-838F-4668-A8B7-6506E1EDC7D2}">
      <dgm:prSet phldrT="[Text]" custT="1"/>
      <dgm:spPr/>
      <dgm:t>
        <a:bodyPr/>
        <a:lstStyle/>
        <a:p>
          <a:r>
            <a:rPr lang="en-US" sz="1400" dirty="0"/>
            <a:t>c) UAT</a:t>
          </a:r>
        </a:p>
      </dgm:t>
    </dgm:pt>
    <dgm:pt modelId="{318A5B9D-AE84-48A9-9C57-9FF7B05414DC}" type="parTrans" cxnId="{35B5BD51-F0F1-4501-BE62-93D67207691C}">
      <dgm:prSet/>
      <dgm:spPr/>
      <dgm:t>
        <a:bodyPr/>
        <a:lstStyle/>
        <a:p>
          <a:endParaRPr lang="en-US" sz="1400"/>
        </a:p>
      </dgm:t>
    </dgm:pt>
    <dgm:pt modelId="{67FF5546-C49A-40BC-86A1-974A56EFC3A2}" type="sibTrans" cxnId="{35B5BD51-F0F1-4501-BE62-93D67207691C}">
      <dgm:prSet/>
      <dgm:spPr/>
      <dgm:t>
        <a:bodyPr/>
        <a:lstStyle/>
        <a:p>
          <a:endParaRPr lang="en-US" sz="1400"/>
        </a:p>
      </dgm:t>
    </dgm:pt>
    <dgm:pt modelId="{5DB9E89B-460A-42F6-A3A7-336522AD2095}">
      <dgm:prSet phldrT="[Text]" custT="1"/>
      <dgm:spPr/>
      <dgm:t>
        <a:bodyPr/>
        <a:lstStyle/>
        <a:p>
          <a:r>
            <a:rPr lang="en-US" sz="1200" dirty="0"/>
            <a:t>Parameter</a:t>
          </a:r>
        </a:p>
      </dgm:t>
    </dgm:pt>
    <dgm:pt modelId="{496FD8E8-E3C6-437F-A2E5-31B8BD436979}" type="parTrans" cxnId="{AC49EEBC-2E19-4CB6-91F7-E442185663F9}">
      <dgm:prSet/>
      <dgm:spPr/>
      <dgm:t>
        <a:bodyPr/>
        <a:lstStyle/>
        <a:p>
          <a:endParaRPr lang="en-US" sz="1400"/>
        </a:p>
      </dgm:t>
    </dgm:pt>
    <dgm:pt modelId="{FBDF4D61-794F-46FF-8C97-540C4ADDBBB9}" type="sibTrans" cxnId="{AC49EEBC-2E19-4CB6-91F7-E442185663F9}">
      <dgm:prSet/>
      <dgm:spPr/>
      <dgm:t>
        <a:bodyPr/>
        <a:lstStyle/>
        <a:p>
          <a:endParaRPr lang="en-US" sz="1400"/>
        </a:p>
      </dgm:t>
    </dgm:pt>
    <dgm:pt modelId="{F00F2390-423F-48F7-950C-4F1D5486698B}">
      <dgm:prSet phldrT="[Text]" custT="1"/>
      <dgm:spPr/>
      <dgm:t>
        <a:bodyPr/>
        <a:lstStyle/>
        <a:p>
          <a:r>
            <a:rPr lang="en-US" sz="1200" dirty="0"/>
            <a:t>Procedural</a:t>
          </a:r>
        </a:p>
      </dgm:t>
    </dgm:pt>
    <dgm:pt modelId="{B0C6064A-80F9-4D52-BF99-A9EEAF74F81A}" type="parTrans" cxnId="{A878E629-FE80-4B10-AD48-A1E045D3EB8C}">
      <dgm:prSet/>
      <dgm:spPr/>
      <dgm:t>
        <a:bodyPr/>
        <a:lstStyle/>
        <a:p>
          <a:endParaRPr lang="en-US" sz="1400"/>
        </a:p>
      </dgm:t>
    </dgm:pt>
    <dgm:pt modelId="{2162EE2A-2607-4E2D-B5D0-823659F9A190}" type="sibTrans" cxnId="{A878E629-FE80-4B10-AD48-A1E045D3EB8C}">
      <dgm:prSet/>
      <dgm:spPr/>
      <dgm:t>
        <a:bodyPr/>
        <a:lstStyle/>
        <a:p>
          <a:endParaRPr lang="en-US" sz="1400"/>
        </a:p>
      </dgm:t>
    </dgm:pt>
    <dgm:pt modelId="{77DE82C2-BA4A-4623-A3BC-C23CB98D3056}">
      <dgm:prSet phldrT="[Text]" custT="1"/>
      <dgm:spPr/>
      <dgm:t>
        <a:bodyPr/>
        <a:lstStyle/>
        <a:p>
          <a:r>
            <a:rPr lang="en-US" sz="1200" dirty="0"/>
            <a:t>Message Passing</a:t>
          </a:r>
        </a:p>
      </dgm:t>
    </dgm:pt>
    <dgm:pt modelId="{57693BDF-0026-468A-9320-C4EE4F3EEA91}" type="parTrans" cxnId="{DCD23E44-00FA-40DA-BF78-EDC07F29A914}">
      <dgm:prSet/>
      <dgm:spPr/>
      <dgm:t>
        <a:bodyPr/>
        <a:lstStyle/>
        <a:p>
          <a:endParaRPr lang="en-US" sz="1400"/>
        </a:p>
      </dgm:t>
    </dgm:pt>
    <dgm:pt modelId="{AD34205B-8D8B-41A3-BA0A-6D414378C8F2}" type="sibTrans" cxnId="{DCD23E44-00FA-40DA-BF78-EDC07F29A914}">
      <dgm:prSet/>
      <dgm:spPr/>
      <dgm:t>
        <a:bodyPr/>
        <a:lstStyle/>
        <a:p>
          <a:endParaRPr lang="en-US" sz="1400"/>
        </a:p>
      </dgm:t>
    </dgm:pt>
    <dgm:pt modelId="{3F99F189-2F3D-49D8-90FC-7CF18D7A5489}">
      <dgm:prSet phldrT="[Text]" custT="1"/>
      <dgm:spPr/>
      <dgm:t>
        <a:bodyPr/>
        <a:lstStyle/>
        <a:p>
          <a:r>
            <a:rPr lang="en-US" sz="1400" dirty="0"/>
            <a:t>Top-down</a:t>
          </a:r>
        </a:p>
      </dgm:t>
    </dgm:pt>
    <dgm:pt modelId="{688D2116-972D-44E7-A83B-CE746AD89B12}" type="parTrans" cxnId="{2E0C0981-BC13-4919-BBB2-639B21E03404}">
      <dgm:prSet/>
      <dgm:spPr/>
      <dgm:t>
        <a:bodyPr/>
        <a:lstStyle/>
        <a:p>
          <a:endParaRPr lang="en-US" sz="1400"/>
        </a:p>
      </dgm:t>
    </dgm:pt>
    <dgm:pt modelId="{4BA2A6E6-C467-49FA-BFCE-C30E2AA2D1D2}" type="sibTrans" cxnId="{2E0C0981-BC13-4919-BBB2-639B21E03404}">
      <dgm:prSet/>
      <dgm:spPr/>
      <dgm:t>
        <a:bodyPr/>
        <a:lstStyle/>
        <a:p>
          <a:endParaRPr lang="en-US" sz="1400"/>
        </a:p>
      </dgm:t>
    </dgm:pt>
    <dgm:pt modelId="{DDE27CAD-3B07-40DF-8C8B-C422EABBB36E}">
      <dgm:prSet phldrT="[Text]" custT="1"/>
      <dgm:spPr/>
      <dgm:t>
        <a:bodyPr/>
        <a:lstStyle/>
        <a:p>
          <a:r>
            <a:rPr lang="en-US" sz="1400" dirty="0"/>
            <a:t>Bottom-up</a:t>
          </a:r>
        </a:p>
      </dgm:t>
    </dgm:pt>
    <dgm:pt modelId="{8B9E42EF-D9ED-4245-B602-A84534AFEB40}" type="parTrans" cxnId="{67622D89-36D4-486E-98EF-CC26DF9527CE}">
      <dgm:prSet/>
      <dgm:spPr/>
      <dgm:t>
        <a:bodyPr/>
        <a:lstStyle/>
        <a:p>
          <a:endParaRPr lang="en-US" sz="1400"/>
        </a:p>
      </dgm:t>
    </dgm:pt>
    <dgm:pt modelId="{CCD2935F-1D8D-4D8B-97E0-BAF0DB547DE7}" type="sibTrans" cxnId="{67622D89-36D4-486E-98EF-CC26DF9527CE}">
      <dgm:prSet/>
      <dgm:spPr/>
      <dgm:t>
        <a:bodyPr/>
        <a:lstStyle/>
        <a:p>
          <a:endParaRPr lang="en-US" sz="1400"/>
        </a:p>
      </dgm:t>
    </dgm:pt>
    <dgm:pt modelId="{AC8D30A5-B598-B64B-85EF-7095E2488B21}">
      <dgm:prSet custT="1"/>
      <dgm:spPr/>
      <dgm:t>
        <a:bodyPr/>
        <a:lstStyle/>
        <a:p>
          <a:r>
            <a:rPr lang="en-US" sz="1400"/>
            <a:t>NF: Stress</a:t>
          </a:r>
          <a:endParaRPr lang="en-US" sz="1400" dirty="0"/>
        </a:p>
      </dgm:t>
    </dgm:pt>
    <dgm:pt modelId="{8CC6B28D-DAE3-F84E-8251-180257AC01C6}" type="parTrans" cxnId="{60FA3908-7C7A-504B-812A-EC2308FB9CA0}">
      <dgm:prSet/>
      <dgm:spPr/>
      <dgm:t>
        <a:bodyPr/>
        <a:lstStyle/>
        <a:p>
          <a:endParaRPr lang="en-US"/>
        </a:p>
      </dgm:t>
    </dgm:pt>
    <dgm:pt modelId="{8D476BAB-7C69-9344-9667-0A1A192224CE}" type="sibTrans" cxnId="{60FA3908-7C7A-504B-812A-EC2308FB9CA0}">
      <dgm:prSet/>
      <dgm:spPr/>
      <dgm:t>
        <a:bodyPr/>
        <a:lstStyle/>
        <a:p>
          <a:endParaRPr lang="en-US"/>
        </a:p>
      </dgm:t>
    </dgm:pt>
    <dgm:pt modelId="{1D8B17F4-FCBB-5B43-90AD-2C4C7D9DD457}">
      <dgm:prSet custT="1"/>
      <dgm:spPr/>
      <dgm:t>
        <a:bodyPr/>
        <a:lstStyle/>
        <a:p>
          <a:r>
            <a:rPr lang="en-US" sz="1400" dirty="0"/>
            <a:t>NF: Performance</a:t>
          </a:r>
        </a:p>
      </dgm:t>
    </dgm:pt>
    <dgm:pt modelId="{1687E9FF-6E7E-1D46-89C6-62920DF0D740}" type="parTrans" cxnId="{C8CD8594-2208-BE48-A826-4DC44096861C}">
      <dgm:prSet/>
      <dgm:spPr/>
      <dgm:t>
        <a:bodyPr/>
        <a:lstStyle/>
        <a:p>
          <a:endParaRPr lang="en-US"/>
        </a:p>
      </dgm:t>
    </dgm:pt>
    <dgm:pt modelId="{1EBB8296-19FB-EA41-8D93-64E56B79ED46}" type="sibTrans" cxnId="{C8CD8594-2208-BE48-A826-4DC44096861C}">
      <dgm:prSet/>
      <dgm:spPr/>
      <dgm:t>
        <a:bodyPr/>
        <a:lstStyle/>
        <a:p>
          <a:endParaRPr lang="en-US"/>
        </a:p>
      </dgm:t>
    </dgm:pt>
    <dgm:pt modelId="{27792511-E6D0-EC4F-A8FD-71B99E96798C}">
      <dgm:prSet custT="1"/>
      <dgm:spPr/>
      <dgm:t>
        <a:bodyPr/>
        <a:lstStyle/>
        <a:p>
          <a:r>
            <a:rPr lang="en-US" sz="1400" dirty="0"/>
            <a:t>NF: Usability</a:t>
          </a:r>
        </a:p>
      </dgm:t>
    </dgm:pt>
    <dgm:pt modelId="{2CEC264A-EF1F-104E-8355-97BAF480AD4C}" type="parTrans" cxnId="{A1705995-7ED4-BE46-8C03-40264E5FF3EB}">
      <dgm:prSet/>
      <dgm:spPr/>
      <dgm:t>
        <a:bodyPr/>
        <a:lstStyle/>
        <a:p>
          <a:endParaRPr lang="en-US"/>
        </a:p>
      </dgm:t>
    </dgm:pt>
    <dgm:pt modelId="{1D4DBB7E-301A-BC43-8DD4-A48724D0C96E}" type="sibTrans" cxnId="{A1705995-7ED4-BE46-8C03-40264E5FF3EB}">
      <dgm:prSet/>
      <dgm:spPr/>
      <dgm:t>
        <a:bodyPr/>
        <a:lstStyle/>
        <a:p>
          <a:endParaRPr lang="en-US"/>
        </a:p>
      </dgm:t>
    </dgm:pt>
    <dgm:pt modelId="{406C899F-FAAC-4A6A-A181-B4475C3FDFE1}">
      <dgm:prSet phldrT="[Text]" custT="1"/>
      <dgm:spPr/>
      <dgm:t>
        <a:bodyPr/>
        <a:lstStyle/>
        <a:p>
          <a:r>
            <a:rPr lang="en-US" sz="1400" dirty="0"/>
            <a:t>3. System</a:t>
          </a:r>
        </a:p>
      </dgm:t>
    </dgm:pt>
    <dgm:pt modelId="{DDCEBECD-1740-436B-B22A-F49D39B86898}" type="sibTrans" cxnId="{FAAC0D3C-19F7-4541-90CB-0C8B4771E79B}">
      <dgm:prSet/>
      <dgm:spPr/>
      <dgm:t>
        <a:bodyPr/>
        <a:lstStyle/>
        <a:p>
          <a:endParaRPr lang="en-US" sz="1400"/>
        </a:p>
      </dgm:t>
    </dgm:pt>
    <dgm:pt modelId="{EE77BF72-C109-4935-938C-082D9178610C}" type="parTrans" cxnId="{FAAC0D3C-19F7-4541-90CB-0C8B4771E79B}">
      <dgm:prSet/>
      <dgm:spPr/>
      <dgm:t>
        <a:bodyPr/>
        <a:lstStyle/>
        <a:p>
          <a:endParaRPr lang="en-US" sz="1400"/>
        </a:p>
      </dgm:t>
    </dgm:pt>
    <dgm:pt modelId="{B97A2C22-DFFA-164E-A295-9FEA53889D8A}">
      <dgm:prSet custT="1"/>
      <dgm:spPr/>
      <dgm:t>
        <a:bodyPr/>
        <a:lstStyle/>
        <a:p>
          <a:r>
            <a:rPr lang="en-US" sz="1400" dirty="0"/>
            <a:t>Functional</a:t>
          </a:r>
        </a:p>
      </dgm:t>
    </dgm:pt>
    <dgm:pt modelId="{1130EB40-3772-8D4F-B3AC-C906F28E3023}" type="parTrans" cxnId="{53AD279B-B6DC-B045-BCE5-3D4DF923FFA5}">
      <dgm:prSet/>
      <dgm:spPr/>
      <dgm:t>
        <a:bodyPr/>
        <a:lstStyle/>
        <a:p>
          <a:endParaRPr lang="en-US"/>
        </a:p>
      </dgm:t>
    </dgm:pt>
    <dgm:pt modelId="{2B2F1C3C-0EED-D446-9F19-EF5DCF3625B4}" type="sibTrans" cxnId="{53AD279B-B6DC-B045-BCE5-3D4DF923FFA5}">
      <dgm:prSet/>
      <dgm:spPr/>
      <dgm:t>
        <a:bodyPr/>
        <a:lstStyle/>
        <a:p>
          <a:endParaRPr lang="en-US"/>
        </a:p>
      </dgm:t>
    </dgm:pt>
    <dgm:pt modelId="{2CB3317D-D784-D74A-B6B1-2B19B22E75CB}" type="pres">
      <dgm:prSet presAssocID="{88B308C0-526A-432E-BC92-74A594AE2D6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DB9DA38-930C-334B-9FF7-443BFB50FEB2}" type="pres">
      <dgm:prSet presAssocID="{2F3E8F93-34C7-4CC3-A033-933374700188}" presName="hierRoot1" presStyleCnt="0">
        <dgm:presLayoutVars>
          <dgm:hierBranch val="init"/>
        </dgm:presLayoutVars>
      </dgm:prSet>
      <dgm:spPr/>
    </dgm:pt>
    <dgm:pt modelId="{F48C24CC-1272-8B4E-A785-9749ED67C2A0}" type="pres">
      <dgm:prSet presAssocID="{2F3E8F93-34C7-4CC3-A033-933374700188}" presName="rootComposite1" presStyleCnt="0"/>
      <dgm:spPr/>
    </dgm:pt>
    <dgm:pt modelId="{5B197F08-51E1-8A46-ABD5-21EDBC710ECD}" type="pres">
      <dgm:prSet presAssocID="{2F3E8F93-34C7-4CC3-A033-933374700188}" presName="rootText1" presStyleLbl="node0" presStyleIdx="0" presStyleCnt="1" custScaleX="167465">
        <dgm:presLayoutVars>
          <dgm:chPref val="3"/>
        </dgm:presLayoutVars>
      </dgm:prSet>
      <dgm:spPr/>
    </dgm:pt>
    <dgm:pt modelId="{6F15CB03-3380-5B4B-BCFC-7F34E44FD34C}" type="pres">
      <dgm:prSet presAssocID="{2F3E8F93-34C7-4CC3-A033-933374700188}" presName="rootConnector1" presStyleLbl="node1" presStyleIdx="0" presStyleCnt="0"/>
      <dgm:spPr/>
    </dgm:pt>
    <dgm:pt modelId="{E6727F23-DBDF-1844-993B-E6E1A452C7DC}" type="pres">
      <dgm:prSet presAssocID="{2F3E8F93-34C7-4CC3-A033-933374700188}" presName="hierChild2" presStyleCnt="0"/>
      <dgm:spPr/>
    </dgm:pt>
    <dgm:pt modelId="{CE5C2949-1A81-224F-8065-C4722452D2C5}" type="pres">
      <dgm:prSet presAssocID="{36941C24-8A53-4DD5-B792-1A78B5B1021E}" presName="Name37" presStyleLbl="parChTrans1D2" presStyleIdx="0" presStyleCnt="4"/>
      <dgm:spPr/>
    </dgm:pt>
    <dgm:pt modelId="{5914C6AA-C504-814E-AF87-482AF1616184}" type="pres">
      <dgm:prSet presAssocID="{FD3AA3EA-DE49-445A-8910-F3453A42E68C}" presName="hierRoot2" presStyleCnt="0">
        <dgm:presLayoutVars>
          <dgm:hierBranch val="init"/>
        </dgm:presLayoutVars>
      </dgm:prSet>
      <dgm:spPr/>
    </dgm:pt>
    <dgm:pt modelId="{3E0F4609-4D19-3746-A542-F35A1B3B8E8F}" type="pres">
      <dgm:prSet presAssocID="{FD3AA3EA-DE49-445A-8910-F3453A42E68C}" presName="rootComposite" presStyleCnt="0"/>
      <dgm:spPr/>
    </dgm:pt>
    <dgm:pt modelId="{B3280AC8-1A60-A446-AD00-909668609DA1}" type="pres">
      <dgm:prSet presAssocID="{FD3AA3EA-DE49-445A-8910-F3453A42E68C}" presName="rootText" presStyleLbl="node2" presStyleIdx="0" presStyleCnt="4">
        <dgm:presLayoutVars>
          <dgm:chPref val="3"/>
        </dgm:presLayoutVars>
      </dgm:prSet>
      <dgm:spPr/>
    </dgm:pt>
    <dgm:pt modelId="{D943F96B-9B06-B040-9A9F-3D683E5EDEB5}" type="pres">
      <dgm:prSet presAssocID="{FD3AA3EA-DE49-445A-8910-F3453A42E68C}" presName="rootConnector" presStyleLbl="node2" presStyleIdx="0" presStyleCnt="4"/>
      <dgm:spPr/>
    </dgm:pt>
    <dgm:pt modelId="{B2473287-3939-4742-8FE0-5C3757E42ECA}" type="pres">
      <dgm:prSet presAssocID="{FD3AA3EA-DE49-445A-8910-F3453A42E68C}" presName="hierChild4" presStyleCnt="0"/>
      <dgm:spPr/>
    </dgm:pt>
    <dgm:pt modelId="{498E9300-C78B-864C-BF1F-F5D2FDB5A2FA}" type="pres">
      <dgm:prSet presAssocID="{D84A802C-7DC0-477B-AD62-8918F66C1163}" presName="Name37" presStyleLbl="parChTrans1D3" presStyleIdx="0" presStyleCnt="11"/>
      <dgm:spPr/>
    </dgm:pt>
    <dgm:pt modelId="{91CDD307-651A-9242-887D-024B485A8854}" type="pres">
      <dgm:prSet presAssocID="{637ABECC-A3CA-4EB9-B844-655016402A73}" presName="hierRoot2" presStyleCnt="0">
        <dgm:presLayoutVars>
          <dgm:hierBranch val="init"/>
        </dgm:presLayoutVars>
      </dgm:prSet>
      <dgm:spPr/>
    </dgm:pt>
    <dgm:pt modelId="{6A6DAA34-CBB8-854F-B551-3EC4F97B6CBA}" type="pres">
      <dgm:prSet presAssocID="{637ABECC-A3CA-4EB9-B844-655016402A73}" presName="rootComposite" presStyleCnt="0"/>
      <dgm:spPr/>
    </dgm:pt>
    <dgm:pt modelId="{23C6863D-94AA-3449-9B61-48EAF1F33555}" type="pres">
      <dgm:prSet presAssocID="{637ABECC-A3CA-4EB9-B844-655016402A73}" presName="rootText" presStyleLbl="node3" presStyleIdx="0" presStyleCnt="11">
        <dgm:presLayoutVars>
          <dgm:chPref val="3"/>
        </dgm:presLayoutVars>
      </dgm:prSet>
      <dgm:spPr/>
    </dgm:pt>
    <dgm:pt modelId="{915E05EB-F584-A74A-BA04-C78B0DEB5599}" type="pres">
      <dgm:prSet presAssocID="{637ABECC-A3CA-4EB9-B844-655016402A73}" presName="rootConnector" presStyleLbl="node3" presStyleIdx="0" presStyleCnt="11"/>
      <dgm:spPr/>
    </dgm:pt>
    <dgm:pt modelId="{06EA8660-B3A1-6E41-B3EC-61A1618E8268}" type="pres">
      <dgm:prSet presAssocID="{637ABECC-A3CA-4EB9-B844-655016402A73}" presName="hierChild4" presStyleCnt="0"/>
      <dgm:spPr/>
    </dgm:pt>
    <dgm:pt modelId="{411E60F8-C239-D444-AD2C-B6EAECC42BE1}" type="pres">
      <dgm:prSet presAssocID="{637ABECC-A3CA-4EB9-B844-655016402A73}" presName="hierChild5" presStyleCnt="0"/>
      <dgm:spPr/>
    </dgm:pt>
    <dgm:pt modelId="{FCAE25AE-708B-7A4D-A50D-F7681280D092}" type="pres">
      <dgm:prSet presAssocID="{EC55709E-936C-48B4-A533-143F8A26A63C}" presName="Name37" presStyleLbl="parChTrans1D3" presStyleIdx="1" presStyleCnt="11"/>
      <dgm:spPr/>
    </dgm:pt>
    <dgm:pt modelId="{AF045AE2-24E2-0145-83CC-2266E42426F3}" type="pres">
      <dgm:prSet presAssocID="{B1F62CDD-F1A0-4DA0-8782-D642A7E311FE}" presName="hierRoot2" presStyleCnt="0">
        <dgm:presLayoutVars>
          <dgm:hierBranch val="init"/>
        </dgm:presLayoutVars>
      </dgm:prSet>
      <dgm:spPr/>
    </dgm:pt>
    <dgm:pt modelId="{6AAAA009-B904-D649-A22E-7F010F7771E0}" type="pres">
      <dgm:prSet presAssocID="{B1F62CDD-F1A0-4DA0-8782-D642A7E311FE}" presName="rootComposite" presStyleCnt="0"/>
      <dgm:spPr/>
    </dgm:pt>
    <dgm:pt modelId="{32EA64F8-A30A-2D47-8816-FE7619DE672E}" type="pres">
      <dgm:prSet presAssocID="{B1F62CDD-F1A0-4DA0-8782-D642A7E311FE}" presName="rootText" presStyleLbl="node3" presStyleIdx="1" presStyleCnt="11">
        <dgm:presLayoutVars>
          <dgm:chPref val="3"/>
        </dgm:presLayoutVars>
      </dgm:prSet>
      <dgm:spPr/>
    </dgm:pt>
    <dgm:pt modelId="{95EA068A-F8BA-2F44-8F74-C82EEF7F0074}" type="pres">
      <dgm:prSet presAssocID="{B1F62CDD-F1A0-4DA0-8782-D642A7E311FE}" presName="rootConnector" presStyleLbl="node3" presStyleIdx="1" presStyleCnt="11"/>
      <dgm:spPr/>
    </dgm:pt>
    <dgm:pt modelId="{6CDDEF8F-DF4D-CF4A-A0D0-9B0DA1A42C39}" type="pres">
      <dgm:prSet presAssocID="{B1F62CDD-F1A0-4DA0-8782-D642A7E311FE}" presName="hierChild4" presStyleCnt="0"/>
      <dgm:spPr/>
    </dgm:pt>
    <dgm:pt modelId="{45FE0EDD-2F35-8047-99B1-D106BEE231E7}" type="pres">
      <dgm:prSet presAssocID="{496FD8E8-E3C6-437F-A2E5-31B8BD436979}" presName="Name37" presStyleLbl="parChTrans1D4" presStyleIdx="0" presStyleCnt="3"/>
      <dgm:spPr/>
    </dgm:pt>
    <dgm:pt modelId="{94A12CC3-05D1-B64C-B835-DD6ECC0DF36C}" type="pres">
      <dgm:prSet presAssocID="{5DB9E89B-460A-42F6-A3A7-336522AD2095}" presName="hierRoot2" presStyleCnt="0">
        <dgm:presLayoutVars>
          <dgm:hierBranch val="init"/>
        </dgm:presLayoutVars>
      </dgm:prSet>
      <dgm:spPr/>
    </dgm:pt>
    <dgm:pt modelId="{DA6A5025-4DEF-1049-9C7A-25355C62185D}" type="pres">
      <dgm:prSet presAssocID="{5DB9E89B-460A-42F6-A3A7-336522AD2095}" presName="rootComposite" presStyleCnt="0"/>
      <dgm:spPr/>
    </dgm:pt>
    <dgm:pt modelId="{F219D5C6-9420-BA49-819A-BC6DC09B964E}" type="pres">
      <dgm:prSet presAssocID="{5DB9E89B-460A-42F6-A3A7-336522AD2095}" presName="rootText" presStyleLbl="node4" presStyleIdx="0" presStyleCnt="3">
        <dgm:presLayoutVars>
          <dgm:chPref val="3"/>
        </dgm:presLayoutVars>
      </dgm:prSet>
      <dgm:spPr/>
    </dgm:pt>
    <dgm:pt modelId="{C448FA0C-9E66-274F-8F28-FB448E255800}" type="pres">
      <dgm:prSet presAssocID="{5DB9E89B-460A-42F6-A3A7-336522AD2095}" presName="rootConnector" presStyleLbl="node4" presStyleIdx="0" presStyleCnt="3"/>
      <dgm:spPr/>
    </dgm:pt>
    <dgm:pt modelId="{5DE66FF0-1C22-3D44-A853-426AE3D25DFA}" type="pres">
      <dgm:prSet presAssocID="{5DB9E89B-460A-42F6-A3A7-336522AD2095}" presName="hierChild4" presStyleCnt="0"/>
      <dgm:spPr/>
    </dgm:pt>
    <dgm:pt modelId="{30A17EC8-E939-6340-A692-290B94256038}" type="pres">
      <dgm:prSet presAssocID="{5DB9E89B-460A-42F6-A3A7-336522AD2095}" presName="hierChild5" presStyleCnt="0"/>
      <dgm:spPr/>
    </dgm:pt>
    <dgm:pt modelId="{E696F085-0D48-EC45-BAAB-B0845268AA42}" type="pres">
      <dgm:prSet presAssocID="{B0C6064A-80F9-4D52-BF99-A9EEAF74F81A}" presName="Name37" presStyleLbl="parChTrans1D4" presStyleIdx="1" presStyleCnt="3"/>
      <dgm:spPr/>
    </dgm:pt>
    <dgm:pt modelId="{14292722-F74D-464E-8F71-5A7AADD1D123}" type="pres">
      <dgm:prSet presAssocID="{F00F2390-423F-48F7-950C-4F1D5486698B}" presName="hierRoot2" presStyleCnt="0">
        <dgm:presLayoutVars>
          <dgm:hierBranch val="init"/>
        </dgm:presLayoutVars>
      </dgm:prSet>
      <dgm:spPr/>
    </dgm:pt>
    <dgm:pt modelId="{1F74249D-B382-514C-A7D0-D93CDE139C94}" type="pres">
      <dgm:prSet presAssocID="{F00F2390-423F-48F7-950C-4F1D5486698B}" presName="rootComposite" presStyleCnt="0"/>
      <dgm:spPr/>
    </dgm:pt>
    <dgm:pt modelId="{CCBD3EBC-B743-3A4C-BDD1-BC8427B758F4}" type="pres">
      <dgm:prSet presAssocID="{F00F2390-423F-48F7-950C-4F1D5486698B}" presName="rootText" presStyleLbl="node4" presStyleIdx="1" presStyleCnt="3">
        <dgm:presLayoutVars>
          <dgm:chPref val="3"/>
        </dgm:presLayoutVars>
      </dgm:prSet>
      <dgm:spPr/>
    </dgm:pt>
    <dgm:pt modelId="{BF183BA5-3BCD-8A4C-844A-93C516422725}" type="pres">
      <dgm:prSet presAssocID="{F00F2390-423F-48F7-950C-4F1D5486698B}" presName="rootConnector" presStyleLbl="node4" presStyleIdx="1" presStyleCnt="3"/>
      <dgm:spPr/>
    </dgm:pt>
    <dgm:pt modelId="{AB3ADA41-8925-9B48-8534-FF0C3557645E}" type="pres">
      <dgm:prSet presAssocID="{F00F2390-423F-48F7-950C-4F1D5486698B}" presName="hierChild4" presStyleCnt="0"/>
      <dgm:spPr/>
    </dgm:pt>
    <dgm:pt modelId="{63E35F54-EC38-3C41-AA74-0BE04B3BD6EC}" type="pres">
      <dgm:prSet presAssocID="{F00F2390-423F-48F7-950C-4F1D5486698B}" presName="hierChild5" presStyleCnt="0"/>
      <dgm:spPr/>
    </dgm:pt>
    <dgm:pt modelId="{DF4C5805-EE6E-404C-BEE2-27D6A6D93D7D}" type="pres">
      <dgm:prSet presAssocID="{57693BDF-0026-468A-9320-C4EE4F3EEA91}" presName="Name37" presStyleLbl="parChTrans1D4" presStyleIdx="2" presStyleCnt="3"/>
      <dgm:spPr/>
    </dgm:pt>
    <dgm:pt modelId="{C228ACDB-7CC3-3B44-A062-B49598561565}" type="pres">
      <dgm:prSet presAssocID="{77DE82C2-BA4A-4623-A3BC-C23CB98D3056}" presName="hierRoot2" presStyleCnt="0">
        <dgm:presLayoutVars>
          <dgm:hierBranch val="init"/>
        </dgm:presLayoutVars>
      </dgm:prSet>
      <dgm:spPr/>
    </dgm:pt>
    <dgm:pt modelId="{FFBBB2FD-68A3-3E43-BD91-9B42ADCD928E}" type="pres">
      <dgm:prSet presAssocID="{77DE82C2-BA4A-4623-A3BC-C23CB98D3056}" presName="rootComposite" presStyleCnt="0"/>
      <dgm:spPr/>
    </dgm:pt>
    <dgm:pt modelId="{480591C3-8094-4344-8F82-A3D547F896CF}" type="pres">
      <dgm:prSet presAssocID="{77DE82C2-BA4A-4623-A3BC-C23CB98D3056}" presName="rootText" presStyleLbl="node4" presStyleIdx="2" presStyleCnt="3">
        <dgm:presLayoutVars>
          <dgm:chPref val="3"/>
        </dgm:presLayoutVars>
      </dgm:prSet>
      <dgm:spPr/>
    </dgm:pt>
    <dgm:pt modelId="{CC6F07D1-A727-5C4D-B3E2-85318D1EC1C4}" type="pres">
      <dgm:prSet presAssocID="{77DE82C2-BA4A-4623-A3BC-C23CB98D3056}" presName="rootConnector" presStyleLbl="node4" presStyleIdx="2" presStyleCnt="3"/>
      <dgm:spPr/>
    </dgm:pt>
    <dgm:pt modelId="{3081AD68-7366-FB4B-8C68-5AF2F977F863}" type="pres">
      <dgm:prSet presAssocID="{77DE82C2-BA4A-4623-A3BC-C23CB98D3056}" presName="hierChild4" presStyleCnt="0"/>
      <dgm:spPr/>
    </dgm:pt>
    <dgm:pt modelId="{C157A862-B0F2-7A41-81DE-559BA069A335}" type="pres">
      <dgm:prSet presAssocID="{77DE82C2-BA4A-4623-A3BC-C23CB98D3056}" presName="hierChild5" presStyleCnt="0"/>
      <dgm:spPr/>
    </dgm:pt>
    <dgm:pt modelId="{621B612A-DA7C-E94F-987B-173122B15A0F}" type="pres">
      <dgm:prSet presAssocID="{B1F62CDD-F1A0-4DA0-8782-D642A7E311FE}" presName="hierChild5" presStyleCnt="0"/>
      <dgm:spPr/>
    </dgm:pt>
    <dgm:pt modelId="{0D06EFCD-E148-5B47-9BCF-7311C4DBE924}" type="pres">
      <dgm:prSet presAssocID="{FD3AA3EA-DE49-445A-8910-F3453A42E68C}" presName="hierChild5" presStyleCnt="0"/>
      <dgm:spPr/>
    </dgm:pt>
    <dgm:pt modelId="{1B3C49F2-83E1-3749-B40D-E831D425BA46}" type="pres">
      <dgm:prSet presAssocID="{AAF79145-7FC0-41A5-8F6A-DF12606FC9A4}" presName="Name37" presStyleLbl="parChTrans1D2" presStyleIdx="1" presStyleCnt="4"/>
      <dgm:spPr/>
    </dgm:pt>
    <dgm:pt modelId="{4F7A84C8-9656-294A-A79B-622C79B3AF4D}" type="pres">
      <dgm:prSet presAssocID="{831EC54B-3877-40B6-9D7B-CF7B9FF76B48}" presName="hierRoot2" presStyleCnt="0">
        <dgm:presLayoutVars>
          <dgm:hierBranch val="init"/>
        </dgm:presLayoutVars>
      </dgm:prSet>
      <dgm:spPr/>
    </dgm:pt>
    <dgm:pt modelId="{ECFC2AF1-AEC5-5042-834B-4CD92550705B}" type="pres">
      <dgm:prSet presAssocID="{831EC54B-3877-40B6-9D7B-CF7B9FF76B48}" presName="rootComposite" presStyleCnt="0"/>
      <dgm:spPr/>
    </dgm:pt>
    <dgm:pt modelId="{BC04D3C0-D8A2-234D-AA91-8666421729DD}" type="pres">
      <dgm:prSet presAssocID="{831EC54B-3877-40B6-9D7B-CF7B9FF76B48}" presName="rootText" presStyleLbl="node2" presStyleIdx="1" presStyleCnt="4">
        <dgm:presLayoutVars>
          <dgm:chPref val="3"/>
        </dgm:presLayoutVars>
      </dgm:prSet>
      <dgm:spPr/>
    </dgm:pt>
    <dgm:pt modelId="{11A35C1A-707D-BB48-9CD9-BAC04197C653}" type="pres">
      <dgm:prSet presAssocID="{831EC54B-3877-40B6-9D7B-CF7B9FF76B48}" presName="rootConnector" presStyleLbl="node2" presStyleIdx="1" presStyleCnt="4"/>
      <dgm:spPr/>
    </dgm:pt>
    <dgm:pt modelId="{AFF1B070-103C-C542-B065-2AEA533D4180}" type="pres">
      <dgm:prSet presAssocID="{831EC54B-3877-40B6-9D7B-CF7B9FF76B48}" presName="hierChild4" presStyleCnt="0"/>
      <dgm:spPr/>
    </dgm:pt>
    <dgm:pt modelId="{B0E31135-22D6-CD4B-9F0B-5C3E6FB37BFD}" type="pres">
      <dgm:prSet presAssocID="{688D2116-972D-44E7-A83B-CE746AD89B12}" presName="Name37" presStyleLbl="parChTrans1D3" presStyleIdx="2" presStyleCnt="11"/>
      <dgm:spPr/>
    </dgm:pt>
    <dgm:pt modelId="{244EBB3F-2229-8D4F-9B6D-A30560071EE3}" type="pres">
      <dgm:prSet presAssocID="{3F99F189-2F3D-49D8-90FC-7CF18D7A5489}" presName="hierRoot2" presStyleCnt="0">
        <dgm:presLayoutVars>
          <dgm:hierBranch val="init"/>
        </dgm:presLayoutVars>
      </dgm:prSet>
      <dgm:spPr/>
    </dgm:pt>
    <dgm:pt modelId="{4FB5E625-CF69-4042-8923-52C4D6D77FC0}" type="pres">
      <dgm:prSet presAssocID="{3F99F189-2F3D-49D8-90FC-7CF18D7A5489}" presName="rootComposite" presStyleCnt="0"/>
      <dgm:spPr/>
    </dgm:pt>
    <dgm:pt modelId="{2004ACE5-7740-6D4A-B245-2E65E2497AD2}" type="pres">
      <dgm:prSet presAssocID="{3F99F189-2F3D-49D8-90FC-7CF18D7A5489}" presName="rootText" presStyleLbl="node3" presStyleIdx="2" presStyleCnt="11">
        <dgm:presLayoutVars>
          <dgm:chPref val="3"/>
        </dgm:presLayoutVars>
      </dgm:prSet>
      <dgm:spPr/>
    </dgm:pt>
    <dgm:pt modelId="{FADED707-AD76-E749-9FC2-E83134484A46}" type="pres">
      <dgm:prSet presAssocID="{3F99F189-2F3D-49D8-90FC-7CF18D7A5489}" presName="rootConnector" presStyleLbl="node3" presStyleIdx="2" presStyleCnt="11"/>
      <dgm:spPr/>
    </dgm:pt>
    <dgm:pt modelId="{846455C9-82DF-F64B-BD23-3E6DF73C96B1}" type="pres">
      <dgm:prSet presAssocID="{3F99F189-2F3D-49D8-90FC-7CF18D7A5489}" presName="hierChild4" presStyleCnt="0"/>
      <dgm:spPr/>
    </dgm:pt>
    <dgm:pt modelId="{E88A3EF0-5DA6-9743-82BE-0AB92AE56C34}" type="pres">
      <dgm:prSet presAssocID="{3F99F189-2F3D-49D8-90FC-7CF18D7A5489}" presName="hierChild5" presStyleCnt="0"/>
      <dgm:spPr/>
    </dgm:pt>
    <dgm:pt modelId="{AAC4D776-A7B0-CD46-8734-909F950EBA9B}" type="pres">
      <dgm:prSet presAssocID="{8B9E42EF-D9ED-4245-B602-A84534AFEB40}" presName="Name37" presStyleLbl="parChTrans1D3" presStyleIdx="3" presStyleCnt="11"/>
      <dgm:spPr/>
    </dgm:pt>
    <dgm:pt modelId="{4F76E1FA-6B98-7C44-ACCB-5FEB1C039913}" type="pres">
      <dgm:prSet presAssocID="{DDE27CAD-3B07-40DF-8C8B-C422EABBB36E}" presName="hierRoot2" presStyleCnt="0">
        <dgm:presLayoutVars>
          <dgm:hierBranch val="init"/>
        </dgm:presLayoutVars>
      </dgm:prSet>
      <dgm:spPr/>
    </dgm:pt>
    <dgm:pt modelId="{DF729D6D-ED16-5249-8221-7EA5C2245E7A}" type="pres">
      <dgm:prSet presAssocID="{DDE27CAD-3B07-40DF-8C8B-C422EABBB36E}" presName="rootComposite" presStyleCnt="0"/>
      <dgm:spPr/>
    </dgm:pt>
    <dgm:pt modelId="{259A0BC8-027A-6F40-BCE4-328BA4B4F1E3}" type="pres">
      <dgm:prSet presAssocID="{DDE27CAD-3B07-40DF-8C8B-C422EABBB36E}" presName="rootText" presStyleLbl="node3" presStyleIdx="3" presStyleCnt="11">
        <dgm:presLayoutVars>
          <dgm:chPref val="3"/>
        </dgm:presLayoutVars>
      </dgm:prSet>
      <dgm:spPr/>
    </dgm:pt>
    <dgm:pt modelId="{7295D486-E29C-2242-8A8C-2F344A380039}" type="pres">
      <dgm:prSet presAssocID="{DDE27CAD-3B07-40DF-8C8B-C422EABBB36E}" presName="rootConnector" presStyleLbl="node3" presStyleIdx="3" presStyleCnt="11"/>
      <dgm:spPr/>
    </dgm:pt>
    <dgm:pt modelId="{0F85DE83-E0DA-6946-AF08-692ECEDAA58B}" type="pres">
      <dgm:prSet presAssocID="{DDE27CAD-3B07-40DF-8C8B-C422EABBB36E}" presName="hierChild4" presStyleCnt="0"/>
      <dgm:spPr/>
    </dgm:pt>
    <dgm:pt modelId="{55F94385-C271-9249-A16B-982A33048CC7}" type="pres">
      <dgm:prSet presAssocID="{DDE27CAD-3B07-40DF-8C8B-C422EABBB36E}" presName="hierChild5" presStyleCnt="0"/>
      <dgm:spPr/>
    </dgm:pt>
    <dgm:pt modelId="{3994D28D-B5D6-614D-9D2F-CAFEAADEFCC2}" type="pres">
      <dgm:prSet presAssocID="{831EC54B-3877-40B6-9D7B-CF7B9FF76B48}" presName="hierChild5" presStyleCnt="0"/>
      <dgm:spPr/>
    </dgm:pt>
    <dgm:pt modelId="{CF9D552E-2E91-724F-BC1C-673895B3C9C8}" type="pres">
      <dgm:prSet presAssocID="{EE77BF72-C109-4935-938C-082D9178610C}" presName="Name37" presStyleLbl="parChTrans1D2" presStyleIdx="2" presStyleCnt="4"/>
      <dgm:spPr/>
    </dgm:pt>
    <dgm:pt modelId="{2D7DCE8B-0F42-944A-9F2D-596E1ADB047A}" type="pres">
      <dgm:prSet presAssocID="{406C899F-FAAC-4A6A-A181-B4475C3FDFE1}" presName="hierRoot2" presStyleCnt="0">
        <dgm:presLayoutVars>
          <dgm:hierBranch val="init"/>
        </dgm:presLayoutVars>
      </dgm:prSet>
      <dgm:spPr/>
    </dgm:pt>
    <dgm:pt modelId="{DCAFA045-9024-2D42-9F0C-DE89CB36B856}" type="pres">
      <dgm:prSet presAssocID="{406C899F-FAAC-4A6A-A181-B4475C3FDFE1}" presName="rootComposite" presStyleCnt="0"/>
      <dgm:spPr/>
    </dgm:pt>
    <dgm:pt modelId="{56BC7F51-04EA-C945-B086-47AFCB4D4B32}" type="pres">
      <dgm:prSet presAssocID="{406C899F-FAAC-4A6A-A181-B4475C3FDFE1}" presName="rootText" presStyleLbl="node2" presStyleIdx="2" presStyleCnt="4">
        <dgm:presLayoutVars>
          <dgm:chPref val="3"/>
        </dgm:presLayoutVars>
      </dgm:prSet>
      <dgm:spPr/>
    </dgm:pt>
    <dgm:pt modelId="{0F29258B-C174-E04F-B952-AD7E1A0B6176}" type="pres">
      <dgm:prSet presAssocID="{406C899F-FAAC-4A6A-A181-B4475C3FDFE1}" presName="rootConnector" presStyleLbl="node2" presStyleIdx="2" presStyleCnt="4"/>
      <dgm:spPr/>
    </dgm:pt>
    <dgm:pt modelId="{F75F351E-D86C-144A-B0DB-6D01F5A67304}" type="pres">
      <dgm:prSet presAssocID="{406C899F-FAAC-4A6A-A181-B4475C3FDFE1}" presName="hierChild4" presStyleCnt="0"/>
      <dgm:spPr/>
    </dgm:pt>
    <dgm:pt modelId="{5EB1C620-06D5-7946-AB9E-11433A983B41}" type="pres">
      <dgm:prSet presAssocID="{1130EB40-3772-8D4F-B3AC-C906F28E3023}" presName="Name37" presStyleLbl="parChTrans1D3" presStyleIdx="4" presStyleCnt="11"/>
      <dgm:spPr/>
    </dgm:pt>
    <dgm:pt modelId="{42A135E8-D6AF-F744-B0E3-C29042D7AD38}" type="pres">
      <dgm:prSet presAssocID="{B97A2C22-DFFA-164E-A295-9FEA53889D8A}" presName="hierRoot2" presStyleCnt="0">
        <dgm:presLayoutVars>
          <dgm:hierBranch val="init"/>
        </dgm:presLayoutVars>
      </dgm:prSet>
      <dgm:spPr/>
    </dgm:pt>
    <dgm:pt modelId="{764E7ED4-2D62-E747-85BA-BE05EF3A709D}" type="pres">
      <dgm:prSet presAssocID="{B97A2C22-DFFA-164E-A295-9FEA53889D8A}" presName="rootComposite" presStyleCnt="0"/>
      <dgm:spPr/>
    </dgm:pt>
    <dgm:pt modelId="{CAE53D00-9B4B-BF42-8DDE-326F853C2A9A}" type="pres">
      <dgm:prSet presAssocID="{B97A2C22-DFFA-164E-A295-9FEA53889D8A}" presName="rootText" presStyleLbl="node3" presStyleIdx="4" presStyleCnt="11">
        <dgm:presLayoutVars>
          <dgm:chPref val="3"/>
        </dgm:presLayoutVars>
      </dgm:prSet>
      <dgm:spPr/>
    </dgm:pt>
    <dgm:pt modelId="{7958F722-C9C7-C04C-9EA3-BEAF7078EE07}" type="pres">
      <dgm:prSet presAssocID="{B97A2C22-DFFA-164E-A295-9FEA53889D8A}" presName="rootConnector" presStyleLbl="node3" presStyleIdx="4" presStyleCnt="11"/>
      <dgm:spPr/>
    </dgm:pt>
    <dgm:pt modelId="{96AE049A-7FD4-7044-84C0-E238AE678449}" type="pres">
      <dgm:prSet presAssocID="{B97A2C22-DFFA-164E-A295-9FEA53889D8A}" presName="hierChild4" presStyleCnt="0"/>
      <dgm:spPr/>
    </dgm:pt>
    <dgm:pt modelId="{BF45E3AE-DB17-614B-B7BD-2D190715A1AD}" type="pres">
      <dgm:prSet presAssocID="{B97A2C22-DFFA-164E-A295-9FEA53889D8A}" presName="hierChild5" presStyleCnt="0"/>
      <dgm:spPr/>
    </dgm:pt>
    <dgm:pt modelId="{FB38F7DE-A1E2-8C4F-96E6-A5D6A070F68B}" type="pres">
      <dgm:prSet presAssocID="{2CEC264A-EF1F-104E-8355-97BAF480AD4C}" presName="Name37" presStyleLbl="parChTrans1D3" presStyleIdx="5" presStyleCnt="11"/>
      <dgm:spPr/>
    </dgm:pt>
    <dgm:pt modelId="{F2E138C9-6782-774E-BE50-54B704A54970}" type="pres">
      <dgm:prSet presAssocID="{27792511-E6D0-EC4F-A8FD-71B99E96798C}" presName="hierRoot2" presStyleCnt="0">
        <dgm:presLayoutVars>
          <dgm:hierBranch val="init"/>
        </dgm:presLayoutVars>
      </dgm:prSet>
      <dgm:spPr/>
    </dgm:pt>
    <dgm:pt modelId="{741DE6F3-8773-054C-9D51-EC8AFA1A5E42}" type="pres">
      <dgm:prSet presAssocID="{27792511-E6D0-EC4F-A8FD-71B99E96798C}" presName="rootComposite" presStyleCnt="0"/>
      <dgm:spPr/>
    </dgm:pt>
    <dgm:pt modelId="{02AA6DA3-18A1-E143-A0FA-95D1F0E10FD0}" type="pres">
      <dgm:prSet presAssocID="{27792511-E6D0-EC4F-A8FD-71B99E96798C}" presName="rootText" presStyleLbl="node3" presStyleIdx="5" presStyleCnt="11">
        <dgm:presLayoutVars>
          <dgm:chPref val="3"/>
        </dgm:presLayoutVars>
      </dgm:prSet>
      <dgm:spPr/>
    </dgm:pt>
    <dgm:pt modelId="{7B127E28-C19F-7145-8E77-F6F4F40F41C9}" type="pres">
      <dgm:prSet presAssocID="{27792511-E6D0-EC4F-A8FD-71B99E96798C}" presName="rootConnector" presStyleLbl="node3" presStyleIdx="5" presStyleCnt="11"/>
      <dgm:spPr/>
    </dgm:pt>
    <dgm:pt modelId="{1A33410E-CF8B-5346-BF30-228130EF37E9}" type="pres">
      <dgm:prSet presAssocID="{27792511-E6D0-EC4F-A8FD-71B99E96798C}" presName="hierChild4" presStyleCnt="0"/>
      <dgm:spPr/>
    </dgm:pt>
    <dgm:pt modelId="{78909982-4919-D345-8E50-1D380EC8E239}" type="pres">
      <dgm:prSet presAssocID="{27792511-E6D0-EC4F-A8FD-71B99E96798C}" presName="hierChild5" presStyleCnt="0"/>
      <dgm:spPr/>
    </dgm:pt>
    <dgm:pt modelId="{D34882CA-CC9D-3A43-A6A1-8B95D6EB08F9}" type="pres">
      <dgm:prSet presAssocID="{1687E9FF-6E7E-1D46-89C6-62920DF0D740}" presName="Name37" presStyleLbl="parChTrans1D3" presStyleIdx="6" presStyleCnt="11"/>
      <dgm:spPr/>
    </dgm:pt>
    <dgm:pt modelId="{BA2D2B28-B65A-4B48-B9D5-49311606EDA7}" type="pres">
      <dgm:prSet presAssocID="{1D8B17F4-FCBB-5B43-90AD-2C4C7D9DD457}" presName="hierRoot2" presStyleCnt="0">
        <dgm:presLayoutVars>
          <dgm:hierBranch val="init"/>
        </dgm:presLayoutVars>
      </dgm:prSet>
      <dgm:spPr/>
    </dgm:pt>
    <dgm:pt modelId="{011E5DAA-6308-CA4D-8193-4B6B9CCA9B9E}" type="pres">
      <dgm:prSet presAssocID="{1D8B17F4-FCBB-5B43-90AD-2C4C7D9DD457}" presName="rootComposite" presStyleCnt="0"/>
      <dgm:spPr/>
    </dgm:pt>
    <dgm:pt modelId="{3645C1AC-6F75-5A4F-90F0-9C4049EF7801}" type="pres">
      <dgm:prSet presAssocID="{1D8B17F4-FCBB-5B43-90AD-2C4C7D9DD457}" presName="rootText" presStyleLbl="node3" presStyleIdx="6" presStyleCnt="11">
        <dgm:presLayoutVars>
          <dgm:chPref val="3"/>
        </dgm:presLayoutVars>
      </dgm:prSet>
      <dgm:spPr/>
    </dgm:pt>
    <dgm:pt modelId="{1E76A607-37FF-5440-BF40-E94B6D3827A1}" type="pres">
      <dgm:prSet presAssocID="{1D8B17F4-FCBB-5B43-90AD-2C4C7D9DD457}" presName="rootConnector" presStyleLbl="node3" presStyleIdx="6" presStyleCnt="11"/>
      <dgm:spPr/>
    </dgm:pt>
    <dgm:pt modelId="{038B26C9-DB71-E643-8217-EFE3806C03BD}" type="pres">
      <dgm:prSet presAssocID="{1D8B17F4-FCBB-5B43-90AD-2C4C7D9DD457}" presName="hierChild4" presStyleCnt="0"/>
      <dgm:spPr/>
    </dgm:pt>
    <dgm:pt modelId="{58C0CBB1-9CA0-4643-BE1D-823BC56A4484}" type="pres">
      <dgm:prSet presAssocID="{1D8B17F4-FCBB-5B43-90AD-2C4C7D9DD457}" presName="hierChild5" presStyleCnt="0"/>
      <dgm:spPr/>
    </dgm:pt>
    <dgm:pt modelId="{78ABB670-CEC3-164B-8C71-B9CDB98ED8C1}" type="pres">
      <dgm:prSet presAssocID="{8CC6B28D-DAE3-F84E-8251-180257AC01C6}" presName="Name37" presStyleLbl="parChTrans1D3" presStyleIdx="7" presStyleCnt="11"/>
      <dgm:spPr/>
    </dgm:pt>
    <dgm:pt modelId="{5DA9EC41-FD0B-F842-92A3-F297EC7DEA05}" type="pres">
      <dgm:prSet presAssocID="{AC8D30A5-B598-B64B-85EF-7095E2488B21}" presName="hierRoot2" presStyleCnt="0">
        <dgm:presLayoutVars>
          <dgm:hierBranch val="init"/>
        </dgm:presLayoutVars>
      </dgm:prSet>
      <dgm:spPr/>
    </dgm:pt>
    <dgm:pt modelId="{3A1327E4-C963-1D4C-9FE1-05343475C2C4}" type="pres">
      <dgm:prSet presAssocID="{AC8D30A5-B598-B64B-85EF-7095E2488B21}" presName="rootComposite" presStyleCnt="0"/>
      <dgm:spPr/>
    </dgm:pt>
    <dgm:pt modelId="{84CA9605-3B0B-B34F-BB52-404C37E8FFAD}" type="pres">
      <dgm:prSet presAssocID="{AC8D30A5-B598-B64B-85EF-7095E2488B21}" presName="rootText" presStyleLbl="node3" presStyleIdx="7" presStyleCnt="11">
        <dgm:presLayoutVars>
          <dgm:chPref val="3"/>
        </dgm:presLayoutVars>
      </dgm:prSet>
      <dgm:spPr/>
    </dgm:pt>
    <dgm:pt modelId="{06E62283-2609-1E40-8A64-E386E694F7D4}" type="pres">
      <dgm:prSet presAssocID="{AC8D30A5-B598-B64B-85EF-7095E2488B21}" presName="rootConnector" presStyleLbl="node3" presStyleIdx="7" presStyleCnt="11"/>
      <dgm:spPr/>
    </dgm:pt>
    <dgm:pt modelId="{FE5F68B7-83D4-E744-BC16-DB79A95BD1E6}" type="pres">
      <dgm:prSet presAssocID="{AC8D30A5-B598-B64B-85EF-7095E2488B21}" presName="hierChild4" presStyleCnt="0"/>
      <dgm:spPr/>
    </dgm:pt>
    <dgm:pt modelId="{C64D211D-0677-0D4E-BE82-DF142E079A0C}" type="pres">
      <dgm:prSet presAssocID="{AC8D30A5-B598-B64B-85EF-7095E2488B21}" presName="hierChild5" presStyleCnt="0"/>
      <dgm:spPr/>
    </dgm:pt>
    <dgm:pt modelId="{820C0821-2CAE-A54D-86F2-A06F63C2B0EA}" type="pres">
      <dgm:prSet presAssocID="{406C899F-FAAC-4A6A-A181-B4475C3FDFE1}" presName="hierChild5" presStyleCnt="0"/>
      <dgm:spPr/>
    </dgm:pt>
    <dgm:pt modelId="{EDE920B8-DEBA-BB41-B107-4F3C2AAB2B1D}" type="pres">
      <dgm:prSet presAssocID="{2D241D43-19F9-4C69-B6D3-D61FD0DBC4F7}" presName="Name37" presStyleLbl="parChTrans1D2" presStyleIdx="3" presStyleCnt="4"/>
      <dgm:spPr/>
    </dgm:pt>
    <dgm:pt modelId="{2AFA16B3-BF11-484E-9A71-54D576367377}" type="pres">
      <dgm:prSet presAssocID="{8A36933F-774C-4525-B31F-0A8BE7820AA1}" presName="hierRoot2" presStyleCnt="0">
        <dgm:presLayoutVars>
          <dgm:hierBranch val="init"/>
        </dgm:presLayoutVars>
      </dgm:prSet>
      <dgm:spPr/>
    </dgm:pt>
    <dgm:pt modelId="{8E32007A-0C87-7D49-B82A-9FA367E36FEF}" type="pres">
      <dgm:prSet presAssocID="{8A36933F-774C-4525-B31F-0A8BE7820AA1}" presName="rootComposite" presStyleCnt="0"/>
      <dgm:spPr/>
    </dgm:pt>
    <dgm:pt modelId="{0C0DAF1E-17E8-9141-811C-9E9F817C44BE}" type="pres">
      <dgm:prSet presAssocID="{8A36933F-774C-4525-B31F-0A8BE7820AA1}" presName="rootText" presStyleLbl="node2" presStyleIdx="3" presStyleCnt="4">
        <dgm:presLayoutVars>
          <dgm:chPref val="3"/>
        </dgm:presLayoutVars>
      </dgm:prSet>
      <dgm:spPr/>
    </dgm:pt>
    <dgm:pt modelId="{EE4567E0-6027-7647-9E69-FBD950019454}" type="pres">
      <dgm:prSet presAssocID="{8A36933F-774C-4525-B31F-0A8BE7820AA1}" presName="rootConnector" presStyleLbl="node2" presStyleIdx="3" presStyleCnt="4"/>
      <dgm:spPr/>
    </dgm:pt>
    <dgm:pt modelId="{5A288C5E-CB91-0740-A9F6-29391C4A790B}" type="pres">
      <dgm:prSet presAssocID="{8A36933F-774C-4525-B31F-0A8BE7820AA1}" presName="hierChild4" presStyleCnt="0"/>
      <dgm:spPr/>
    </dgm:pt>
    <dgm:pt modelId="{FDC284C6-D403-6345-9E1A-E1E24CB46189}" type="pres">
      <dgm:prSet presAssocID="{AE20B6A7-2017-425E-97BD-17575DC84FE8}" presName="Name37" presStyleLbl="parChTrans1D3" presStyleIdx="8" presStyleCnt="11"/>
      <dgm:spPr/>
    </dgm:pt>
    <dgm:pt modelId="{25129BC3-E043-7844-9090-36C4387CCA6A}" type="pres">
      <dgm:prSet presAssocID="{E5607074-EEE3-402F-BC70-C1A534BD6029}" presName="hierRoot2" presStyleCnt="0">
        <dgm:presLayoutVars>
          <dgm:hierBranch val="init"/>
        </dgm:presLayoutVars>
      </dgm:prSet>
      <dgm:spPr/>
    </dgm:pt>
    <dgm:pt modelId="{94C6DC20-43B3-884B-9628-A8659319F3F4}" type="pres">
      <dgm:prSet presAssocID="{E5607074-EEE3-402F-BC70-C1A534BD6029}" presName="rootComposite" presStyleCnt="0"/>
      <dgm:spPr/>
    </dgm:pt>
    <dgm:pt modelId="{2B2536D9-7E0A-604B-BAE4-94F29120E4E4}" type="pres">
      <dgm:prSet presAssocID="{E5607074-EEE3-402F-BC70-C1A534BD6029}" presName="rootText" presStyleLbl="node3" presStyleIdx="8" presStyleCnt="11">
        <dgm:presLayoutVars>
          <dgm:chPref val="3"/>
        </dgm:presLayoutVars>
      </dgm:prSet>
      <dgm:spPr/>
    </dgm:pt>
    <dgm:pt modelId="{05D8D7CE-53BF-3548-94B7-5A177F59B1EA}" type="pres">
      <dgm:prSet presAssocID="{E5607074-EEE3-402F-BC70-C1A534BD6029}" presName="rootConnector" presStyleLbl="node3" presStyleIdx="8" presStyleCnt="11"/>
      <dgm:spPr/>
    </dgm:pt>
    <dgm:pt modelId="{63A09EA8-CFEF-2F42-9A2C-6EA0AC7793AE}" type="pres">
      <dgm:prSet presAssocID="{E5607074-EEE3-402F-BC70-C1A534BD6029}" presName="hierChild4" presStyleCnt="0"/>
      <dgm:spPr/>
    </dgm:pt>
    <dgm:pt modelId="{965CDC96-F296-5A4E-B480-D92BBF347F4F}" type="pres">
      <dgm:prSet presAssocID="{E5607074-EEE3-402F-BC70-C1A534BD6029}" presName="hierChild5" presStyleCnt="0"/>
      <dgm:spPr/>
    </dgm:pt>
    <dgm:pt modelId="{F24C4A0B-C0F6-7046-9D88-763F38F110DC}" type="pres">
      <dgm:prSet presAssocID="{C7D20519-FBCE-4F1C-9937-1198FBC403A7}" presName="Name37" presStyleLbl="parChTrans1D3" presStyleIdx="9" presStyleCnt="11"/>
      <dgm:spPr/>
    </dgm:pt>
    <dgm:pt modelId="{3CC78864-57CE-E247-9617-5FB54FDB08BC}" type="pres">
      <dgm:prSet presAssocID="{DA969D17-97D0-440B-A86F-F56FD4E6498D}" presName="hierRoot2" presStyleCnt="0">
        <dgm:presLayoutVars>
          <dgm:hierBranch val="init"/>
        </dgm:presLayoutVars>
      </dgm:prSet>
      <dgm:spPr/>
    </dgm:pt>
    <dgm:pt modelId="{AD19E9A5-EAC6-534A-87AF-E7A0498980A2}" type="pres">
      <dgm:prSet presAssocID="{DA969D17-97D0-440B-A86F-F56FD4E6498D}" presName="rootComposite" presStyleCnt="0"/>
      <dgm:spPr/>
    </dgm:pt>
    <dgm:pt modelId="{C3D82260-5EB3-A140-BF6A-C7144986B46F}" type="pres">
      <dgm:prSet presAssocID="{DA969D17-97D0-440B-A86F-F56FD4E6498D}" presName="rootText" presStyleLbl="node3" presStyleIdx="9" presStyleCnt="11">
        <dgm:presLayoutVars>
          <dgm:chPref val="3"/>
        </dgm:presLayoutVars>
      </dgm:prSet>
      <dgm:spPr/>
    </dgm:pt>
    <dgm:pt modelId="{2EC09ED1-609D-854E-942D-946BE771E6E7}" type="pres">
      <dgm:prSet presAssocID="{DA969D17-97D0-440B-A86F-F56FD4E6498D}" presName="rootConnector" presStyleLbl="node3" presStyleIdx="9" presStyleCnt="11"/>
      <dgm:spPr/>
    </dgm:pt>
    <dgm:pt modelId="{7CEC47B4-DC46-324F-809D-D818918B4643}" type="pres">
      <dgm:prSet presAssocID="{DA969D17-97D0-440B-A86F-F56FD4E6498D}" presName="hierChild4" presStyleCnt="0"/>
      <dgm:spPr/>
    </dgm:pt>
    <dgm:pt modelId="{4A596E2E-F801-FD4F-8858-F26B6C58C5D4}" type="pres">
      <dgm:prSet presAssocID="{DA969D17-97D0-440B-A86F-F56FD4E6498D}" presName="hierChild5" presStyleCnt="0"/>
      <dgm:spPr/>
    </dgm:pt>
    <dgm:pt modelId="{FC4B7BB3-6BC9-7340-84EB-B2924CF4BCF4}" type="pres">
      <dgm:prSet presAssocID="{318A5B9D-AE84-48A9-9C57-9FF7B05414DC}" presName="Name37" presStyleLbl="parChTrans1D3" presStyleIdx="10" presStyleCnt="11"/>
      <dgm:spPr/>
    </dgm:pt>
    <dgm:pt modelId="{0EF79923-71B5-C746-8BA0-9810B21C6195}" type="pres">
      <dgm:prSet presAssocID="{E5417E3F-838F-4668-A8B7-6506E1EDC7D2}" presName="hierRoot2" presStyleCnt="0">
        <dgm:presLayoutVars>
          <dgm:hierBranch val="init"/>
        </dgm:presLayoutVars>
      </dgm:prSet>
      <dgm:spPr/>
    </dgm:pt>
    <dgm:pt modelId="{E1A676F5-1499-A14A-8A2A-E1BF45331E5D}" type="pres">
      <dgm:prSet presAssocID="{E5417E3F-838F-4668-A8B7-6506E1EDC7D2}" presName="rootComposite" presStyleCnt="0"/>
      <dgm:spPr/>
    </dgm:pt>
    <dgm:pt modelId="{87003F05-4EA6-CE46-AF60-F9302885698D}" type="pres">
      <dgm:prSet presAssocID="{E5417E3F-838F-4668-A8B7-6506E1EDC7D2}" presName="rootText" presStyleLbl="node3" presStyleIdx="10" presStyleCnt="11">
        <dgm:presLayoutVars>
          <dgm:chPref val="3"/>
        </dgm:presLayoutVars>
      </dgm:prSet>
      <dgm:spPr/>
    </dgm:pt>
    <dgm:pt modelId="{66205841-D499-3B47-A9EA-5421AE35C382}" type="pres">
      <dgm:prSet presAssocID="{E5417E3F-838F-4668-A8B7-6506E1EDC7D2}" presName="rootConnector" presStyleLbl="node3" presStyleIdx="10" presStyleCnt="11"/>
      <dgm:spPr/>
    </dgm:pt>
    <dgm:pt modelId="{9184719A-EF29-A945-9D4F-AF3D839D04D1}" type="pres">
      <dgm:prSet presAssocID="{E5417E3F-838F-4668-A8B7-6506E1EDC7D2}" presName="hierChild4" presStyleCnt="0"/>
      <dgm:spPr/>
    </dgm:pt>
    <dgm:pt modelId="{740BA22F-187A-5644-9B2E-87662DB6BA81}" type="pres">
      <dgm:prSet presAssocID="{E5417E3F-838F-4668-A8B7-6506E1EDC7D2}" presName="hierChild5" presStyleCnt="0"/>
      <dgm:spPr/>
    </dgm:pt>
    <dgm:pt modelId="{355FDD9E-E8C0-F944-AB72-44AA4B173DC7}" type="pres">
      <dgm:prSet presAssocID="{8A36933F-774C-4525-B31F-0A8BE7820AA1}" presName="hierChild5" presStyleCnt="0"/>
      <dgm:spPr/>
    </dgm:pt>
    <dgm:pt modelId="{9B0C5637-A76F-FF4B-A6F4-8056EE7ED7A7}" type="pres">
      <dgm:prSet presAssocID="{2F3E8F93-34C7-4CC3-A033-933374700188}" presName="hierChild3" presStyleCnt="0"/>
      <dgm:spPr/>
    </dgm:pt>
  </dgm:ptLst>
  <dgm:cxnLst>
    <dgm:cxn modelId="{F8A5B801-24A0-4E4D-9770-1A058A699FC2}" type="presOf" srcId="{36941C24-8A53-4DD5-B792-1A78B5B1021E}" destId="{CE5C2949-1A81-224F-8065-C4722452D2C5}" srcOrd="0" destOrd="0" presId="urn:microsoft.com/office/officeart/2005/8/layout/orgChart1"/>
    <dgm:cxn modelId="{90C3DA01-8D85-4EC5-B7EF-C892685614A7}" srcId="{2F3E8F93-34C7-4CC3-A033-933374700188}" destId="{8A36933F-774C-4525-B31F-0A8BE7820AA1}" srcOrd="3" destOrd="0" parTransId="{2D241D43-19F9-4C69-B6D3-D61FD0DBC4F7}" sibTransId="{2D838C83-F9E7-4090-8AC4-AA227D23B691}"/>
    <dgm:cxn modelId="{71E3A602-2895-440F-8FF5-FE81AC0F016A}" type="presOf" srcId="{E5607074-EEE3-402F-BC70-C1A534BD6029}" destId="{2B2536D9-7E0A-604B-BAE4-94F29120E4E4}" srcOrd="0" destOrd="0" presId="urn:microsoft.com/office/officeart/2005/8/layout/orgChart1"/>
    <dgm:cxn modelId="{B0BE3E03-FC86-4F8D-9A8F-AA85C7E21F14}" type="presOf" srcId="{D84A802C-7DC0-477B-AD62-8918F66C1163}" destId="{498E9300-C78B-864C-BF1F-F5D2FDB5A2FA}" srcOrd="0" destOrd="0" presId="urn:microsoft.com/office/officeart/2005/8/layout/orgChart1"/>
    <dgm:cxn modelId="{60FA3908-7C7A-504B-812A-EC2308FB9CA0}" srcId="{406C899F-FAAC-4A6A-A181-B4475C3FDFE1}" destId="{AC8D30A5-B598-B64B-85EF-7095E2488B21}" srcOrd="3" destOrd="0" parTransId="{8CC6B28D-DAE3-F84E-8251-180257AC01C6}" sibTransId="{8D476BAB-7C69-9344-9667-0A1A192224CE}"/>
    <dgm:cxn modelId="{998D5F09-47AB-4802-934F-4F6EDD4322D3}" type="presOf" srcId="{E5417E3F-838F-4668-A8B7-6506E1EDC7D2}" destId="{87003F05-4EA6-CE46-AF60-F9302885698D}" srcOrd="0" destOrd="0" presId="urn:microsoft.com/office/officeart/2005/8/layout/orgChart1"/>
    <dgm:cxn modelId="{DA833313-20F3-4D64-8F29-097D3A1D99C6}" type="presOf" srcId="{B0C6064A-80F9-4D52-BF99-A9EEAF74F81A}" destId="{E696F085-0D48-EC45-BAAB-B0845268AA42}" srcOrd="0" destOrd="0" presId="urn:microsoft.com/office/officeart/2005/8/layout/orgChart1"/>
    <dgm:cxn modelId="{1DAE2D1E-012D-4780-ABC9-B24C397A3C7A}" type="presOf" srcId="{8CC6B28D-DAE3-F84E-8251-180257AC01C6}" destId="{78ABB670-CEC3-164B-8C71-B9CDB98ED8C1}" srcOrd="0" destOrd="0" presId="urn:microsoft.com/office/officeart/2005/8/layout/orgChart1"/>
    <dgm:cxn modelId="{9BEF0624-7B30-4B6A-92E9-19974857494D}" type="presOf" srcId="{B97A2C22-DFFA-164E-A295-9FEA53889D8A}" destId="{CAE53D00-9B4B-BF42-8DDE-326F853C2A9A}" srcOrd="0" destOrd="0" presId="urn:microsoft.com/office/officeart/2005/8/layout/orgChart1"/>
    <dgm:cxn modelId="{D1797429-1E5A-41E7-A038-99B8E36051E0}" type="presOf" srcId="{1130EB40-3772-8D4F-B3AC-C906F28E3023}" destId="{5EB1C620-06D5-7946-AB9E-11433A983B41}" srcOrd="0" destOrd="0" presId="urn:microsoft.com/office/officeart/2005/8/layout/orgChart1"/>
    <dgm:cxn modelId="{A878E629-FE80-4B10-AD48-A1E045D3EB8C}" srcId="{B1F62CDD-F1A0-4DA0-8782-D642A7E311FE}" destId="{F00F2390-423F-48F7-950C-4F1D5486698B}" srcOrd="1" destOrd="0" parTransId="{B0C6064A-80F9-4D52-BF99-A9EEAF74F81A}" sibTransId="{2162EE2A-2607-4E2D-B5D0-823659F9A190}"/>
    <dgm:cxn modelId="{DEDFD82B-220C-4C39-B9CF-13A169E8DD23}" type="presOf" srcId="{318A5B9D-AE84-48A9-9C57-9FF7B05414DC}" destId="{FC4B7BB3-6BC9-7340-84EB-B2924CF4BCF4}" srcOrd="0" destOrd="0" presId="urn:microsoft.com/office/officeart/2005/8/layout/orgChart1"/>
    <dgm:cxn modelId="{19BEF12B-A988-483E-B412-D6D898AB9A46}" srcId="{8A36933F-774C-4525-B31F-0A8BE7820AA1}" destId="{DA969D17-97D0-440B-A86F-F56FD4E6498D}" srcOrd="1" destOrd="0" parTransId="{C7D20519-FBCE-4F1C-9937-1198FBC403A7}" sibTransId="{623550A0-08B6-4851-8D58-74A689E7B136}"/>
    <dgm:cxn modelId="{61C7A430-8287-4606-84AD-4B98CA94A681}" type="presOf" srcId="{831EC54B-3877-40B6-9D7B-CF7B9FF76B48}" destId="{11A35C1A-707D-BB48-9CD9-BAC04197C653}" srcOrd="1" destOrd="0" presId="urn:microsoft.com/office/officeart/2005/8/layout/orgChart1"/>
    <dgm:cxn modelId="{FA927A36-CE58-44F6-81F2-3DB22D939991}" type="presOf" srcId="{FD3AA3EA-DE49-445A-8910-F3453A42E68C}" destId="{D943F96B-9B06-B040-9A9F-3D683E5EDEB5}" srcOrd="1" destOrd="0" presId="urn:microsoft.com/office/officeart/2005/8/layout/orgChart1"/>
    <dgm:cxn modelId="{AEB2BF3A-53BE-4322-A92E-4D61B9A8ABE3}" type="presOf" srcId="{B97A2C22-DFFA-164E-A295-9FEA53889D8A}" destId="{7958F722-C9C7-C04C-9EA3-BEAF7078EE07}" srcOrd="1" destOrd="0" presId="urn:microsoft.com/office/officeart/2005/8/layout/orgChart1"/>
    <dgm:cxn modelId="{6A6B5A3B-86B7-4135-835E-080735EEE074}" type="presOf" srcId="{DA969D17-97D0-440B-A86F-F56FD4E6498D}" destId="{C3D82260-5EB3-A140-BF6A-C7144986B46F}" srcOrd="0" destOrd="0" presId="urn:microsoft.com/office/officeart/2005/8/layout/orgChart1"/>
    <dgm:cxn modelId="{FAAC0D3C-19F7-4541-90CB-0C8B4771E79B}" srcId="{2F3E8F93-34C7-4CC3-A033-933374700188}" destId="{406C899F-FAAC-4A6A-A181-B4475C3FDFE1}" srcOrd="2" destOrd="0" parTransId="{EE77BF72-C109-4935-938C-082D9178610C}" sibTransId="{DDCEBECD-1740-436B-B22A-F49D39B86898}"/>
    <dgm:cxn modelId="{5D2A5A40-A142-4021-8F94-38897E9CCD02}" type="presOf" srcId="{5DB9E89B-460A-42F6-A3A7-336522AD2095}" destId="{F219D5C6-9420-BA49-819A-BC6DC09B964E}" srcOrd="0" destOrd="0" presId="urn:microsoft.com/office/officeart/2005/8/layout/orgChart1"/>
    <dgm:cxn modelId="{9073A040-0EB6-4438-BB21-F08F56B0B16B}" type="presOf" srcId="{B1F62CDD-F1A0-4DA0-8782-D642A7E311FE}" destId="{95EA068A-F8BA-2F44-8F74-C82EEF7F0074}" srcOrd="1" destOrd="0" presId="urn:microsoft.com/office/officeart/2005/8/layout/orgChart1"/>
    <dgm:cxn modelId="{EBE66F5E-F8D2-46A8-A9DF-2C8AECD394B4}" srcId="{2F3E8F93-34C7-4CC3-A033-933374700188}" destId="{831EC54B-3877-40B6-9D7B-CF7B9FF76B48}" srcOrd="1" destOrd="0" parTransId="{AAF79145-7FC0-41A5-8F6A-DF12606FC9A4}" sibTransId="{BF62FF1C-9EC1-4A1B-A794-64054440B278}"/>
    <dgm:cxn modelId="{5113F960-E739-4F89-B33A-3D6C62236B40}" srcId="{FD3AA3EA-DE49-445A-8910-F3453A42E68C}" destId="{B1F62CDD-F1A0-4DA0-8782-D642A7E311FE}" srcOrd="1" destOrd="0" parTransId="{EC55709E-936C-48B4-A533-143F8A26A63C}" sibTransId="{9AF8ECDC-41BB-48A0-99F7-90A4F49B9D1F}"/>
    <dgm:cxn modelId="{0EA85541-1F04-48C8-9408-7F3CD03632FD}" type="presOf" srcId="{C7D20519-FBCE-4F1C-9937-1198FBC403A7}" destId="{F24C4A0B-C0F6-7046-9D88-763F38F110DC}" srcOrd="0" destOrd="0" presId="urn:microsoft.com/office/officeart/2005/8/layout/orgChart1"/>
    <dgm:cxn modelId="{2DD92442-A0F0-4F43-9706-42C7AADC8952}" type="presOf" srcId="{2D241D43-19F9-4C69-B6D3-D61FD0DBC4F7}" destId="{EDE920B8-DEBA-BB41-B107-4F3C2AAB2B1D}" srcOrd="0" destOrd="0" presId="urn:microsoft.com/office/officeart/2005/8/layout/orgChart1"/>
    <dgm:cxn modelId="{DCD23E44-00FA-40DA-BF78-EDC07F29A914}" srcId="{B1F62CDD-F1A0-4DA0-8782-D642A7E311FE}" destId="{77DE82C2-BA4A-4623-A3BC-C23CB98D3056}" srcOrd="2" destOrd="0" parTransId="{57693BDF-0026-468A-9320-C4EE4F3EEA91}" sibTransId="{AD34205B-8D8B-41A3-BA0A-6D414378C8F2}"/>
    <dgm:cxn modelId="{D9B47844-B66F-4206-A28A-F700FC7884C9}" type="presOf" srcId="{2F3E8F93-34C7-4CC3-A033-933374700188}" destId="{6F15CB03-3380-5B4B-BCFC-7F34E44FD34C}" srcOrd="1" destOrd="0" presId="urn:microsoft.com/office/officeart/2005/8/layout/orgChart1"/>
    <dgm:cxn modelId="{334EA864-796B-4B49-AC4A-A6058BF55D80}" type="presOf" srcId="{F00F2390-423F-48F7-950C-4F1D5486698B}" destId="{CCBD3EBC-B743-3A4C-BDD1-BC8427B758F4}" srcOrd="0" destOrd="0" presId="urn:microsoft.com/office/officeart/2005/8/layout/orgChart1"/>
    <dgm:cxn modelId="{24270B65-156D-486C-B8B8-85B43149867C}" type="presOf" srcId="{88B308C0-526A-432E-BC92-74A594AE2D6F}" destId="{2CB3317D-D784-D74A-B6B1-2B19B22E75CB}" srcOrd="0" destOrd="0" presId="urn:microsoft.com/office/officeart/2005/8/layout/orgChart1"/>
    <dgm:cxn modelId="{CDFD8946-E826-4EF9-9305-A07F61E416A1}" type="presOf" srcId="{AC8D30A5-B598-B64B-85EF-7095E2488B21}" destId="{84CA9605-3B0B-B34F-BB52-404C37E8FFAD}" srcOrd="0" destOrd="0" presId="urn:microsoft.com/office/officeart/2005/8/layout/orgChart1"/>
    <dgm:cxn modelId="{125F7A49-5E61-41EA-8571-1EECB731EF14}" srcId="{88B308C0-526A-432E-BC92-74A594AE2D6F}" destId="{2F3E8F93-34C7-4CC3-A033-933374700188}" srcOrd="0" destOrd="0" parTransId="{61365931-13B6-45D8-8BD3-076A8437CAB1}" sibTransId="{FA437FCF-F89D-4C49-BB4A-0008919024F8}"/>
    <dgm:cxn modelId="{A3D3714B-8420-49C2-A00D-C61397473186}" type="presOf" srcId="{AC8D30A5-B598-B64B-85EF-7095E2488B21}" destId="{06E62283-2609-1E40-8A64-E386E694F7D4}" srcOrd="1" destOrd="0" presId="urn:microsoft.com/office/officeart/2005/8/layout/orgChart1"/>
    <dgm:cxn modelId="{71DA874F-8240-4A01-9061-DBA28987524E}" type="presOf" srcId="{3F99F189-2F3D-49D8-90FC-7CF18D7A5489}" destId="{FADED707-AD76-E749-9FC2-E83134484A46}" srcOrd="1" destOrd="0" presId="urn:microsoft.com/office/officeart/2005/8/layout/orgChart1"/>
    <dgm:cxn modelId="{1AC11C70-5E77-4792-A23E-34D916BC580E}" type="presOf" srcId="{57693BDF-0026-468A-9320-C4EE4F3EEA91}" destId="{DF4C5805-EE6E-404C-BEE2-27D6A6D93D7D}" srcOrd="0" destOrd="0" presId="urn:microsoft.com/office/officeart/2005/8/layout/orgChart1"/>
    <dgm:cxn modelId="{E0A4B770-B0D3-4164-8D24-4A2AD7F24380}" type="presOf" srcId="{1D8B17F4-FCBB-5B43-90AD-2C4C7D9DD457}" destId="{3645C1AC-6F75-5A4F-90F0-9C4049EF7801}" srcOrd="0" destOrd="0" presId="urn:microsoft.com/office/officeart/2005/8/layout/orgChart1"/>
    <dgm:cxn modelId="{35B5BD51-F0F1-4501-BE62-93D67207691C}" srcId="{8A36933F-774C-4525-B31F-0A8BE7820AA1}" destId="{E5417E3F-838F-4668-A8B7-6506E1EDC7D2}" srcOrd="2" destOrd="0" parTransId="{318A5B9D-AE84-48A9-9C57-9FF7B05414DC}" sibTransId="{67FF5546-C49A-40BC-86A1-974A56EFC3A2}"/>
    <dgm:cxn modelId="{47CAF057-1B36-4819-B6DD-33AF69FB8EC9}" srcId="{2F3E8F93-34C7-4CC3-A033-933374700188}" destId="{FD3AA3EA-DE49-445A-8910-F3453A42E68C}" srcOrd="0" destOrd="0" parTransId="{36941C24-8A53-4DD5-B792-1A78B5B1021E}" sibTransId="{7A389822-1953-49CD-BE7B-F5C369ABC0F3}"/>
    <dgm:cxn modelId="{16B07E58-EBC5-4F0E-9AF5-949DF3DAB9B2}" type="presOf" srcId="{406C899F-FAAC-4A6A-A181-B4475C3FDFE1}" destId="{0F29258B-C174-E04F-B952-AD7E1A0B6176}" srcOrd="1" destOrd="0" presId="urn:microsoft.com/office/officeart/2005/8/layout/orgChart1"/>
    <dgm:cxn modelId="{F1FAB358-2FCF-4C6C-99CE-B28AB92E2458}" type="presOf" srcId="{3F99F189-2F3D-49D8-90FC-7CF18D7A5489}" destId="{2004ACE5-7740-6D4A-B245-2E65E2497AD2}" srcOrd="0" destOrd="0" presId="urn:microsoft.com/office/officeart/2005/8/layout/orgChart1"/>
    <dgm:cxn modelId="{E9C2EB58-43C2-4863-8AA7-ED14F67D1363}" type="presOf" srcId="{EE77BF72-C109-4935-938C-082D9178610C}" destId="{CF9D552E-2E91-724F-BC1C-673895B3C9C8}" srcOrd="0" destOrd="0" presId="urn:microsoft.com/office/officeart/2005/8/layout/orgChart1"/>
    <dgm:cxn modelId="{D9DB725A-0592-46C3-9D7E-1D6DD33D5472}" type="presOf" srcId="{AAF79145-7FC0-41A5-8F6A-DF12606FC9A4}" destId="{1B3C49F2-83E1-3749-B40D-E831D425BA46}" srcOrd="0" destOrd="0" presId="urn:microsoft.com/office/officeart/2005/8/layout/orgChart1"/>
    <dgm:cxn modelId="{3F6E527F-1915-412B-8957-F612B0195B3A}" type="presOf" srcId="{EC55709E-936C-48B4-A533-143F8A26A63C}" destId="{FCAE25AE-708B-7A4D-A50D-F7681280D092}" srcOrd="0" destOrd="0" presId="urn:microsoft.com/office/officeart/2005/8/layout/orgChart1"/>
    <dgm:cxn modelId="{2E0C0981-BC13-4919-BBB2-639B21E03404}" srcId="{831EC54B-3877-40B6-9D7B-CF7B9FF76B48}" destId="{3F99F189-2F3D-49D8-90FC-7CF18D7A5489}" srcOrd="0" destOrd="0" parTransId="{688D2116-972D-44E7-A83B-CE746AD89B12}" sibTransId="{4BA2A6E6-C467-49FA-BFCE-C30E2AA2D1D2}"/>
    <dgm:cxn modelId="{49E37582-18E4-4927-AF76-A83A885A43D3}" type="presOf" srcId="{AE20B6A7-2017-425E-97BD-17575DC84FE8}" destId="{FDC284C6-D403-6345-9E1A-E1E24CB46189}" srcOrd="0" destOrd="0" presId="urn:microsoft.com/office/officeart/2005/8/layout/orgChart1"/>
    <dgm:cxn modelId="{1A704A87-E872-46D8-8E1F-8A58184513EF}" type="presOf" srcId="{8A36933F-774C-4525-B31F-0A8BE7820AA1}" destId="{0C0DAF1E-17E8-9141-811C-9E9F817C44BE}" srcOrd="0" destOrd="0" presId="urn:microsoft.com/office/officeart/2005/8/layout/orgChart1"/>
    <dgm:cxn modelId="{67622D89-36D4-486E-98EF-CC26DF9527CE}" srcId="{831EC54B-3877-40B6-9D7B-CF7B9FF76B48}" destId="{DDE27CAD-3B07-40DF-8C8B-C422EABBB36E}" srcOrd="1" destOrd="0" parTransId="{8B9E42EF-D9ED-4245-B602-A84534AFEB40}" sibTransId="{CCD2935F-1D8D-4D8B-97E0-BAF0DB547DE7}"/>
    <dgm:cxn modelId="{14A4CE8C-C121-4D3D-935D-BD86E463D548}" type="presOf" srcId="{1687E9FF-6E7E-1D46-89C6-62920DF0D740}" destId="{D34882CA-CC9D-3A43-A6A1-8B95D6EB08F9}" srcOrd="0" destOrd="0" presId="urn:microsoft.com/office/officeart/2005/8/layout/orgChart1"/>
    <dgm:cxn modelId="{C8CD8594-2208-BE48-A826-4DC44096861C}" srcId="{406C899F-FAAC-4A6A-A181-B4475C3FDFE1}" destId="{1D8B17F4-FCBB-5B43-90AD-2C4C7D9DD457}" srcOrd="2" destOrd="0" parTransId="{1687E9FF-6E7E-1D46-89C6-62920DF0D740}" sibTransId="{1EBB8296-19FB-EA41-8D93-64E56B79ED46}"/>
    <dgm:cxn modelId="{A1705995-7ED4-BE46-8C03-40264E5FF3EB}" srcId="{406C899F-FAAC-4A6A-A181-B4475C3FDFE1}" destId="{27792511-E6D0-EC4F-A8FD-71B99E96798C}" srcOrd="1" destOrd="0" parTransId="{2CEC264A-EF1F-104E-8355-97BAF480AD4C}" sibTransId="{1D4DBB7E-301A-BC43-8DD4-A48724D0C96E}"/>
    <dgm:cxn modelId="{E7C8BA96-30E5-40A9-9527-1B5E66C0812E}" type="presOf" srcId="{5DB9E89B-460A-42F6-A3A7-336522AD2095}" destId="{C448FA0C-9E66-274F-8F28-FB448E255800}" srcOrd="1" destOrd="0" presId="urn:microsoft.com/office/officeart/2005/8/layout/orgChart1"/>
    <dgm:cxn modelId="{53AD279B-B6DC-B045-BCE5-3D4DF923FFA5}" srcId="{406C899F-FAAC-4A6A-A181-B4475C3FDFE1}" destId="{B97A2C22-DFFA-164E-A295-9FEA53889D8A}" srcOrd="0" destOrd="0" parTransId="{1130EB40-3772-8D4F-B3AC-C906F28E3023}" sibTransId="{2B2F1C3C-0EED-D446-9F19-EF5DCF3625B4}"/>
    <dgm:cxn modelId="{7CE6979C-70C8-46EC-8EB5-4CEEA5825927}" type="presOf" srcId="{FD3AA3EA-DE49-445A-8910-F3453A42E68C}" destId="{B3280AC8-1A60-A446-AD00-909668609DA1}" srcOrd="0" destOrd="0" presId="urn:microsoft.com/office/officeart/2005/8/layout/orgChart1"/>
    <dgm:cxn modelId="{132F3AA2-078C-4E57-85B6-2A0971608AB2}" srcId="{8A36933F-774C-4525-B31F-0A8BE7820AA1}" destId="{E5607074-EEE3-402F-BC70-C1A534BD6029}" srcOrd="0" destOrd="0" parTransId="{AE20B6A7-2017-425E-97BD-17575DC84FE8}" sibTransId="{5D09BEF4-F8F7-43AD-B2F5-FB7F609BAE49}"/>
    <dgm:cxn modelId="{A2E5F9AD-1F81-4C4E-B9BB-C28BE6CF9013}" type="presOf" srcId="{831EC54B-3877-40B6-9D7B-CF7B9FF76B48}" destId="{BC04D3C0-D8A2-234D-AA91-8666421729DD}" srcOrd="0" destOrd="0" presId="urn:microsoft.com/office/officeart/2005/8/layout/orgChart1"/>
    <dgm:cxn modelId="{4F6335B1-F2BF-414B-BE1D-9CC134335FED}" type="presOf" srcId="{27792511-E6D0-EC4F-A8FD-71B99E96798C}" destId="{02AA6DA3-18A1-E143-A0FA-95D1F0E10FD0}" srcOrd="0" destOrd="0" presId="urn:microsoft.com/office/officeart/2005/8/layout/orgChart1"/>
    <dgm:cxn modelId="{EF94EFB1-2780-4435-B6FC-786399295790}" type="presOf" srcId="{496FD8E8-E3C6-437F-A2E5-31B8BD436979}" destId="{45FE0EDD-2F35-8047-99B1-D106BEE231E7}" srcOrd="0" destOrd="0" presId="urn:microsoft.com/office/officeart/2005/8/layout/orgChart1"/>
    <dgm:cxn modelId="{9CE93FB3-EF12-42DC-AC68-AB8A13EB3F05}" type="presOf" srcId="{2F3E8F93-34C7-4CC3-A033-933374700188}" destId="{5B197F08-51E1-8A46-ABD5-21EDBC710ECD}" srcOrd="0" destOrd="0" presId="urn:microsoft.com/office/officeart/2005/8/layout/orgChart1"/>
    <dgm:cxn modelId="{F51627B6-A586-4FA4-A84E-DD31B012630F}" type="presOf" srcId="{B1F62CDD-F1A0-4DA0-8782-D642A7E311FE}" destId="{32EA64F8-A30A-2D47-8816-FE7619DE672E}" srcOrd="0" destOrd="0" presId="urn:microsoft.com/office/officeart/2005/8/layout/orgChart1"/>
    <dgm:cxn modelId="{5DF0F5B8-4E61-4D0C-9203-424F652DBD4B}" type="presOf" srcId="{8A36933F-774C-4525-B31F-0A8BE7820AA1}" destId="{EE4567E0-6027-7647-9E69-FBD950019454}" srcOrd="1" destOrd="0" presId="urn:microsoft.com/office/officeart/2005/8/layout/orgChart1"/>
    <dgm:cxn modelId="{554DC9BA-AC13-44ED-ACF0-6EBABC84E137}" type="presOf" srcId="{77DE82C2-BA4A-4623-A3BC-C23CB98D3056}" destId="{CC6F07D1-A727-5C4D-B3E2-85318D1EC1C4}" srcOrd="1" destOrd="0" presId="urn:microsoft.com/office/officeart/2005/8/layout/orgChart1"/>
    <dgm:cxn modelId="{AC49EEBC-2E19-4CB6-91F7-E442185663F9}" srcId="{B1F62CDD-F1A0-4DA0-8782-D642A7E311FE}" destId="{5DB9E89B-460A-42F6-A3A7-336522AD2095}" srcOrd="0" destOrd="0" parTransId="{496FD8E8-E3C6-437F-A2E5-31B8BD436979}" sibTransId="{FBDF4D61-794F-46FF-8C97-540C4ADDBBB9}"/>
    <dgm:cxn modelId="{68FF69C1-18A2-4E67-821C-6BDD964307E0}" type="presOf" srcId="{E5607074-EEE3-402F-BC70-C1A534BD6029}" destId="{05D8D7CE-53BF-3548-94B7-5A177F59B1EA}" srcOrd="1" destOrd="0" presId="urn:microsoft.com/office/officeart/2005/8/layout/orgChart1"/>
    <dgm:cxn modelId="{A40959C4-1417-447F-B8D7-A34432B766F7}" type="presOf" srcId="{406C899F-FAAC-4A6A-A181-B4475C3FDFE1}" destId="{56BC7F51-04EA-C945-B086-47AFCB4D4B32}" srcOrd="0" destOrd="0" presId="urn:microsoft.com/office/officeart/2005/8/layout/orgChart1"/>
    <dgm:cxn modelId="{376C1FC9-F7E2-41CF-B8DA-1AA82C5225AC}" type="presOf" srcId="{2CEC264A-EF1F-104E-8355-97BAF480AD4C}" destId="{FB38F7DE-A1E2-8C4F-96E6-A5D6A070F68B}" srcOrd="0" destOrd="0" presId="urn:microsoft.com/office/officeart/2005/8/layout/orgChart1"/>
    <dgm:cxn modelId="{DE4E40D2-B167-48F6-A6A9-9AB602D24DF0}" type="presOf" srcId="{688D2116-972D-44E7-A83B-CE746AD89B12}" destId="{B0E31135-22D6-CD4B-9F0B-5C3E6FB37BFD}" srcOrd="0" destOrd="0" presId="urn:microsoft.com/office/officeart/2005/8/layout/orgChart1"/>
    <dgm:cxn modelId="{D362E8D9-AF7B-48F0-B618-595B76B324E3}" type="presOf" srcId="{DDE27CAD-3B07-40DF-8C8B-C422EABBB36E}" destId="{259A0BC8-027A-6F40-BCE4-328BA4B4F1E3}" srcOrd="0" destOrd="0" presId="urn:microsoft.com/office/officeart/2005/8/layout/orgChart1"/>
    <dgm:cxn modelId="{1377BADE-30C0-4103-9397-6A2AD07AE13C}" type="presOf" srcId="{637ABECC-A3CA-4EB9-B844-655016402A73}" destId="{915E05EB-F584-A74A-BA04-C78B0DEB5599}" srcOrd="1" destOrd="0" presId="urn:microsoft.com/office/officeart/2005/8/layout/orgChart1"/>
    <dgm:cxn modelId="{F4DD24E4-CA8F-4A81-97E4-0F1A14D6F440}" type="presOf" srcId="{DA969D17-97D0-440B-A86F-F56FD4E6498D}" destId="{2EC09ED1-609D-854E-942D-946BE771E6E7}" srcOrd="1" destOrd="0" presId="urn:microsoft.com/office/officeart/2005/8/layout/orgChart1"/>
    <dgm:cxn modelId="{C238B8EF-1DC7-4C18-9BA3-436438E487D4}" type="presOf" srcId="{77DE82C2-BA4A-4623-A3BC-C23CB98D3056}" destId="{480591C3-8094-4344-8F82-A3D547F896CF}" srcOrd="0" destOrd="0" presId="urn:microsoft.com/office/officeart/2005/8/layout/orgChart1"/>
    <dgm:cxn modelId="{B9C4FFF0-1E30-4152-91F7-BB950AB8E445}" type="presOf" srcId="{8B9E42EF-D9ED-4245-B602-A84534AFEB40}" destId="{AAC4D776-A7B0-CD46-8734-909F950EBA9B}" srcOrd="0" destOrd="0" presId="urn:microsoft.com/office/officeart/2005/8/layout/orgChart1"/>
    <dgm:cxn modelId="{B599D9F1-2FBA-4353-BD0B-AA2ADF4BCE70}" srcId="{FD3AA3EA-DE49-445A-8910-F3453A42E68C}" destId="{637ABECC-A3CA-4EB9-B844-655016402A73}" srcOrd="0" destOrd="0" parTransId="{D84A802C-7DC0-477B-AD62-8918F66C1163}" sibTransId="{7C765446-240E-4869-B358-64C3FAC637FE}"/>
    <dgm:cxn modelId="{E6EE14F3-DF6D-482A-9ED3-B151C7FA074F}" type="presOf" srcId="{637ABECC-A3CA-4EB9-B844-655016402A73}" destId="{23C6863D-94AA-3449-9B61-48EAF1F33555}" srcOrd="0" destOrd="0" presId="urn:microsoft.com/office/officeart/2005/8/layout/orgChart1"/>
    <dgm:cxn modelId="{4C44AFF4-3146-48A6-86D7-76F8161C977B}" type="presOf" srcId="{E5417E3F-838F-4668-A8B7-6506E1EDC7D2}" destId="{66205841-D499-3B47-A9EA-5421AE35C382}" srcOrd="1" destOrd="0" presId="urn:microsoft.com/office/officeart/2005/8/layout/orgChart1"/>
    <dgm:cxn modelId="{AF2E7FF7-26ED-4FE2-95B2-21649C6F8D18}" type="presOf" srcId="{F00F2390-423F-48F7-950C-4F1D5486698B}" destId="{BF183BA5-3BCD-8A4C-844A-93C516422725}" srcOrd="1" destOrd="0" presId="urn:microsoft.com/office/officeart/2005/8/layout/orgChart1"/>
    <dgm:cxn modelId="{27BBBEF7-17C1-478E-9F09-AD75339DC5EC}" type="presOf" srcId="{DDE27CAD-3B07-40DF-8C8B-C422EABBB36E}" destId="{7295D486-E29C-2242-8A8C-2F344A380039}" srcOrd="1" destOrd="0" presId="urn:microsoft.com/office/officeart/2005/8/layout/orgChart1"/>
    <dgm:cxn modelId="{D24D0BFB-5E2A-4F45-A514-0A3D2BC7BD7F}" type="presOf" srcId="{27792511-E6D0-EC4F-A8FD-71B99E96798C}" destId="{7B127E28-C19F-7145-8E77-F6F4F40F41C9}" srcOrd="1" destOrd="0" presId="urn:microsoft.com/office/officeart/2005/8/layout/orgChart1"/>
    <dgm:cxn modelId="{58B1FCFB-73EB-485F-AB51-DA185176B205}" type="presOf" srcId="{1D8B17F4-FCBB-5B43-90AD-2C4C7D9DD457}" destId="{1E76A607-37FF-5440-BF40-E94B6D3827A1}" srcOrd="1" destOrd="0" presId="urn:microsoft.com/office/officeart/2005/8/layout/orgChart1"/>
    <dgm:cxn modelId="{4C70F06B-D06A-448B-83DF-420751848BD4}" type="presParOf" srcId="{2CB3317D-D784-D74A-B6B1-2B19B22E75CB}" destId="{3DB9DA38-930C-334B-9FF7-443BFB50FEB2}" srcOrd="0" destOrd="0" presId="urn:microsoft.com/office/officeart/2005/8/layout/orgChart1"/>
    <dgm:cxn modelId="{66605C3F-F9A8-42EB-86F3-9168B809F016}" type="presParOf" srcId="{3DB9DA38-930C-334B-9FF7-443BFB50FEB2}" destId="{F48C24CC-1272-8B4E-A785-9749ED67C2A0}" srcOrd="0" destOrd="0" presId="urn:microsoft.com/office/officeart/2005/8/layout/orgChart1"/>
    <dgm:cxn modelId="{CCCE4914-64BD-40C1-889A-2FAB02730E8B}" type="presParOf" srcId="{F48C24CC-1272-8B4E-A785-9749ED67C2A0}" destId="{5B197F08-51E1-8A46-ABD5-21EDBC710ECD}" srcOrd="0" destOrd="0" presId="urn:microsoft.com/office/officeart/2005/8/layout/orgChart1"/>
    <dgm:cxn modelId="{4D0AF60C-42DB-4E04-AB46-632C93B78A78}" type="presParOf" srcId="{F48C24CC-1272-8B4E-A785-9749ED67C2A0}" destId="{6F15CB03-3380-5B4B-BCFC-7F34E44FD34C}" srcOrd="1" destOrd="0" presId="urn:microsoft.com/office/officeart/2005/8/layout/orgChart1"/>
    <dgm:cxn modelId="{A8182E95-3B82-4FB7-A0EE-577F3CF162D7}" type="presParOf" srcId="{3DB9DA38-930C-334B-9FF7-443BFB50FEB2}" destId="{E6727F23-DBDF-1844-993B-E6E1A452C7DC}" srcOrd="1" destOrd="0" presId="urn:microsoft.com/office/officeart/2005/8/layout/orgChart1"/>
    <dgm:cxn modelId="{8763A869-8866-4371-86C7-7FA5F01450C3}" type="presParOf" srcId="{E6727F23-DBDF-1844-993B-E6E1A452C7DC}" destId="{CE5C2949-1A81-224F-8065-C4722452D2C5}" srcOrd="0" destOrd="0" presId="urn:microsoft.com/office/officeart/2005/8/layout/orgChart1"/>
    <dgm:cxn modelId="{EE365021-AD22-40DF-A979-99F39153543A}" type="presParOf" srcId="{E6727F23-DBDF-1844-993B-E6E1A452C7DC}" destId="{5914C6AA-C504-814E-AF87-482AF1616184}" srcOrd="1" destOrd="0" presId="urn:microsoft.com/office/officeart/2005/8/layout/orgChart1"/>
    <dgm:cxn modelId="{C1D6E4C4-1820-4781-8A17-2D11F3904578}" type="presParOf" srcId="{5914C6AA-C504-814E-AF87-482AF1616184}" destId="{3E0F4609-4D19-3746-A542-F35A1B3B8E8F}" srcOrd="0" destOrd="0" presId="urn:microsoft.com/office/officeart/2005/8/layout/orgChart1"/>
    <dgm:cxn modelId="{E57C9EF9-7BAC-4F89-9C27-FBF98F0B7373}" type="presParOf" srcId="{3E0F4609-4D19-3746-A542-F35A1B3B8E8F}" destId="{B3280AC8-1A60-A446-AD00-909668609DA1}" srcOrd="0" destOrd="0" presId="urn:microsoft.com/office/officeart/2005/8/layout/orgChart1"/>
    <dgm:cxn modelId="{60D1C4D5-87D9-4509-BF08-BDC856BA9911}" type="presParOf" srcId="{3E0F4609-4D19-3746-A542-F35A1B3B8E8F}" destId="{D943F96B-9B06-B040-9A9F-3D683E5EDEB5}" srcOrd="1" destOrd="0" presId="urn:microsoft.com/office/officeart/2005/8/layout/orgChart1"/>
    <dgm:cxn modelId="{E19402E5-7416-420A-AF96-0220E36DBA42}" type="presParOf" srcId="{5914C6AA-C504-814E-AF87-482AF1616184}" destId="{B2473287-3939-4742-8FE0-5C3757E42ECA}" srcOrd="1" destOrd="0" presId="urn:microsoft.com/office/officeart/2005/8/layout/orgChart1"/>
    <dgm:cxn modelId="{46350811-3944-419B-B069-FC2C66F5E85B}" type="presParOf" srcId="{B2473287-3939-4742-8FE0-5C3757E42ECA}" destId="{498E9300-C78B-864C-BF1F-F5D2FDB5A2FA}" srcOrd="0" destOrd="0" presId="urn:microsoft.com/office/officeart/2005/8/layout/orgChart1"/>
    <dgm:cxn modelId="{37310CAC-5902-4758-9A7B-C05CB8E0A60F}" type="presParOf" srcId="{B2473287-3939-4742-8FE0-5C3757E42ECA}" destId="{91CDD307-651A-9242-887D-024B485A8854}" srcOrd="1" destOrd="0" presId="urn:microsoft.com/office/officeart/2005/8/layout/orgChart1"/>
    <dgm:cxn modelId="{A611DFF0-ED60-43E2-B5E5-6717097FD85B}" type="presParOf" srcId="{91CDD307-651A-9242-887D-024B485A8854}" destId="{6A6DAA34-CBB8-854F-B551-3EC4F97B6CBA}" srcOrd="0" destOrd="0" presId="urn:microsoft.com/office/officeart/2005/8/layout/orgChart1"/>
    <dgm:cxn modelId="{A948185F-AF9E-4F38-8B26-36B709150CB5}" type="presParOf" srcId="{6A6DAA34-CBB8-854F-B551-3EC4F97B6CBA}" destId="{23C6863D-94AA-3449-9B61-48EAF1F33555}" srcOrd="0" destOrd="0" presId="urn:microsoft.com/office/officeart/2005/8/layout/orgChart1"/>
    <dgm:cxn modelId="{3735AB8A-57E1-4A7D-B9EE-BCB7894F4D0C}" type="presParOf" srcId="{6A6DAA34-CBB8-854F-B551-3EC4F97B6CBA}" destId="{915E05EB-F584-A74A-BA04-C78B0DEB5599}" srcOrd="1" destOrd="0" presId="urn:microsoft.com/office/officeart/2005/8/layout/orgChart1"/>
    <dgm:cxn modelId="{34921CAC-2BC9-42B7-AC43-7BC47F48C64A}" type="presParOf" srcId="{91CDD307-651A-9242-887D-024B485A8854}" destId="{06EA8660-B3A1-6E41-B3EC-61A1618E8268}" srcOrd="1" destOrd="0" presId="urn:microsoft.com/office/officeart/2005/8/layout/orgChart1"/>
    <dgm:cxn modelId="{08055CC0-2765-4E2A-BAD1-E1B64772BC72}" type="presParOf" srcId="{91CDD307-651A-9242-887D-024B485A8854}" destId="{411E60F8-C239-D444-AD2C-B6EAECC42BE1}" srcOrd="2" destOrd="0" presId="urn:microsoft.com/office/officeart/2005/8/layout/orgChart1"/>
    <dgm:cxn modelId="{2CB7B493-4580-4D9A-B76C-591AB8F967C5}" type="presParOf" srcId="{B2473287-3939-4742-8FE0-5C3757E42ECA}" destId="{FCAE25AE-708B-7A4D-A50D-F7681280D092}" srcOrd="2" destOrd="0" presId="urn:microsoft.com/office/officeart/2005/8/layout/orgChart1"/>
    <dgm:cxn modelId="{FDA96337-3083-4B9C-B860-8553C4BBD9B6}" type="presParOf" srcId="{B2473287-3939-4742-8FE0-5C3757E42ECA}" destId="{AF045AE2-24E2-0145-83CC-2266E42426F3}" srcOrd="3" destOrd="0" presId="urn:microsoft.com/office/officeart/2005/8/layout/orgChart1"/>
    <dgm:cxn modelId="{647885DF-5488-4285-93F3-923A70B16C67}" type="presParOf" srcId="{AF045AE2-24E2-0145-83CC-2266E42426F3}" destId="{6AAAA009-B904-D649-A22E-7F010F7771E0}" srcOrd="0" destOrd="0" presId="urn:microsoft.com/office/officeart/2005/8/layout/orgChart1"/>
    <dgm:cxn modelId="{A715D1E7-0405-40BF-859E-64DADC6A7822}" type="presParOf" srcId="{6AAAA009-B904-D649-A22E-7F010F7771E0}" destId="{32EA64F8-A30A-2D47-8816-FE7619DE672E}" srcOrd="0" destOrd="0" presId="urn:microsoft.com/office/officeart/2005/8/layout/orgChart1"/>
    <dgm:cxn modelId="{CACA7825-AF3B-4062-BDF4-74439195F8A7}" type="presParOf" srcId="{6AAAA009-B904-D649-A22E-7F010F7771E0}" destId="{95EA068A-F8BA-2F44-8F74-C82EEF7F0074}" srcOrd="1" destOrd="0" presId="urn:microsoft.com/office/officeart/2005/8/layout/orgChart1"/>
    <dgm:cxn modelId="{5F22F5C7-E8E5-4B50-A76C-2F407444E7FB}" type="presParOf" srcId="{AF045AE2-24E2-0145-83CC-2266E42426F3}" destId="{6CDDEF8F-DF4D-CF4A-A0D0-9B0DA1A42C39}" srcOrd="1" destOrd="0" presId="urn:microsoft.com/office/officeart/2005/8/layout/orgChart1"/>
    <dgm:cxn modelId="{1ABCE154-0B43-47AC-919A-7CA2D0EC9EBD}" type="presParOf" srcId="{6CDDEF8F-DF4D-CF4A-A0D0-9B0DA1A42C39}" destId="{45FE0EDD-2F35-8047-99B1-D106BEE231E7}" srcOrd="0" destOrd="0" presId="urn:microsoft.com/office/officeart/2005/8/layout/orgChart1"/>
    <dgm:cxn modelId="{BD6ECBA0-083D-4ABA-99CC-FC7E1DCD63CF}" type="presParOf" srcId="{6CDDEF8F-DF4D-CF4A-A0D0-9B0DA1A42C39}" destId="{94A12CC3-05D1-B64C-B835-DD6ECC0DF36C}" srcOrd="1" destOrd="0" presId="urn:microsoft.com/office/officeart/2005/8/layout/orgChart1"/>
    <dgm:cxn modelId="{25149DF5-5A27-4C8B-BAC0-FA72855E4FE6}" type="presParOf" srcId="{94A12CC3-05D1-B64C-B835-DD6ECC0DF36C}" destId="{DA6A5025-4DEF-1049-9C7A-25355C62185D}" srcOrd="0" destOrd="0" presId="urn:microsoft.com/office/officeart/2005/8/layout/orgChart1"/>
    <dgm:cxn modelId="{D5631F7B-5512-484C-ACB5-CC39F046B66C}" type="presParOf" srcId="{DA6A5025-4DEF-1049-9C7A-25355C62185D}" destId="{F219D5C6-9420-BA49-819A-BC6DC09B964E}" srcOrd="0" destOrd="0" presId="urn:microsoft.com/office/officeart/2005/8/layout/orgChart1"/>
    <dgm:cxn modelId="{75BE5DEC-9966-4E74-B3DF-266D8F1BEB9F}" type="presParOf" srcId="{DA6A5025-4DEF-1049-9C7A-25355C62185D}" destId="{C448FA0C-9E66-274F-8F28-FB448E255800}" srcOrd="1" destOrd="0" presId="urn:microsoft.com/office/officeart/2005/8/layout/orgChart1"/>
    <dgm:cxn modelId="{1D29AACF-BAAC-4692-A1F5-D98B90DA2D72}" type="presParOf" srcId="{94A12CC3-05D1-B64C-B835-DD6ECC0DF36C}" destId="{5DE66FF0-1C22-3D44-A853-426AE3D25DFA}" srcOrd="1" destOrd="0" presId="urn:microsoft.com/office/officeart/2005/8/layout/orgChart1"/>
    <dgm:cxn modelId="{6F137F24-A035-4022-BBB3-5E75C887C099}" type="presParOf" srcId="{94A12CC3-05D1-B64C-B835-DD6ECC0DF36C}" destId="{30A17EC8-E939-6340-A692-290B94256038}" srcOrd="2" destOrd="0" presId="urn:microsoft.com/office/officeart/2005/8/layout/orgChart1"/>
    <dgm:cxn modelId="{73D4B5AF-F62D-4EE9-9ED7-268ABF5894A6}" type="presParOf" srcId="{6CDDEF8F-DF4D-CF4A-A0D0-9B0DA1A42C39}" destId="{E696F085-0D48-EC45-BAAB-B0845268AA42}" srcOrd="2" destOrd="0" presId="urn:microsoft.com/office/officeart/2005/8/layout/orgChart1"/>
    <dgm:cxn modelId="{6F116AC3-F757-4BE3-86B5-8CBD586CB81D}" type="presParOf" srcId="{6CDDEF8F-DF4D-CF4A-A0D0-9B0DA1A42C39}" destId="{14292722-F74D-464E-8F71-5A7AADD1D123}" srcOrd="3" destOrd="0" presId="urn:microsoft.com/office/officeart/2005/8/layout/orgChart1"/>
    <dgm:cxn modelId="{51883855-6B00-4075-B677-EBCD6967CEE6}" type="presParOf" srcId="{14292722-F74D-464E-8F71-5A7AADD1D123}" destId="{1F74249D-B382-514C-A7D0-D93CDE139C94}" srcOrd="0" destOrd="0" presId="urn:microsoft.com/office/officeart/2005/8/layout/orgChart1"/>
    <dgm:cxn modelId="{8EC9E86A-1711-452E-9CC0-476D40F4FC8E}" type="presParOf" srcId="{1F74249D-B382-514C-A7D0-D93CDE139C94}" destId="{CCBD3EBC-B743-3A4C-BDD1-BC8427B758F4}" srcOrd="0" destOrd="0" presId="urn:microsoft.com/office/officeart/2005/8/layout/orgChart1"/>
    <dgm:cxn modelId="{78D05CFC-3474-4E43-8269-B58DB2670422}" type="presParOf" srcId="{1F74249D-B382-514C-A7D0-D93CDE139C94}" destId="{BF183BA5-3BCD-8A4C-844A-93C516422725}" srcOrd="1" destOrd="0" presId="urn:microsoft.com/office/officeart/2005/8/layout/orgChart1"/>
    <dgm:cxn modelId="{F762ECC8-0DBB-42FD-A535-5B1534AB9D8A}" type="presParOf" srcId="{14292722-F74D-464E-8F71-5A7AADD1D123}" destId="{AB3ADA41-8925-9B48-8534-FF0C3557645E}" srcOrd="1" destOrd="0" presId="urn:microsoft.com/office/officeart/2005/8/layout/orgChart1"/>
    <dgm:cxn modelId="{2B477AF6-877E-49AA-A2C9-EBF666BAE9C7}" type="presParOf" srcId="{14292722-F74D-464E-8F71-5A7AADD1D123}" destId="{63E35F54-EC38-3C41-AA74-0BE04B3BD6EC}" srcOrd="2" destOrd="0" presId="urn:microsoft.com/office/officeart/2005/8/layout/orgChart1"/>
    <dgm:cxn modelId="{51B9E21E-BD97-4FFB-A0AE-0F7834E89B30}" type="presParOf" srcId="{6CDDEF8F-DF4D-CF4A-A0D0-9B0DA1A42C39}" destId="{DF4C5805-EE6E-404C-BEE2-27D6A6D93D7D}" srcOrd="4" destOrd="0" presId="urn:microsoft.com/office/officeart/2005/8/layout/orgChart1"/>
    <dgm:cxn modelId="{AAB70622-9B1F-4886-9791-039D16EEA3CC}" type="presParOf" srcId="{6CDDEF8F-DF4D-CF4A-A0D0-9B0DA1A42C39}" destId="{C228ACDB-7CC3-3B44-A062-B49598561565}" srcOrd="5" destOrd="0" presId="urn:microsoft.com/office/officeart/2005/8/layout/orgChart1"/>
    <dgm:cxn modelId="{DB4ABFA5-6744-49B1-B370-34BED6B539C6}" type="presParOf" srcId="{C228ACDB-7CC3-3B44-A062-B49598561565}" destId="{FFBBB2FD-68A3-3E43-BD91-9B42ADCD928E}" srcOrd="0" destOrd="0" presId="urn:microsoft.com/office/officeart/2005/8/layout/orgChart1"/>
    <dgm:cxn modelId="{392BA1E3-8666-44CE-BF49-EC29A7B73D5D}" type="presParOf" srcId="{FFBBB2FD-68A3-3E43-BD91-9B42ADCD928E}" destId="{480591C3-8094-4344-8F82-A3D547F896CF}" srcOrd="0" destOrd="0" presId="urn:microsoft.com/office/officeart/2005/8/layout/orgChart1"/>
    <dgm:cxn modelId="{499AE146-E691-4F36-85AD-1A0AAFB871C1}" type="presParOf" srcId="{FFBBB2FD-68A3-3E43-BD91-9B42ADCD928E}" destId="{CC6F07D1-A727-5C4D-B3E2-85318D1EC1C4}" srcOrd="1" destOrd="0" presId="urn:microsoft.com/office/officeart/2005/8/layout/orgChart1"/>
    <dgm:cxn modelId="{E6903024-D643-4B80-985A-29A2E918BAEB}" type="presParOf" srcId="{C228ACDB-7CC3-3B44-A062-B49598561565}" destId="{3081AD68-7366-FB4B-8C68-5AF2F977F863}" srcOrd="1" destOrd="0" presId="urn:microsoft.com/office/officeart/2005/8/layout/orgChart1"/>
    <dgm:cxn modelId="{9B0B9C6F-4683-40B0-9D60-03A9005931BA}" type="presParOf" srcId="{C228ACDB-7CC3-3B44-A062-B49598561565}" destId="{C157A862-B0F2-7A41-81DE-559BA069A335}" srcOrd="2" destOrd="0" presId="urn:microsoft.com/office/officeart/2005/8/layout/orgChart1"/>
    <dgm:cxn modelId="{538BE698-C13D-408F-AB36-0BC282C38646}" type="presParOf" srcId="{AF045AE2-24E2-0145-83CC-2266E42426F3}" destId="{621B612A-DA7C-E94F-987B-173122B15A0F}" srcOrd="2" destOrd="0" presId="urn:microsoft.com/office/officeart/2005/8/layout/orgChart1"/>
    <dgm:cxn modelId="{ADC59437-3CE7-48B4-969A-863E23553631}" type="presParOf" srcId="{5914C6AA-C504-814E-AF87-482AF1616184}" destId="{0D06EFCD-E148-5B47-9BCF-7311C4DBE924}" srcOrd="2" destOrd="0" presId="urn:microsoft.com/office/officeart/2005/8/layout/orgChart1"/>
    <dgm:cxn modelId="{A882F744-DCEF-40ED-9B6B-BA05C36C8F75}" type="presParOf" srcId="{E6727F23-DBDF-1844-993B-E6E1A452C7DC}" destId="{1B3C49F2-83E1-3749-B40D-E831D425BA46}" srcOrd="2" destOrd="0" presId="urn:microsoft.com/office/officeart/2005/8/layout/orgChart1"/>
    <dgm:cxn modelId="{DE5256D2-1AA8-405E-82C3-B170AF1B23E9}" type="presParOf" srcId="{E6727F23-DBDF-1844-993B-E6E1A452C7DC}" destId="{4F7A84C8-9656-294A-A79B-622C79B3AF4D}" srcOrd="3" destOrd="0" presId="urn:microsoft.com/office/officeart/2005/8/layout/orgChart1"/>
    <dgm:cxn modelId="{3727A511-EE57-4183-9F52-B685962E5D75}" type="presParOf" srcId="{4F7A84C8-9656-294A-A79B-622C79B3AF4D}" destId="{ECFC2AF1-AEC5-5042-834B-4CD92550705B}" srcOrd="0" destOrd="0" presId="urn:microsoft.com/office/officeart/2005/8/layout/orgChart1"/>
    <dgm:cxn modelId="{4CE22CF4-EB33-4FE2-9244-7B34ED88B68F}" type="presParOf" srcId="{ECFC2AF1-AEC5-5042-834B-4CD92550705B}" destId="{BC04D3C0-D8A2-234D-AA91-8666421729DD}" srcOrd="0" destOrd="0" presId="urn:microsoft.com/office/officeart/2005/8/layout/orgChart1"/>
    <dgm:cxn modelId="{2687CF30-F37F-4B91-AB7F-5FA7D02CFEA6}" type="presParOf" srcId="{ECFC2AF1-AEC5-5042-834B-4CD92550705B}" destId="{11A35C1A-707D-BB48-9CD9-BAC04197C653}" srcOrd="1" destOrd="0" presId="urn:microsoft.com/office/officeart/2005/8/layout/orgChart1"/>
    <dgm:cxn modelId="{2F8198BA-B221-4206-A0A9-A09751C6B1AC}" type="presParOf" srcId="{4F7A84C8-9656-294A-A79B-622C79B3AF4D}" destId="{AFF1B070-103C-C542-B065-2AEA533D4180}" srcOrd="1" destOrd="0" presId="urn:microsoft.com/office/officeart/2005/8/layout/orgChart1"/>
    <dgm:cxn modelId="{84E92D63-31E0-4662-97DD-628E6B99508B}" type="presParOf" srcId="{AFF1B070-103C-C542-B065-2AEA533D4180}" destId="{B0E31135-22D6-CD4B-9F0B-5C3E6FB37BFD}" srcOrd="0" destOrd="0" presId="urn:microsoft.com/office/officeart/2005/8/layout/orgChart1"/>
    <dgm:cxn modelId="{58D307A5-8739-445B-9995-138398CE5DEE}" type="presParOf" srcId="{AFF1B070-103C-C542-B065-2AEA533D4180}" destId="{244EBB3F-2229-8D4F-9B6D-A30560071EE3}" srcOrd="1" destOrd="0" presId="urn:microsoft.com/office/officeart/2005/8/layout/orgChart1"/>
    <dgm:cxn modelId="{C46E9F45-336B-487E-B02A-E26B0CAC0BC9}" type="presParOf" srcId="{244EBB3F-2229-8D4F-9B6D-A30560071EE3}" destId="{4FB5E625-CF69-4042-8923-52C4D6D77FC0}" srcOrd="0" destOrd="0" presId="urn:microsoft.com/office/officeart/2005/8/layout/orgChart1"/>
    <dgm:cxn modelId="{D91901B2-6132-4DC7-8ED4-11C4A54689F9}" type="presParOf" srcId="{4FB5E625-CF69-4042-8923-52C4D6D77FC0}" destId="{2004ACE5-7740-6D4A-B245-2E65E2497AD2}" srcOrd="0" destOrd="0" presId="urn:microsoft.com/office/officeart/2005/8/layout/orgChart1"/>
    <dgm:cxn modelId="{BC704D26-B3C2-453F-8551-7A71CBD47D2F}" type="presParOf" srcId="{4FB5E625-CF69-4042-8923-52C4D6D77FC0}" destId="{FADED707-AD76-E749-9FC2-E83134484A46}" srcOrd="1" destOrd="0" presId="urn:microsoft.com/office/officeart/2005/8/layout/orgChart1"/>
    <dgm:cxn modelId="{51A4DE3B-8BA6-4619-B5D2-35A9E7ED2161}" type="presParOf" srcId="{244EBB3F-2229-8D4F-9B6D-A30560071EE3}" destId="{846455C9-82DF-F64B-BD23-3E6DF73C96B1}" srcOrd="1" destOrd="0" presId="urn:microsoft.com/office/officeart/2005/8/layout/orgChart1"/>
    <dgm:cxn modelId="{61588AF3-90A1-48A1-A578-68EBB89359A3}" type="presParOf" srcId="{244EBB3F-2229-8D4F-9B6D-A30560071EE3}" destId="{E88A3EF0-5DA6-9743-82BE-0AB92AE56C34}" srcOrd="2" destOrd="0" presId="urn:microsoft.com/office/officeart/2005/8/layout/orgChart1"/>
    <dgm:cxn modelId="{AF55D031-A3D7-4B2B-834C-9BF398ACDD45}" type="presParOf" srcId="{AFF1B070-103C-C542-B065-2AEA533D4180}" destId="{AAC4D776-A7B0-CD46-8734-909F950EBA9B}" srcOrd="2" destOrd="0" presId="urn:microsoft.com/office/officeart/2005/8/layout/orgChart1"/>
    <dgm:cxn modelId="{CB0E73FB-54F0-4316-B956-63627D185503}" type="presParOf" srcId="{AFF1B070-103C-C542-B065-2AEA533D4180}" destId="{4F76E1FA-6B98-7C44-ACCB-5FEB1C039913}" srcOrd="3" destOrd="0" presId="urn:microsoft.com/office/officeart/2005/8/layout/orgChart1"/>
    <dgm:cxn modelId="{82DA83A8-FECC-4078-819F-AA859E8DF418}" type="presParOf" srcId="{4F76E1FA-6B98-7C44-ACCB-5FEB1C039913}" destId="{DF729D6D-ED16-5249-8221-7EA5C2245E7A}" srcOrd="0" destOrd="0" presId="urn:microsoft.com/office/officeart/2005/8/layout/orgChart1"/>
    <dgm:cxn modelId="{75DEBAFF-F572-4313-846C-0B695AE7ABB5}" type="presParOf" srcId="{DF729D6D-ED16-5249-8221-7EA5C2245E7A}" destId="{259A0BC8-027A-6F40-BCE4-328BA4B4F1E3}" srcOrd="0" destOrd="0" presId="urn:microsoft.com/office/officeart/2005/8/layout/orgChart1"/>
    <dgm:cxn modelId="{7CB9A985-80F8-4778-AFF5-6334F0C53691}" type="presParOf" srcId="{DF729D6D-ED16-5249-8221-7EA5C2245E7A}" destId="{7295D486-E29C-2242-8A8C-2F344A380039}" srcOrd="1" destOrd="0" presId="urn:microsoft.com/office/officeart/2005/8/layout/orgChart1"/>
    <dgm:cxn modelId="{0A70F22F-98A6-4013-A04A-1F3CDC7F4831}" type="presParOf" srcId="{4F76E1FA-6B98-7C44-ACCB-5FEB1C039913}" destId="{0F85DE83-E0DA-6946-AF08-692ECEDAA58B}" srcOrd="1" destOrd="0" presId="urn:microsoft.com/office/officeart/2005/8/layout/orgChart1"/>
    <dgm:cxn modelId="{B64C34B2-23E0-43A0-903F-25050ABCF102}" type="presParOf" srcId="{4F76E1FA-6B98-7C44-ACCB-5FEB1C039913}" destId="{55F94385-C271-9249-A16B-982A33048CC7}" srcOrd="2" destOrd="0" presId="urn:microsoft.com/office/officeart/2005/8/layout/orgChart1"/>
    <dgm:cxn modelId="{7C1134C9-00BA-4BDB-A178-C919C9914C50}" type="presParOf" srcId="{4F7A84C8-9656-294A-A79B-622C79B3AF4D}" destId="{3994D28D-B5D6-614D-9D2F-CAFEAADEFCC2}" srcOrd="2" destOrd="0" presId="urn:microsoft.com/office/officeart/2005/8/layout/orgChart1"/>
    <dgm:cxn modelId="{4CBACBDF-BAFA-4C92-9181-35470F23B6C8}" type="presParOf" srcId="{E6727F23-DBDF-1844-993B-E6E1A452C7DC}" destId="{CF9D552E-2E91-724F-BC1C-673895B3C9C8}" srcOrd="4" destOrd="0" presId="urn:microsoft.com/office/officeart/2005/8/layout/orgChart1"/>
    <dgm:cxn modelId="{2EF386A3-C87F-4DE2-AF47-FBDF3055C7D2}" type="presParOf" srcId="{E6727F23-DBDF-1844-993B-E6E1A452C7DC}" destId="{2D7DCE8B-0F42-944A-9F2D-596E1ADB047A}" srcOrd="5" destOrd="0" presId="urn:microsoft.com/office/officeart/2005/8/layout/orgChart1"/>
    <dgm:cxn modelId="{DF5AC023-8ED0-4E4A-A34E-EF7DE7B0A25C}" type="presParOf" srcId="{2D7DCE8B-0F42-944A-9F2D-596E1ADB047A}" destId="{DCAFA045-9024-2D42-9F0C-DE89CB36B856}" srcOrd="0" destOrd="0" presId="urn:microsoft.com/office/officeart/2005/8/layout/orgChart1"/>
    <dgm:cxn modelId="{64E7438B-567C-4BD7-BA46-5B52340535FD}" type="presParOf" srcId="{DCAFA045-9024-2D42-9F0C-DE89CB36B856}" destId="{56BC7F51-04EA-C945-B086-47AFCB4D4B32}" srcOrd="0" destOrd="0" presId="urn:microsoft.com/office/officeart/2005/8/layout/orgChart1"/>
    <dgm:cxn modelId="{F5BB9792-B6F2-4F44-9189-F86BA644E19D}" type="presParOf" srcId="{DCAFA045-9024-2D42-9F0C-DE89CB36B856}" destId="{0F29258B-C174-E04F-B952-AD7E1A0B6176}" srcOrd="1" destOrd="0" presId="urn:microsoft.com/office/officeart/2005/8/layout/orgChart1"/>
    <dgm:cxn modelId="{68E3545A-3482-4375-AC60-F4BE4BE30984}" type="presParOf" srcId="{2D7DCE8B-0F42-944A-9F2D-596E1ADB047A}" destId="{F75F351E-D86C-144A-B0DB-6D01F5A67304}" srcOrd="1" destOrd="0" presId="urn:microsoft.com/office/officeart/2005/8/layout/orgChart1"/>
    <dgm:cxn modelId="{B48892F6-AB55-4E83-8DC7-C651D1DCC56E}" type="presParOf" srcId="{F75F351E-D86C-144A-B0DB-6D01F5A67304}" destId="{5EB1C620-06D5-7946-AB9E-11433A983B41}" srcOrd="0" destOrd="0" presId="urn:microsoft.com/office/officeart/2005/8/layout/orgChart1"/>
    <dgm:cxn modelId="{D469B6B1-447E-4B89-99C4-DE3B8E4A7A7A}" type="presParOf" srcId="{F75F351E-D86C-144A-B0DB-6D01F5A67304}" destId="{42A135E8-D6AF-F744-B0E3-C29042D7AD38}" srcOrd="1" destOrd="0" presId="urn:microsoft.com/office/officeart/2005/8/layout/orgChart1"/>
    <dgm:cxn modelId="{167834DA-F2B9-49DF-A4F3-243B8F4C599B}" type="presParOf" srcId="{42A135E8-D6AF-F744-B0E3-C29042D7AD38}" destId="{764E7ED4-2D62-E747-85BA-BE05EF3A709D}" srcOrd="0" destOrd="0" presId="urn:microsoft.com/office/officeart/2005/8/layout/orgChart1"/>
    <dgm:cxn modelId="{0CCBB54A-396A-438D-951B-CF8272EF95E6}" type="presParOf" srcId="{764E7ED4-2D62-E747-85BA-BE05EF3A709D}" destId="{CAE53D00-9B4B-BF42-8DDE-326F853C2A9A}" srcOrd="0" destOrd="0" presId="urn:microsoft.com/office/officeart/2005/8/layout/orgChart1"/>
    <dgm:cxn modelId="{E3517CBB-4596-4600-BDD2-58579AD6EE7B}" type="presParOf" srcId="{764E7ED4-2D62-E747-85BA-BE05EF3A709D}" destId="{7958F722-C9C7-C04C-9EA3-BEAF7078EE07}" srcOrd="1" destOrd="0" presId="urn:microsoft.com/office/officeart/2005/8/layout/orgChart1"/>
    <dgm:cxn modelId="{54B41592-62E2-45C9-BD31-AA1A6D82471B}" type="presParOf" srcId="{42A135E8-D6AF-F744-B0E3-C29042D7AD38}" destId="{96AE049A-7FD4-7044-84C0-E238AE678449}" srcOrd="1" destOrd="0" presId="urn:microsoft.com/office/officeart/2005/8/layout/orgChart1"/>
    <dgm:cxn modelId="{3892D280-61C6-494B-AE38-A37A7F8DE57D}" type="presParOf" srcId="{42A135E8-D6AF-F744-B0E3-C29042D7AD38}" destId="{BF45E3AE-DB17-614B-B7BD-2D190715A1AD}" srcOrd="2" destOrd="0" presId="urn:microsoft.com/office/officeart/2005/8/layout/orgChart1"/>
    <dgm:cxn modelId="{5B43B251-9BDF-4EE0-AC9D-C0FF36B1EE6F}" type="presParOf" srcId="{F75F351E-D86C-144A-B0DB-6D01F5A67304}" destId="{FB38F7DE-A1E2-8C4F-96E6-A5D6A070F68B}" srcOrd="2" destOrd="0" presId="urn:microsoft.com/office/officeart/2005/8/layout/orgChart1"/>
    <dgm:cxn modelId="{63000614-9166-423E-9A4E-770723724FDE}" type="presParOf" srcId="{F75F351E-D86C-144A-B0DB-6D01F5A67304}" destId="{F2E138C9-6782-774E-BE50-54B704A54970}" srcOrd="3" destOrd="0" presId="urn:microsoft.com/office/officeart/2005/8/layout/orgChart1"/>
    <dgm:cxn modelId="{A3745F7E-7DBB-48AF-9D44-F8389F091C62}" type="presParOf" srcId="{F2E138C9-6782-774E-BE50-54B704A54970}" destId="{741DE6F3-8773-054C-9D51-EC8AFA1A5E42}" srcOrd="0" destOrd="0" presId="urn:microsoft.com/office/officeart/2005/8/layout/orgChart1"/>
    <dgm:cxn modelId="{929936BB-A495-44BC-B7C7-CA85A9BD297A}" type="presParOf" srcId="{741DE6F3-8773-054C-9D51-EC8AFA1A5E42}" destId="{02AA6DA3-18A1-E143-A0FA-95D1F0E10FD0}" srcOrd="0" destOrd="0" presId="urn:microsoft.com/office/officeart/2005/8/layout/orgChart1"/>
    <dgm:cxn modelId="{1F3C4218-1AFE-48F9-8B1B-6CDADAC37C28}" type="presParOf" srcId="{741DE6F3-8773-054C-9D51-EC8AFA1A5E42}" destId="{7B127E28-C19F-7145-8E77-F6F4F40F41C9}" srcOrd="1" destOrd="0" presId="urn:microsoft.com/office/officeart/2005/8/layout/orgChart1"/>
    <dgm:cxn modelId="{14411FFC-DC66-4C77-9B53-D1D4C470BAF8}" type="presParOf" srcId="{F2E138C9-6782-774E-BE50-54B704A54970}" destId="{1A33410E-CF8B-5346-BF30-228130EF37E9}" srcOrd="1" destOrd="0" presId="urn:microsoft.com/office/officeart/2005/8/layout/orgChart1"/>
    <dgm:cxn modelId="{48953331-B059-4B4B-AD6F-6ED6834CFF46}" type="presParOf" srcId="{F2E138C9-6782-774E-BE50-54B704A54970}" destId="{78909982-4919-D345-8E50-1D380EC8E239}" srcOrd="2" destOrd="0" presId="urn:microsoft.com/office/officeart/2005/8/layout/orgChart1"/>
    <dgm:cxn modelId="{6D0C487B-1CCD-4000-A17A-42E8DF550262}" type="presParOf" srcId="{F75F351E-D86C-144A-B0DB-6D01F5A67304}" destId="{D34882CA-CC9D-3A43-A6A1-8B95D6EB08F9}" srcOrd="4" destOrd="0" presId="urn:microsoft.com/office/officeart/2005/8/layout/orgChart1"/>
    <dgm:cxn modelId="{F8B807D9-22CC-4182-B96B-F3F1E3521AED}" type="presParOf" srcId="{F75F351E-D86C-144A-B0DB-6D01F5A67304}" destId="{BA2D2B28-B65A-4B48-B9D5-49311606EDA7}" srcOrd="5" destOrd="0" presId="urn:microsoft.com/office/officeart/2005/8/layout/orgChart1"/>
    <dgm:cxn modelId="{E3F4D342-1636-414C-90EC-68435D5A5D55}" type="presParOf" srcId="{BA2D2B28-B65A-4B48-B9D5-49311606EDA7}" destId="{011E5DAA-6308-CA4D-8193-4B6B9CCA9B9E}" srcOrd="0" destOrd="0" presId="urn:microsoft.com/office/officeart/2005/8/layout/orgChart1"/>
    <dgm:cxn modelId="{0F9B10F7-589B-47C2-AE63-145CD6FB1B1F}" type="presParOf" srcId="{011E5DAA-6308-CA4D-8193-4B6B9CCA9B9E}" destId="{3645C1AC-6F75-5A4F-90F0-9C4049EF7801}" srcOrd="0" destOrd="0" presId="urn:microsoft.com/office/officeart/2005/8/layout/orgChart1"/>
    <dgm:cxn modelId="{FF010214-C8B7-4B41-8258-333F876FEF74}" type="presParOf" srcId="{011E5DAA-6308-CA4D-8193-4B6B9CCA9B9E}" destId="{1E76A607-37FF-5440-BF40-E94B6D3827A1}" srcOrd="1" destOrd="0" presId="urn:microsoft.com/office/officeart/2005/8/layout/orgChart1"/>
    <dgm:cxn modelId="{B8D98865-5337-4E6C-92B8-24ADA1132BC8}" type="presParOf" srcId="{BA2D2B28-B65A-4B48-B9D5-49311606EDA7}" destId="{038B26C9-DB71-E643-8217-EFE3806C03BD}" srcOrd="1" destOrd="0" presId="urn:microsoft.com/office/officeart/2005/8/layout/orgChart1"/>
    <dgm:cxn modelId="{6902D72A-7042-4BC1-AE4B-A68E772C5B2F}" type="presParOf" srcId="{BA2D2B28-B65A-4B48-B9D5-49311606EDA7}" destId="{58C0CBB1-9CA0-4643-BE1D-823BC56A4484}" srcOrd="2" destOrd="0" presId="urn:microsoft.com/office/officeart/2005/8/layout/orgChart1"/>
    <dgm:cxn modelId="{C5392732-141A-43B6-9BE5-08760CF62F11}" type="presParOf" srcId="{F75F351E-D86C-144A-B0DB-6D01F5A67304}" destId="{78ABB670-CEC3-164B-8C71-B9CDB98ED8C1}" srcOrd="6" destOrd="0" presId="urn:microsoft.com/office/officeart/2005/8/layout/orgChart1"/>
    <dgm:cxn modelId="{9676D990-4DBD-4A92-B300-9E979429B5E6}" type="presParOf" srcId="{F75F351E-D86C-144A-B0DB-6D01F5A67304}" destId="{5DA9EC41-FD0B-F842-92A3-F297EC7DEA05}" srcOrd="7" destOrd="0" presId="urn:microsoft.com/office/officeart/2005/8/layout/orgChart1"/>
    <dgm:cxn modelId="{7DCFF183-4F10-4EE4-867C-8FE418C96817}" type="presParOf" srcId="{5DA9EC41-FD0B-F842-92A3-F297EC7DEA05}" destId="{3A1327E4-C963-1D4C-9FE1-05343475C2C4}" srcOrd="0" destOrd="0" presId="urn:microsoft.com/office/officeart/2005/8/layout/orgChart1"/>
    <dgm:cxn modelId="{3225E403-0870-4780-BC23-2084BEFBB87D}" type="presParOf" srcId="{3A1327E4-C963-1D4C-9FE1-05343475C2C4}" destId="{84CA9605-3B0B-B34F-BB52-404C37E8FFAD}" srcOrd="0" destOrd="0" presId="urn:microsoft.com/office/officeart/2005/8/layout/orgChart1"/>
    <dgm:cxn modelId="{F68F679C-9A81-4E39-B164-3DF239D3C92D}" type="presParOf" srcId="{3A1327E4-C963-1D4C-9FE1-05343475C2C4}" destId="{06E62283-2609-1E40-8A64-E386E694F7D4}" srcOrd="1" destOrd="0" presId="urn:microsoft.com/office/officeart/2005/8/layout/orgChart1"/>
    <dgm:cxn modelId="{DE9FC45C-E8C0-4BF4-8D80-52A38C7BE790}" type="presParOf" srcId="{5DA9EC41-FD0B-F842-92A3-F297EC7DEA05}" destId="{FE5F68B7-83D4-E744-BC16-DB79A95BD1E6}" srcOrd="1" destOrd="0" presId="urn:microsoft.com/office/officeart/2005/8/layout/orgChart1"/>
    <dgm:cxn modelId="{FFEB748C-DDE1-4DDA-8B23-C43D1C67D6E1}" type="presParOf" srcId="{5DA9EC41-FD0B-F842-92A3-F297EC7DEA05}" destId="{C64D211D-0677-0D4E-BE82-DF142E079A0C}" srcOrd="2" destOrd="0" presId="urn:microsoft.com/office/officeart/2005/8/layout/orgChart1"/>
    <dgm:cxn modelId="{D79C69A7-B11E-4F6C-A0EA-1C6E99146DE7}" type="presParOf" srcId="{2D7DCE8B-0F42-944A-9F2D-596E1ADB047A}" destId="{820C0821-2CAE-A54D-86F2-A06F63C2B0EA}" srcOrd="2" destOrd="0" presId="urn:microsoft.com/office/officeart/2005/8/layout/orgChart1"/>
    <dgm:cxn modelId="{17138BE9-A4BF-477A-B725-EB140358A5EE}" type="presParOf" srcId="{E6727F23-DBDF-1844-993B-E6E1A452C7DC}" destId="{EDE920B8-DEBA-BB41-B107-4F3C2AAB2B1D}" srcOrd="6" destOrd="0" presId="urn:microsoft.com/office/officeart/2005/8/layout/orgChart1"/>
    <dgm:cxn modelId="{9915059E-6C67-442E-9F4B-68B80A80D6E9}" type="presParOf" srcId="{E6727F23-DBDF-1844-993B-E6E1A452C7DC}" destId="{2AFA16B3-BF11-484E-9A71-54D576367377}" srcOrd="7" destOrd="0" presId="urn:microsoft.com/office/officeart/2005/8/layout/orgChart1"/>
    <dgm:cxn modelId="{DBEC28BD-398A-45BB-9CA2-991DF6335B1E}" type="presParOf" srcId="{2AFA16B3-BF11-484E-9A71-54D576367377}" destId="{8E32007A-0C87-7D49-B82A-9FA367E36FEF}" srcOrd="0" destOrd="0" presId="urn:microsoft.com/office/officeart/2005/8/layout/orgChart1"/>
    <dgm:cxn modelId="{1A60B26D-A864-4768-955F-C11E78636D34}" type="presParOf" srcId="{8E32007A-0C87-7D49-B82A-9FA367E36FEF}" destId="{0C0DAF1E-17E8-9141-811C-9E9F817C44BE}" srcOrd="0" destOrd="0" presId="urn:microsoft.com/office/officeart/2005/8/layout/orgChart1"/>
    <dgm:cxn modelId="{83A8B512-DD87-4257-8E60-86D8CB52037C}" type="presParOf" srcId="{8E32007A-0C87-7D49-B82A-9FA367E36FEF}" destId="{EE4567E0-6027-7647-9E69-FBD950019454}" srcOrd="1" destOrd="0" presId="urn:microsoft.com/office/officeart/2005/8/layout/orgChart1"/>
    <dgm:cxn modelId="{71D4005E-611E-4843-8C7A-F0FFF31C1848}" type="presParOf" srcId="{2AFA16B3-BF11-484E-9A71-54D576367377}" destId="{5A288C5E-CB91-0740-A9F6-29391C4A790B}" srcOrd="1" destOrd="0" presId="urn:microsoft.com/office/officeart/2005/8/layout/orgChart1"/>
    <dgm:cxn modelId="{2F81D3BD-F7B1-4D07-BCCF-AA3321B15020}" type="presParOf" srcId="{5A288C5E-CB91-0740-A9F6-29391C4A790B}" destId="{FDC284C6-D403-6345-9E1A-E1E24CB46189}" srcOrd="0" destOrd="0" presId="urn:microsoft.com/office/officeart/2005/8/layout/orgChart1"/>
    <dgm:cxn modelId="{0BCC8D0F-C074-4C37-B91E-2B514EE24479}" type="presParOf" srcId="{5A288C5E-CB91-0740-A9F6-29391C4A790B}" destId="{25129BC3-E043-7844-9090-36C4387CCA6A}" srcOrd="1" destOrd="0" presId="urn:microsoft.com/office/officeart/2005/8/layout/orgChart1"/>
    <dgm:cxn modelId="{AB13B116-39D3-4424-B99F-A6D4FAA7D20F}" type="presParOf" srcId="{25129BC3-E043-7844-9090-36C4387CCA6A}" destId="{94C6DC20-43B3-884B-9628-A8659319F3F4}" srcOrd="0" destOrd="0" presId="urn:microsoft.com/office/officeart/2005/8/layout/orgChart1"/>
    <dgm:cxn modelId="{9DBE1154-07DA-4F6F-B428-923F904EC3C8}" type="presParOf" srcId="{94C6DC20-43B3-884B-9628-A8659319F3F4}" destId="{2B2536D9-7E0A-604B-BAE4-94F29120E4E4}" srcOrd="0" destOrd="0" presId="urn:microsoft.com/office/officeart/2005/8/layout/orgChart1"/>
    <dgm:cxn modelId="{E249077F-CD70-4E68-9A56-3A8B2038EF6E}" type="presParOf" srcId="{94C6DC20-43B3-884B-9628-A8659319F3F4}" destId="{05D8D7CE-53BF-3548-94B7-5A177F59B1EA}" srcOrd="1" destOrd="0" presId="urn:microsoft.com/office/officeart/2005/8/layout/orgChart1"/>
    <dgm:cxn modelId="{EA66F366-B986-45CB-A2E5-C2DDE165EFE1}" type="presParOf" srcId="{25129BC3-E043-7844-9090-36C4387CCA6A}" destId="{63A09EA8-CFEF-2F42-9A2C-6EA0AC7793AE}" srcOrd="1" destOrd="0" presId="urn:microsoft.com/office/officeart/2005/8/layout/orgChart1"/>
    <dgm:cxn modelId="{A1CEB4BB-C4DA-474E-84AA-D6ACF20D4C96}" type="presParOf" srcId="{25129BC3-E043-7844-9090-36C4387CCA6A}" destId="{965CDC96-F296-5A4E-B480-D92BBF347F4F}" srcOrd="2" destOrd="0" presId="urn:microsoft.com/office/officeart/2005/8/layout/orgChart1"/>
    <dgm:cxn modelId="{7122435F-8DAC-4565-AB87-E59778743CB8}" type="presParOf" srcId="{5A288C5E-CB91-0740-A9F6-29391C4A790B}" destId="{F24C4A0B-C0F6-7046-9D88-763F38F110DC}" srcOrd="2" destOrd="0" presId="urn:microsoft.com/office/officeart/2005/8/layout/orgChart1"/>
    <dgm:cxn modelId="{77D36026-A7E1-4452-9A2E-647530EF7677}" type="presParOf" srcId="{5A288C5E-CB91-0740-A9F6-29391C4A790B}" destId="{3CC78864-57CE-E247-9617-5FB54FDB08BC}" srcOrd="3" destOrd="0" presId="urn:microsoft.com/office/officeart/2005/8/layout/orgChart1"/>
    <dgm:cxn modelId="{FF927219-4DB0-41CE-A65D-5AB9DA6D5EC3}" type="presParOf" srcId="{3CC78864-57CE-E247-9617-5FB54FDB08BC}" destId="{AD19E9A5-EAC6-534A-87AF-E7A0498980A2}" srcOrd="0" destOrd="0" presId="urn:microsoft.com/office/officeart/2005/8/layout/orgChart1"/>
    <dgm:cxn modelId="{1B325228-4ECD-4F63-BFDC-EA691EBA6469}" type="presParOf" srcId="{AD19E9A5-EAC6-534A-87AF-E7A0498980A2}" destId="{C3D82260-5EB3-A140-BF6A-C7144986B46F}" srcOrd="0" destOrd="0" presId="urn:microsoft.com/office/officeart/2005/8/layout/orgChart1"/>
    <dgm:cxn modelId="{3D81F7C5-08D7-4534-8A75-E9F913627B34}" type="presParOf" srcId="{AD19E9A5-EAC6-534A-87AF-E7A0498980A2}" destId="{2EC09ED1-609D-854E-942D-946BE771E6E7}" srcOrd="1" destOrd="0" presId="urn:microsoft.com/office/officeart/2005/8/layout/orgChart1"/>
    <dgm:cxn modelId="{9E2D9CE9-A48E-4FB2-BCE2-107C9E1BE386}" type="presParOf" srcId="{3CC78864-57CE-E247-9617-5FB54FDB08BC}" destId="{7CEC47B4-DC46-324F-809D-D818918B4643}" srcOrd="1" destOrd="0" presId="urn:microsoft.com/office/officeart/2005/8/layout/orgChart1"/>
    <dgm:cxn modelId="{49AC3FEE-9EA9-45C5-AD0C-DAA7AEB175E5}" type="presParOf" srcId="{3CC78864-57CE-E247-9617-5FB54FDB08BC}" destId="{4A596E2E-F801-FD4F-8858-F26B6C58C5D4}" srcOrd="2" destOrd="0" presId="urn:microsoft.com/office/officeart/2005/8/layout/orgChart1"/>
    <dgm:cxn modelId="{45465828-56D9-4501-AF15-DDFC897E57D0}" type="presParOf" srcId="{5A288C5E-CB91-0740-A9F6-29391C4A790B}" destId="{FC4B7BB3-6BC9-7340-84EB-B2924CF4BCF4}" srcOrd="4" destOrd="0" presId="urn:microsoft.com/office/officeart/2005/8/layout/orgChart1"/>
    <dgm:cxn modelId="{4B2B760B-062C-4C59-BC76-B1307DBD013E}" type="presParOf" srcId="{5A288C5E-CB91-0740-A9F6-29391C4A790B}" destId="{0EF79923-71B5-C746-8BA0-9810B21C6195}" srcOrd="5" destOrd="0" presId="urn:microsoft.com/office/officeart/2005/8/layout/orgChart1"/>
    <dgm:cxn modelId="{9DE665CF-09B2-4274-8DB6-C020F9A08651}" type="presParOf" srcId="{0EF79923-71B5-C746-8BA0-9810B21C6195}" destId="{E1A676F5-1499-A14A-8A2A-E1BF45331E5D}" srcOrd="0" destOrd="0" presId="urn:microsoft.com/office/officeart/2005/8/layout/orgChart1"/>
    <dgm:cxn modelId="{87B634F3-89BD-4C06-A208-07BF47C8CA5C}" type="presParOf" srcId="{E1A676F5-1499-A14A-8A2A-E1BF45331E5D}" destId="{87003F05-4EA6-CE46-AF60-F9302885698D}" srcOrd="0" destOrd="0" presId="urn:microsoft.com/office/officeart/2005/8/layout/orgChart1"/>
    <dgm:cxn modelId="{C6F32DBE-BCC9-480E-9C44-28A9D84A0EC6}" type="presParOf" srcId="{E1A676F5-1499-A14A-8A2A-E1BF45331E5D}" destId="{66205841-D499-3B47-A9EA-5421AE35C382}" srcOrd="1" destOrd="0" presId="urn:microsoft.com/office/officeart/2005/8/layout/orgChart1"/>
    <dgm:cxn modelId="{61426A9F-ACD8-468F-9EAF-937FFDAE4352}" type="presParOf" srcId="{0EF79923-71B5-C746-8BA0-9810B21C6195}" destId="{9184719A-EF29-A945-9D4F-AF3D839D04D1}" srcOrd="1" destOrd="0" presId="urn:microsoft.com/office/officeart/2005/8/layout/orgChart1"/>
    <dgm:cxn modelId="{03DD216D-3A57-4318-B955-DB68A26A4489}" type="presParOf" srcId="{0EF79923-71B5-C746-8BA0-9810B21C6195}" destId="{740BA22F-187A-5644-9B2E-87662DB6BA81}" srcOrd="2" destOrd="0" presId="urn:microsoft.com/office/officeart/2005/8/layout/orgChart1"/>
    <dgm:cxn modelId="{E20ECCAD-87AD-4FEA-98B0-7D23821BFEE6}" type="presParOf" srcId="{2AFA16B3-BF11-484E-9A71-54D576367377}" destId="{355FDD9E-E8C0-F944-AB72-44AA4B173DC7}" srcOrd="2" destOrd="0" presId="urn:microsoft.com/office/officeart/2005/8/layout/orgChart1"/>
    <dgm:cxn modelId="{3B284866-4505-4E27-8DF5-BF607DCC90A2}" type="presParOf" srcId="{3DB9DA38-930C-334B-9FF7-443BFB50FEB2}" destId="{9B0C5637-A76F-FF4B-A6F4-8056EE7ED7A7}" srcOrd="2" destOrd="0" presId="urn:microsoft.com/office/officeart/2005/8/layout/orgChart1"/>
  </dgm:cxnLst>
  <dgm:bg>
    <a:solidFill>
      <a:schemeClr val="lt1">
        <a:hueOff val="0"/>
        <a:satOff val="0"/>
        <a:lumOff val="0"/>
      </a:schemeClr>
    </a:solidFill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4B7BB3-6BC9-7340-84EB-B2924CF4BCF4}">
      <dsp:nvSpPr>
        <dsp:cNvPr id="0" name=""/>
        <dsp:cNvSpPr/>
      </dsp:nvSpPr>
      <dsp:spPr>
        <a:xfrm>
          <a:off x="7416970" y="2205437"/>
          <a:ext cx="225195" cy="28224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22450"/>
              </a:lnTo>
              <a:lnTo>
                <a:pt x="225195" y="282245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4C4A0B-C0F6-7046-9D88-763F38F110DC}">
      <dsp:nvSpPr>
        <dsp:cNvPr id="0" name=""/>
        <dsp:cNvSpPr/>
      </dsp:nvSpPr>
      <dsp:spPr>
        <a:xfrm>
          <a:off x="7416970" y="2205437"/>
          <a:ext cx="225195" cy="17565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6525"/>
              </a:lnTo>
              <a:lnTo>
                <a:pt x="225195" y="175652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C284C6-D403-6345-9E1A-E1E24CB46189}">
      <dsp:nvSpPr>
        <dsp:cNvPr id="0" name=""/>
        <dsp:cNvSpPr/>
      </dsp:nvSpPr>
      <dsp:spPr>
        <a:xfrm>
          <a:off x="7416970" y="2205437"/>
          <a:ext cx="225195" cy="6905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0599"/>
              </a:lnTo>
              <a:lnTo>
                <a:pt x="225195" y="69059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E920B8-DEBA-BB41-B107-4F3C2AAB2B1D}">
      <dsp:nvSpPr>
        <dsp:cNvPr id="0" name=""/>
        <dsp:cNvSpPr/>
      </dsp:nvSpPr>
      <dsp:spPr>
        <a:xfrm>
          <a:off x="4838481" y="1139511"/>
          <a:ext cx="3179010" cy="315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636"/>
              </a:lnTo>
              <a:lnTo>
                <a:pt x="3179010" y="157636"/>
              </a:lnTo>
              <a:lnTo>
                <a:pt x="3179010" y="315273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ABB670-CEC3-164B-8C71-B9CDB98ED8C1}">
      <dsp:nvSpPr>
        <dsp:cNvPr id="0" name=""/>
        <dsp:cNvSpPr/>
      </dsp:nvSpPr>
      <dsp:spPr>
        <a:xfrm>
          <a:off x="5600393" y="2205437"/>
          <a:ext cx="225195" cy="38883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88376"/>
              </a:lnTo>
              <a:lnTo>
                <a:pt x="225195" y="388837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4882CA-CC9D-3A43-A6A1-8B95D6EB08F9}">
      <dsp:nvSpPr>
        <dsp:cNvPr id="0" name=""/>
        <dsp:cNvSpPr/>
      </dsp:nvSpPr>
      <dsp:spPr>
        <a:xfrm>
          <a:off x="5600393" y="2205437"/>
          <a:ext cx="225195" cy="28224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22450"/>
              </a:lnTo>
              <a:lnTo>
                <a:pt x="225195" y="282245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38F7DE-A1E2-8C4F-96E6-A5D6A070F68B}">
      <dsp:nvSpPr>
        <dsp:cNvPr id="0" name=""/>
        <dsp:cNvSpPr/>
      </dsp:nvSpPr>
      <dsp:spPr>
        <a:xfrm>
          <a:off x="5600393" y="2205437"/>
          <a:ext cx="225195" cy="17565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6525"/>
              </a:lnTo>
              <a:lnTo>
                <a:pt x="225195" y="175652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B1C620-06D5-7946-AB9E-11433A983B41}">
      <dsp:nvSpPr>
        <dsp:cNvPr id="0" name=""/>
        <dsp:cNvSpPr/>
      </dsp:nvSpPr>
      <dsp:spPr>
        <a:xfrm>
          <a:off x="5600393" y="2205437"/>
          <a:ext cx="225195" cy="6905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0599"/>
              </a:lnTo>
              <a:lnTo>
                <a:pt x="225195" y="69059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9D552E-2E91-724F-BC1C-673895B3C9C8}">
      <dsp:nvSpPr>
        <dsp:cNvPr id="0" name=""/>
        <dsp:cNvSpPr/>
      </dsp:nvSpPr>
      <dsp:spPr>
        <a:xfrm>
          <a:off x="4838481" y="1139511"/>
          <a:ext cx="1362433" cy="315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636"/>
              </a:lnTo>
              <a:lnTo>
                <a:pt x="1362433" y="157636"/>
              </a:lnTo>
              <a:lnTo>
                <a:pt x="1362433" y="315273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C4D776-A7B0-CD46-8734-909F950EBA9B}">
      <dsp:nvSpPr>
        <dsp:cNvPr id="0" name=""/>
        <dsp:cNvSpPr/>
      </dsp:nvSpPr>
      <dsp:spPr>
        <a:xfrm>
          <a:off x="3783815" y="2205437"/>
          <a:ext cx="225195" cy="17565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6525"/>
              </a:lnTo>
              <a:lnTo>
                <a:pt x="225195" y="175652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E31135-22D6-CD4B-9F0B-5C3E6FB37BFD}">
      <dsp:nvSpPr>
        <dsp:cNvPr id="0" name=""/>
        <dsp:cNvSpPr/>
      </dsp:nvSpPr>
      <dsp:spPr>
        <a:xfrm>
          <a:off x="3783815" y="2205437"/>
          <a:ext cx="225195" cy="6905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0599"/>
              </a:lnTo>
              <a:lnTo>
                <a:pt x="225195" y="69059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3C49F2-83E1-3749-B40D-E831D425BA46}">
      <dsp:nvSpPr>
        <dsp:cNvPr id="0" name=""/>
        <dsp:cNvSpPr/>
      </dsp:nvSpPr>
      <dsp:spPr>
        <a:xfrm>
          <a:off x="4384337" y="1139511"/>
          <a:ext cx="454144" cy="315273"/>
        </a:xfrm>
        <a:custGeom>
          <a:avLst/>
          <a:gdLst/>
          <a:ahLst/>
          <a:cxnLst/>
          <a:rect l="0" t="0" r="0" b="0"/>
          <a:pathLst>
            <a:path>
              <a:moveTo>
                <a:pt x="454144" y="0"/>
              </a:moveTo>
              <a:lnTo>
                <a:pt x="454144" y="157636"/>
              </a:lnTo>
              <a:lnTo>
                <a:pt x="0" y="157636"/>
              </a:lnTo>
              <a:lnTo>
                <a:pt x="0" y="315273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4C5805-EE6E-404C-BEE2-27D6A6D93D7D}">
      <dsp:nvSpPr>
        <dsp:cNvPr id="0" name=""/>
        <dsp:cNvSpPr/>
      </dsp:nvSpPr>
      <dsp:spPr>
        <a:xfrm>
          <a:off x="1967238" y="3271363"/>
          <a:ext cx="225195" cy="28224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22450"/>
              </a:lnTo>
              <a:lnTo>
                <a:pt x="225195" y="282245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96F085-0D48-EC45-BAAB-B0845268AA42}">
      <dsp:nvSpPr>
        <dsp:cNvPr id="0" name=""/>
        <dsp:cNvSpPr/>
      </dsp:nvSpPr>
      <dsp:spPr>
        <a:xfrm>
          <a:off x="1967238" y="3271363"/>
          <a:ext cx="225195" cy="17565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6525"/>
              </a:lnTo>
              <a:lnTo>
                <a:pt x="225195" y="175652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FE0EDD-2F35-8047-99B1-D106BEE231E7}">
      <dsp:nvSpPr>
        <dsp:cNvPr id="0" name=""/>
        <dsp:cNvSpPr/>
      </dsp:nvSpPr>
      <dsp:spPr>
        <a:xfrm>
          <a:off x="1967238" y="3271363"/>
          <a:ext cx="225195" cy="6905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0599"/>
              </a:lnTo>
              <a:lnTo>
                <a:pt x="225195" y="690599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AE25AE-708B-7A4D-A50D-F7681280D092}">
      <dsp:nvSpPr>
        <dsp:cNvPr id="0" name=""/>
        <dsp:cNvSpPr/>
      </dsp:nvSpPr>
      <dsp:spPr>
        <a:xfrm>
          <a:off x="1659470" y="2205437"/>
          <a:ext cx="908288" cy="315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636"/>
              </a:lnTo>
              <a:lnTo>
                <a:pt x="908288" y="157636"/>
              </a:lnTo>
              <a:lnTo>
                <a:pt x="908288" y="315273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8E9300-C78B-864C-BF1F-F5D2FDB5A2FA}">
      <dsp:nvSpPr>
        <dsp:cNvPr id="0" name=""/>
        <dsp:cNvSpPr/>
      </dsp:nvSpPr>
      <dsp:spPr>
        <a:xfrm>
          <a:off x="751182" y="2205437"/>
          <a:ext cx="908288" cy="315273"/>
        </a:xfrm>
        <a:custGeom>
          <a:avLst/>
          <a:gdLst/>
          <a:ahLst/>
          <a:cxnLst/>
          <a:rect l="0" t="0" r="0" b="0"/>
          <a:pathLst>
            <a:path>
              <a:moveTo>
                <a:pt x="908288" y="0"/>
              </a:moveTo>
              <a:lnTo>
                <a:pt x="908288" y="157636"/>
              </a:lnTo>
              <a:lnTo>
                <a:pt x="0" y="157636"/>
              </a:lnTo>
              <a:lnTo>
                <a:pt x="0" y="315273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5C2949-1A81-224F-8065-C4722452D2C5}">
      <dsp:nvSpPr>
        <dsp:cNvPr id="0" name=""/>
        <dsp:cNvSpPr/>
      </dsp:nvSpPr>
      <dsp:spPr>
        <a:xfrm>
          <a:off x="1659470" y="1139511"/>
          <a:ext cx="3179010" cy="315273"/>
        </a:xfrm>
        <a:custGeom>
          <a:avLst/>
          <a:gdLst/>
          <a:ahLst/>
          <a:cxnLst/>
          <a:rect l="0" t="0" r="0" b="0"/>
          <a:pathLst>
            <a:path>
              <a:moveTo>
                <a:pt x="3179010" y="0"/>
              </a:moveTo>
              <a:lnTo>
                <a:pt x="3179010" y="157636"/>
              </a:lnTo>
              <a:lnTo>
                <a:pt x="0" y="157636"/>
              </a:lnTo>
              <a:lnTo>
                <a:pt x="0" y="315273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197F08-51E1-8A46-ABD5-21EDBC710ECD}">
      <dsp:nvSpPr>
        <dsp:cNvPr id="0" name=""/>
        <dsp:cNvSpPr/>
      </dsp:nvSpPr>
      <dsp:spPr>
        <a:xfrm>
          <a:off x="3581402" y="388859"/>
          <a:ext cx="2514158" cy="750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Stages </a:t>
          </a:r>
          <a:r>
            <a:rPr lang="en-US" sz="1600" b="1" kern="1200"/>
            <a:t>/ Levels </a:t>
          </a:r>
          <a:r>
            <a:rPr lang="en-US" sz="1600" b="1" kern="1200" dirty="0"/>
            <a:t>of Software Testing </a:t>
          </a:r>
        </a:p>
      </dsp:txBody>
      <dsp:txXfrm>
        <a:off x="3581402" y="388859"/>
        <a:ext cx="2514158" cy="750651"/>
      </dsp:txXfrm>
    </dsp:sp>
    <dsp:sp modelId="{B3280AC8-1A60-A446-AD00-909668609DA1}">
      <dsp:nvSpPr>
        <dsp:cNvPr id="0" name=""/>
        <dsp:cNvSpPr/>
      </dsp:nvSpPr>
      <dsp:spPr>
        <a:xfrm>
          <a:off x="908818" y="1454785"/>
          <a:ext cx="1501303" cy="750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1. Component</a:t>
          </a:r>
        </a:p>
      </dsp:txBody>
      <dsp:txXfrm>
        <a:off x="908818" y="1454785"/>
        <a:ext cx="1501303" cy="750651"/>
      </dsp:txXfrm>
    </dsp:sp>
    <dsp:sp modelId="{23C6863D-94AA-3449-9B61-48EAF1F33555}">
      <dsp:nvSpPr>
        <dsp:cNvPr id="0" name=""/>
        <dsp:cNvSpPr/>
      </dsp:nvSpPr>
      <dsp:spPr>
        <a:xfrm>
          <a:off x="530" y="2520711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Object/Class</a:t>
          </a:r>
        </a:p>
      </dsp:txBody>
      <dsp:txXfrm>
        <a:off x="530" y="2520711"/>
        <a:ext cx="1501303" cy="750651"/>
      </dsp:txXfrm>
    </dsp:sp>
    <dsp:sp modelId="{32EA64F8-A30A-2D47-8816-FE7619DE672E}">
      <dsp:nvSpPr>
        <dsp:cNvPr id="0" name=""/>
        <dsp:cNvSpPr/>
      </dsp:nvSpPr>
      <dsp:spPr>
        <a:xfrm>
          <a:off x="1817107" y="2520711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Interface</a:t>
          </a:r>
        </a:p>
      </dsp:txBody>
      <dsp:txXfrm>
        <a:off x="1817107" y="2520711"/>
        <a:ext cx="1501303" cy="750651"/>
      </dsp:txXfrm>
    </dsp:sp>
    <dsp:sp modelId="{F219D5C6-9420-BA49-819A-BC6DC09B964E}">
      <dsp:nvSpPr>
        <dsp:cNvPr id="0" name=""/>
        <dsp:cNvSpPr/>
      </dsp:nvSpPr>
      <dsp:spPr>
        <a:xfrm>
          <a:off x="2192433" y="3586636"/>
          <a:ext cx="1501303" cy="75065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Parameter</a:t>
          </a:r>
        </a:p>
      </dsp:txBody>
      <dsp:txXfrm>
        <a:off x="2192433" y="3586636"/>
        <a:ext cx="1501303" cy="750651"/>
      </dsp:txXfrm>
    </dsp:sp>
    <dsp:sp modelId="{CCBD3EBC-B743-3A4C-BDD1-BC8427B758F4}">
      <dsp:nvSpPr>
        <dsp:cNvPr id="0" name=""/>
        <dsp:cNvSpPr/>
      </dsp:nvSpPr>
      <dsp:spPr>
        <a:xfrm>
          <a:off x="2192433" y="4652562"/>
          <a:ext cx="1501303" cy="75065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Procedural</a:t>
          </a:r>
        </a:p>
      </dsp:txBody>
      <dsp:txXfrm>
        <a:off x="2192433" y="4652562"/>
        <a:ext cx="1501303" cy="750651"/>
      </dsp:txXfrm>
    </dsp:sp>
    <dsp:sp modelId="{480591C3-8094-4344-8F82-A3D547F896CF}">
      <dsp:nvSpPr>
        <dsp:cNvPr id="0" name=""/>
        <dsp:cNvSpPr/>
      </dsp:nvSpPr>
      <dsp:spPr>
        <a:xfrm>
          <a:off x="2192433" y="5718488"/>
          <a:ext cx="1501303" cy="75065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Message Passing</a:t>
          </a:r>
        </a:p>
      </dsp:txBody>
      <dsp:txXfrm>
        <a:off x="2192433" y="5718488"/>
        <a:ext cx="1501303" cy="750651"/>
      </dsp:txXfrm>
    </dsp:sp>
    <dsp:sp modelId="{BC04D3C0-D8A2-234D-AA91-8666421729DD}">
      <dsp:nvSpPr>
        <dsp:cNvPr id="0" name=""/>
        <dsp:cNvSpPr/>
      </dsp:nvSpPr>
      <dsp:spPr>
        <a:xfrm>
          <a:off x="3633685" y="1454785"/>
          <a:ext cx="1501303" cy="750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2. Integration</a:t>
          </a:r>
        </a:p>
      </dsp:txBody>
      <dsp:txXfrm>
        <a:off x="3633685" y="1454785"/>
        <a:ext cx="1501303" cy="750651"/>
      </dsp:txXfrm>
    </dsp:sp>
    <dsp:sp modelId="{2004ACE5-7740-6D4A-B245-2E65E2497AD2}">
      <dsp:nvSpPr>
        <dsp:cNvPr id="0" name=""/>
        <dsp:cNvSpPr/>
      </dsp:nvSpPr>
      <dsp:spPr>
        <a:xfrm>
          <a:off x="4009011" y="2520711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Top-down</a:t>
          </a:r>
        </a:p>
      </dsp:txBody>
      <dsp:txXfrm>
        <a:off x="4009011" y="2520711"/>
        <a:ext cx="1501303" cy="750651"/>
      </dsp:txXfrm>
    </dsp:sp>
    <dsp:sp modelId="{259A0BC8-027A-6F40-BCE4-328BA4B4F1E3}">
      <dsp:nvSpPr>
        <dsp:cNvPr id="0" name=""/>
        <dsp:cNvSpPr/>
      </dsp:nvSpPr>
      <dsp:spPr>
        <a:xfrm>
          <a:off x="4009011" y="3586636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Bottom-up</a:t>
          </a:r>
        </a:p>
      </dsp:txBody>
      <dsp:txXfrm>
        <a:off x="4009011" y="3586636"/>
        <a:ext cx="1501303" cy="750651"/>
      </dsp:txXfrm>
    </dsp:sp>
    <dsp:sp modelId="{56BC7F51-04EA-C945-B086-47AFCB4D4B32}">
      <dsp:nvSpPr>
        <dsp:cNvPr id="0" name=""/>
        <dsp:cNvSpPr/>
      </dsp:nvSpPr>
      <dsp:spPr>
        <a:xfrm>
          <a:off x="5450262" y="1454785"/>
          <a:ext cx="1501303" cy="750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3. System</a:t>
          </a:r>
        </a:p>
      </dsp:txBody>
      <dsp:txXfrm>
        <a:off x="5450262" y="1454785"/>
        <a:ext cx="1501303" cy="750651"/>
      </dsp:txXfrm>
    </dsp:sp>
    <dsp:sp modelId="{CAE53D00-9B4B-BF42-8DDE-326F853C2A9A}">
      <dsp:nvSpPr>
        <dsp:cNvPr id="0" name=""/>
        <dsp:cNvSpPr/>
      </dsp:nvSpPr>
      <dsp:spPr>
        <a:xfrm>
          <a:off x="5825588" y="2520711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Functional</a:t>
          </a:r>
        </a:p>
      </dsp:txBody>
      <dsp:txXfrm>
        <a:off x="5825588" y="2520711"/>
        <a:ext cx="1501303" cy="750651"/>
      </dsp:txXfrm>
    </dsp:sp>
    <dsp:sp modelId="{02AA6DA3-18A1-E143-A0FA-95D1F0E10FD0}">
      <dsp:nvSpPr>
        <dsp:cNvPr id="0" name=""/>
        <dsp:cNvSpPr/>
      </dsp:nvSpPr>
      <dsp:spPr>
        <a:xfrm>
          <a:off x="5825588" y="3586636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NF: Usability</a:t>
          </a:r>
        </a:p>
      </dsp:txBody>
      <dsp:txXfrm>
        <a:off x="5825588" y="3586636"/>
        <a:ext cx="1501303" cy="750651"/>
      </dsp:txXfrm>
    </dsp:sp>
    <dsp:sp modelId="{3645C1AC-6F75-5A4F-90F0-9C4049EF7801}">
      <dsp:nvSpPr>
        <dsp:cNvPr id="0" name=""/>
        <dsp:cNvSpPr/>
      </dsp:nvSpPr>
      <dsp:spPr>
        <a:xfrm>
          <a:off x="5825588" y="4652562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NF: Performance</a:t>
          </a:r>
        </a:p>
      </dsp:txBody>
      <dsp:txXfrm>
        <a:off x="5825588" y="4652562"/>
        <a:ext cx="1501303" cy="750651"/>
      </dsp:txXfrm>
    </dsp:sp>
    <dsp:sp modelId="{84CA9605-3B0B-B34F-BB52-404C37E8FFAD}">
      <dsp:nvSpPr>
        <dsp:cNvPr id="0" name=""/>
        <dsp:cNvSpPr/>
      </dsp:nvSpPr>
      <dsp:spPr>
        <a:xfrm>
          <a:off x="5825588" y="5718488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NF: Stress</a:t>
          </a:r>
          <a:endParaRPr lang="en-US" sz="1400" kern="1200" dirty="0"/>
        </a:p>
      </dsp:txBody>
      <dsp:txXfrm>
        <a:off x="5825588" y="5718488"/>
        <a:ext cx="1501303" cy="750651"/>
      </dsp:txXfrm>
    </dsp:sp>
    <dsp:sp modelId="{0C0DAF1E-17E8-9141-811C-9E9F817C44BE}">
      <dsp:nvSpPr>
        <dsp:cNvPr id="0" name=""/>
        <dsp:cNvSpPr/>
      </dsp:nvSpPr>
      <dsp:spPr>
        <a:xfrm>
          <a:off x="7266840" y="1454785"/>
          <a:ext cx="1501303" cy="750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4. </a:t>
          </a:r>
          <a:r>
            <a:rPr lang="en-US" sz="1400" kern="1200" dirty="0"/>
            <a:t>Acceptance</a:t>
          </a:r>
        </a:p>
      </dsp:txBody>
      <dsp:txXfrm>
        <a:off x="7266840" y="1454785"/>
        <a:ext cx="1501303" cy="750651"/>
      </dsp:txXfrm>
    </dsp:sp>
    <dsp:sp modelId="{2B2536D9-7E0A-604B-BAE4-94F29120E4E4}">
      <dsp:nvSpPr>
        <dsp:cNvPr id="0" name=""/>
        <dsp:cNvSpPr/>
      </dsp:nvSpPr>
      <dsp:spPr>
        <a:xfrm>
          <a:off x="7642166" y="2520711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a) Alpha</a:t>
          </a:r>
        </a:p>
      </dsp:txBody>
      <dsp:txXfrm>
        <a:off x="7642166" y="2520711"/>
        <a:ext cx="1501303" cy="750651"/>
      </dsp:txXfrm>
    </dsp:sp>
    <dsp:sp modelId="{C3D82260-5EB3-A140-BF6A-C7144986B46F}">
      <dsp:nvSpPr>
        <dsp:cNvPr id="0" name=""/>
        <dsp:cNvSpPr/>
      </dsp:nvSpPr>
      <dsp:spPr>
        <a:xfrm>
          <a:off x="7642166" y="3586636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b) Beta</a:t>
          </a:r>
        </a:p>
      </dsp:txBody>
      <dsp:txXfrm>
        <a:off x="7642166" y="3586636"/>
        <a:ext cx="1501303" cy="750651"/>
      </dsp:txXfrm>
    </dsp:sp>
    <dsp:sp modelId="{87003F05-4EA6-CE46-AF60-F9302885698D}">
      <dsp:nvSpPr>
        <dsp:cNvPr id="0" name=""/>
        <dsp:cNvSpPr/>
      </dsp:nvSpPr>
      <dsp:spPr>
        <a:xfrm>
          <a:off x="7642166" y="4652562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c) UAT</a:t>
          </a:r>
        </a:p>
      </dsp:txBody>
      <dsp:txXfrm>
        <a:off x="7642166" y="4652562"/>
        <a:ext cx="1501303" cy="7506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4B7BB3-6BC9-7340-84EB-B2924CF4BCF4}">
      <dsp:nvSpPr>
        <dsp:cNvPr id="0" name=""/>
        <dsp:cNvSpPr/>
      </dsp:nvSpPr>
      <dsp:spPr>
        <a:xfrm>
          <a:off x="7416970" y="2205437"/>
          <a:ext cx="225195" cy="28224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22450"/>
              </a:lnTo>
              <a:lnTo>
                <a:pt x="225195" y="282245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4C4A0B-C0F6-7046-9D88-763F38F110DC}">
      <dsp:nvSpPr>
        <dsp:cNvPr id="0" name=""/>
        <dsp:cNvSpPr/>
      </dsp:nvSpPr>
      <dsp:spPr>
        <a:xfrm>
          <a:off x="7416970" y="2205437"/>
          <a:ext cx="225195" cy="17565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6525"/>
              </a:lnTo>
              <a:lnTo>
                <a:pt x="225195" y="175652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C284C6-D403-6345-9E1A-E1E24CB46189}">
      <dsp:nvSpPr>
        <dsp:cNvPr id="0" name=""/>
        <dsp:cNvSpPr/>
      </dsp:nvSpPr>
      <dsp:spPr>
        <a:xfrm>
          <a:off x="7416970" y="2205437"/>
          <a:ext cx="225195" cy="6905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0599"/>
              </a:lnTo>
              <a:lnTo>
                <a:pt x="225195" y="69059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E920B8-DEBA-BB41-B107-4F3C2AAB2B1D}">
      <dsp:nvSpPr>
        <dsp:cNvPr id="0" name=""/>
        <dsp:cNvSpPr/>
      </dsp:nvSpPr>
      <dsp:spPr>
        <a:xfrm>
          <a:off x="4838481" y="1139511"/>
          <a:ext cx="3179010" cy="315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636"/>
              </a:lnTo>
              <a:lnTo>
                <a:pt x="3179010" y="157636"/>
              </a:lnTo>
              <a:lnTo>
                <a:pt x="3179010" y="315273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ABB670-CEC3-164B-8C71-B9CDB98ED8C1}">
      <dsp:nvSpPr>
        <dsp:cNvPr id="0" name=""/>
        <dsp:cNvSpPr/>
      </dsp:nvSpPr>
      <dsp:spPr>
        <a:xfrm>
          <a:off x="5600393" y="2205437"/>
          <a:ext cx="225195" cy="38883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88376"/>
              </a:lnTo>
              <a:lnTo>
                <a:pt x="225195" y="388837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4882CA-CC9D-3A43-A6A1-8B95D6EB08F9}">
      <dsp:nvSpPr>
        <dsp:cNvPr id="0" name=""/>
        <dsp:cNvSpPr/>
      </dsp:nvSpPr>
      <dsp:spPr>
        <a:xfrm>
          <a:off x="5600393" y="2205437"/>
          <a:ext cx="225195" cy="28224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22450"/>
              </a:lnTo>
              <a:lnTo>
                <a:pt x="225195" y="282245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38F7DE-A1E2-8C4F-96E6-A5D6A070F68B}">
      <dsp:nvSpPr>
        <dsp:cNvPr id="0" name=""/>
        <dsp:cNvSpPr/>
      </dsp:nvSpPr>
      <dsp:spPr>
        <a:xfrm>
          <a:off x="5600393" y="2205437"/>
          <a:ext cx="225195" cy="17565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6525"/>
              </a:lnTo>
              <a:lnTo>
                <a:pt x="225195" y="175652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B1C620-06D5-7946-AB9E-11433A983B41}">
      <dsp:nvSpPr>
        <dsp:cNvPr id="0" name=""/>
        <dsp:cNvSpPr/>
      </dsp:nvSpPr>
      <dsp:spPr>
        <a:xfrm>
          <a:off x="5600393" y="2205437"/>
          <a:ext cx="225195" cy="6905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0599"/>
              </a:lnTo>
              <a:lnTo>
                <a:pt x="225195" y="69059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9D552E-2E91-724F-BC1C-673895B3C9C8}">
      <dsp:nvSpPr>
        <dsp:cNvPr id="0" name=""/>
        <dsp:cNvSpPr/>
      </dsp:nvSpPr>
      <dsp:spPr>
        <a:xfrm>
          <a:off x="4838481" y="1139511"/>
          <a:ext cx="1362433" cy="315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636"/>
              </a:lnTo>
              <a:lnTo>
                <a:pt x="1362433" y="157636"/>
              </a:lnTo>
              <a:lnTo>
                <a:pt x="1362433" y="315273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C4D776-A7B0-CD46-8734-909F950EBA9B}">
      <dsp:nvSpPr>
        <dsp:cNvPr id="0" name=""/>
        <dsp:cNvSpPr/>
      </dsp:nvSpPr>
      <dsp:spPr>
        <a:xfrm>
          <a:off x="3783815" y="2205437"/>
          <a:ext cx="225195" cy="17565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6525"/>
              </a:lnTo>
              <a:lnTo>
                <a:pt x="225195" y="175652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E31135-22D6-CD4B-9F0B-5C3E6FB37BFD}">
      <dsp:nvSpPr>
        <dsp:cNvPr id="0" name=""/>
        <dsp:cNvSpPr/>
      </dsp:nvSpPr>
      <dsp:spPr>
        <a:xfrm>
          <a:off x="3783815" y="2205437"/>
          <a:ext cx="225195" cy="6905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0599"/>
              </a:lnTo>
              <a:lnTo>
                <a:pt x="225195" y="69059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3C49F2-83E1-3749-B40D-E831D425BA46}">
      <dsp:nvSpPr>
        <dsp:cNvPr id="0" name=""/>
        <dsp:cNvSpPr/>
      </dsp:nvSpPr>
      <dsp:spPr>
        <a:xfrm>
          <a:off x="4384337" y="1139511"/>
          <a:ext cx="454144" cy="315273"/>
        </a:xfrm>
        <a:custGeom>
          <a:avLst/>
          <a:gdLst/>
          <a:ahLst/>
          <a:cxnLst/>
          <a:rect l="0" t="0" r="0" b="0"/>
          <a:pathLst>
            <a:path>
              <a:moveTo>
                <a:pt x="454144" y="0"/>
              </a:moveTo>
              <a:lnTo>
                <a:pt x="454144" y="157636"/>
              </a:lnTo>
              <a:lnTo>
                <a:pt x="0" y="157636"/>
              </a:lnTo>
              <a:lnTo>
                <a:pt x="0" y="315273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4C5805-EE6E-404C-BEE2-27D6A6D93D7D}">
      <dsp:nvSpPr>
        <dsp:cNvPr id="0" name=""/>
        <dsp:cNvSpPr/>
      </dsp:nvSpPr>
      <dsp:spPr>
        <a:xfrm>
          <a:off x="1967238" y="3271363"/>
          <a:ext cx="225195" cy="28224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22450"/>
              </a:lnTo>
              <a:lnTo>
                <a:pt x="225195" y="282245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96F085-0D48-EC45-BAAB-B0845268AA42}">
      <dsp:nvSpPr>
        <dsp:cNvPr id="0" name=""/>
        <dsp:cNvSpPr/>
      </dsp:nvSpPr>
      <dsp:spPr>
        <a:xfrm>
          <a:off x="1967238" y="3271363"/>
          <a:ext cx="225195" cy="17565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6525"/>
              </a:lnTo>
              <a:lnTo>
                <a:pt x="225195" y="175652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FE0EDD-2F35-8047-99B1-D106BEE231E7}">
      <dsp:nvSpPr>
        <dsp:cNvPr id="0" name=""/>
        <dsp:cNvSpPr/>
      </dsp:nvSpPr>
      <dsp:spPr>
        <a:xfrm>
          <a:off x="1967238" y="3271363"/>
          <a:ext cx="225195" cy="6905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0599"/>
              </a:lnTo>
              <a:lnTo>
                <a:pt x="225195" y="690599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AE25AE-708B-7A4D-A50D-F7681280D092}">
      <dsp:nvSpPr>
        <dsp:cNvPr id="0" name=""/>
        <dsp:cNvSpPr/>
      </dsp:nvSpPr>
      <dsp:spPr>
        <a:xfrm>
          <a:off x="1659470" y="2205437"/>
          <a:ext cx="908288" cy="315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636"/>
              </a:lnTo>
              <a:lnTo>
                <a:pt x="908288" y="157636"/>
              </a:lnTo>
              <a:lnTo>
                <a:pt x="908288" y="315273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8E9300-C78B-864C-BF1F-F5D2FDB5A2FA}">
      <dsp:nvSpPr>
        <dsp:cNvPr id="0" name=""/>
        <dsp:cNvSpPr/>
      </dsp:nvSpPr>
      <dsp:spPr>
        <a:xfrm>
          <a:off x="751182" y="2205437"/>
          <a:ext cx="908288" cy="315273"/>
        </a:xfrm>
        <a:custGeom>
          <a:avLst/>
          <a:gdLst/>
          <a:ahLst/>
          <a:cxnLst/>
          <a:rect l="0" t="0" r="0" b="0"/>
          <a:pathLst>
            <a:path>
              <a:moveTo>
                <a:pt x="908288" y="0"/>
              </a:moveTo>
              <a:lnTo>
                <a:pt x="908288" y="157636"/>
              </a:lnTo>
              <a:lnTo>
                <a:pt x="0" y="157636"/>
              </a:lnTo>
              <a:lnTo>
                <a:pt x="0" y="315273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5C2949-1A81-224F-8065-C4722452D2C5}">
      <dsp:nvSpPr>
        <dsp:cNvPr id="0" name=""/>
        <dsp:cNvSpPr/>
      </dsp:nvSpPr>
      <dsp:spPr>
        <a:xfrm>
          <a:off x="1659470" y="1139511"/>
          <a:ext cx="3179010" cy="315273"/>
        </a:xfrm>
        <a:custGeom>
          <a:avLst/>
          <a:gdLst/>
          <a:ahLst/>
          <a:cxnLst/>
          <a:rect l="0" t="0" r="0" b="0"/>
          <a:pathLst>
            <a:path>
              <a:moveTo>
                <a:pt x="3179010" y="0"/>
              </a:moveTo>
              <a:lnTo>
                <a:pt x="3179010" y="157636"/>
              </a:lnTo>
              <a:lnTo>
                <a:pt x="0" y="157636"/>
              </a:lnTo>
              <a:lnTo>
                <a:pt x="0" y="315273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197F08-51E1-8A46-ABD5-21EDBC710ECD}">
      <dsp:nvSpPr>
        <dsp:cNvPr id="0" name=""/>
        <dsp:cNvSpPr/>
      </dsp:nvSpPr>
      <dsp:spPr>
        <a:xfrm>
          <a:off x="3581402" y="388859"/>
          <a:ext cx="2514158" cy="750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Stages / levels of Software Testing </a:t>
          </a:r>
        </a:p>
      </dsp:txBody>
      <dsp:txXfrm>
        <a:off x="3581402" y="388859"/>
        <a:ext cx="2514158" cy="750651"/>
      </dsp:txXfrm>
    </dsp:sp>
    <dsp:sp modelId="{B3280AC8-1A60-A446-AD00-909668609DA1}">
      <dsp:nvSpPr>
        <dsp:cNvPr id="0" name=""/>
        <dsp:cNvSpPr/>
      </dsp:nvSpPr>
      <dsp:spPr>
        <a:xfrm>
          <a:off x="908818" y="1454785"/>
          <a:ext cx="1501303" cy="750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1. Component</a:t>
          </a:r>
        </a:p>
      </dsp:txBody>
      <dsp:txXfrm>
        <a:off x="908818" y="1454785"/>
        <a:ext cx="1501303" cy="750651"/>
      </dsp:txXfrm>
    </dsp:sp>
    <dsp:sp modelId="{23C6863D-94AA-3449-9B61-48EAF1F33555}">
      <dsp:nvSpPr>
        <dsp:cNvPr id="0" name=""/>
        <dsp:cNvSpPr/>
      </dsp:nvSpPr>
      <dsp:spPr>
        <a:xfrm>
          <a:off x="530" y="2520711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Object/Class</a:t>
          </a:r>
        </a:p>
      </dsp:txBody>
      <dsp:txXfrm>
        <a:off x="530" y="2520711"/>
        <a:ext cx="1501303" cy="750651"/>
      </dsp:txXfrm>
    </dsp:sp>
    <dsp:sp modelId="{32EA64F8-A30A-2D47-8816-FE7619DE672E}">
      <dsp:nvSpPr>
        <dsp:cNvPr id="0" name=""/>
        <dsp:cNvSpPr/>
      </dsp:nvSpPr>
      <dsp:spPr>
        <a:xfrm>
          <a:off x="1817107" y="2520711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Interface</a:t>
          </a:r>
        </a:p>
      </dsp:txBody>
      <dsp:txXfrm>
        <a:off x="1817107" y="2520711"/>
        <a:ext cx="1501303" cy="750651"/>
      </dsp:txXfrm>
    </dsp:sp>
    <dsp:sp modelId="{F219D5C6-9420-BA49-819A-BC6DC09B964E}">
      <dsp:nvSpPr>
        <dsp:cNvPr id="0" name=""/>
        <dsp:cNvSpPr/>
      </dsp:nvSpPr>
      <dsp:spPr>
        <a:xfrm>
          <a:off x="2192433" y="3586636"/>
          <a:ext cx="1501303" cy="75065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Parameter</a:t>
          </a:r>
        </a:p>
      </dsp:txBody>
      <dsp:txXfrm>
        <a:off x="2192433" y="3586636"/>
        <a:ext cx="1501303" cy="750651"/>
      </dsp:txXfrm>
    </dsp:sp>
    <dsp:sp modelId="{CCBD3EBC-B743-3A4C-BDD1-BC8427B758F4}">
      <dsp:nvSpPr>
        <dsp:cNvPr id="0" name=""/>
        <dsp:cNvSpPr/>
      </dsp:nvSpPr>
      <dsp:spPr>
        <a:xfrm>
          <a:off x="2192433" y="4652562"/>
          <a:ext cx="1501303" cy="75065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Procedural</a:t>
          </a:r>
        </a:p>
      </dsp:txBody>
      <dsp:txXfrm>
        <a:off x="2192433" y="4652562"/>
        <a:ext cx="1501303" cy="750651"/>
      </dsp:txXfrm>
    </dsp:sp>
    <dsp:sp modelId="{480591C3-8094-4344-8F82-A3D547F896CF}">
      <dsp:nvSpPr>
        <dsp:cNvPr id="0" name=""/>
        <dsp:cNvSpPr/>
      </dsp:nvSpPr>
      <dsp:spPr>
        <a:xfrm>
          <a:off x="2192433" y="5718488"/>
          <a:ext cx="1501303" cy="75065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Message Passing</a:t>
          </a:r>
        </a:p>
      </dsp:txBody>
      <dsp:txXfrm>
        <a:off x="2192433" y="5718488"/>
        <a:ext cx="1501303" cy="750651"/>
      </dsp:txXfrm>
    </dsp:sp>
    <dsp:sp modelId="{BC04D3C0-D8A2-234D-AA91-8666421729DD}">
      <dsp:nvSpPr>
        <dsp:cNvPr id="0" name=""/>
        <dsp:cNvSpPr/>
      </dsp:nvSpPr>
      <dsp:spPr>
        <a:xfrm>
          <a:off x="3633685" y="1454785"/>
          <a:ext cx="1501303" cy="750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2. Integration</a:t>
          </a:r>
        </a:p>
      </dsp:txBody>
      <dsp:txXfrm>
        <a:off x="3633685" y="1454785"/>
        <a:ext cx="1501303" cy="750651"/>
      </dsp:txXfrm>
    </dsp:sp>
    <dsp:sp modelId="{2004ACE5-7740-6D4A-B245-2E65E2497AD2}">
      <dsp:nvSpPr>
        <dsp:cNvPr id="0" name=""/>
        <dsp:cNvSpPr/>
      </dsp:nvSpPr>
      <dsp:spPr>
        <a:xfrm>
          <a:off x="4009011" y="2520711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Top-down</a:t>
          </a:r>
        </a:p>
      </dsp:txBody>
      <dsp:txXfrm>
        <a:off x="4009011" y="2520711"/>
        <a:ext cx="1501303" cy="750651"/>
      </dsp:txXfrm>
    </dsp:sp>
    <dsp:sp modelId="{259A0BC8-027A-6F40-BCE4-328BA4B4F1E3}">
      <dsp:nvSpPr>
        <dsp:cNvPr id="0" name=""/>
        <dsp:cNvSpPr/>
      </dsp:nvSpPr>
      <dsp:spPr>
        <a:xfrm>
          <a:off x="4009011" y="3586636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Bottom-up</a:t>
          </a:r>
        </a:p>
      </dsp:txBody>
      <dsp:txXfrm>
        <a:off x="4009011" y="3586636"/>
        <a:ext cx="1501303" cy="750651"/>
      </dsp:txXfrm>
    </dsp:sp>
    <dsp:sp modelId="{56BC7F51-04EA-C945-B086-47AFCB4D4B32}">
      <dsp:nvSpPr>
        <dsp:cNvPr id="0" name=""/>
        <dsp:cNvSpPr/>
      </dsp:nvSpPr>
      <dsp:spPr>
        <a:xfrm>
          <a:off x="5450262" y="1454785"/>
          <a:ext cx="1501303" cy="750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3. System</a:t>
          </a:r>
        </a:p>
      </dsp:txBody>
      <dsp:txXfrm>
        <a:off x="5450262" y="1454785"/>
        <a:ext cx="1501303" cy="750651"/>
      </dsp:txXfrm>
    </dsp:sp>
    <dsp:sp modelId="{CAE53D00-9B4B-BF42-8DDE-326F853C2A9A}">
      <dsp:nvSpPr>
        <dsp:cNvPr id="0" name=""/>
        <dsp:cNvSpPr/>
      </dsp:nvSpPr>
      <dsp:spPr>
        <a:xfrm>
          <a:off x="5825588" y="2520711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Functional</a:t>
          </a:r>
        </a:p>
      </dsp:txBody>
      <dsp:txXfrm>
        <a:off x="5825588" y="2520711"/>
        <a:ext cx="1501303" cy="750651"/>
      </dsp:txXfrm>
    </dsp:sp>
    <dsp:sp modelId="{02AA6DA3-18A1-E143-A0FA-95D1F0E10FD0}">
      <dsp:nvSpPr>
        <dsp:cNvPr id="0" name=""/>
        <dsp:cNvSpPr/>
      </dsp:nvSpPr>
      <dsp:spPr>
        <a:xfrm>
          <a:off x="5825588" y="3586636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NF: Usability</a:t>
          </a:r>
        </a:p>
      </dsp:txBody>
      <dsp:txXfrm>
        <a:off x="5825588" y="3586636"/>
        <a:ext cx="1501303" cy="750651"/>
      </dsp:txXfrm>
    </dsp:sp>
    <dsp:sp modelId="{3645C1AC-6F75-5A4F-90F0-9C4049EF7801}">
      <dsp:nvSpPr>
        <dsp:cNvPr id="0" name=""/>
        <dsp:cNvSpPr/>
      </dsp:nvSpPr>
      <dsp:spPr>
        <a:xfrm>
          <a:off x="5825588" y="4652562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NF: Performance</a:t>
          </a:r>
        </a:p>
      </dsp:txBody>
      <dsp:txXfrm>
        <a:off x="5825588" y="4652562"/>
        <a:ext cx="1501303" cy="750651"/>
      </dsp:txXfrm>
    </dsp:sp>
    <dsp:sp modelId="{84CA9605-3B0B-B34F-BB52-404C37E8FFAD}">
      <dsp:nvSpPr>
        <dsp:cNvPr id="0" name=""/>
        <dsp:cNvSpPr/>
      </dsp:nvSpPr>
      <dsp:spPr>
        <a:xfrm>
          <a:off x="5825588" y="5718488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NF: Stress</a:t>
          </a:r>
          <a:endParaRPr lang="en-US" sz="1400" kern="1200" dirty="0"/>
        </a:p>
      </dsp:txBody>
      <dsp:txXfrm>
        <a:off x="5825588" y="5718488"/>
        <a:ext cx="1501303" cy="750651"/>
      </dsp:txXfrm>
    </dsp:sp>
    <dsp:sp modelId="{0C0DAF1E-17E8-9141-811C-9E9F817C44BE}">
      <dsp:nvSpPr>
        <dsp:cNvPr id="0" name=""/>
        <dsp:cNvSpPr/>
      </dsp:nvSpPr>
      <dsp:spPr>
        <a:xfrm>
          <a:off x="7266840" y="1454785"/>
          <a:ext cx="1501303" cy="750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4. </a:t>
          </a:r>
          <a:r>
            <a:rPr lang="en-US" sz="1400" kern="1200" dirty="0"/>
            <a:t>Acceptance</a:t>
          </a:r>
        </a:p>
      </dsp:txBody>
      <dsp:txXfrm>
        <a:off x="7266840" y="1454785"/>
        <a:ext cx="1501303" cy="750651"/>
      </dsp:txXfrm>
    </dsp:sp>
    <dsp:sp modelId="{2B2536D9-7E0A-604B-BAE4-94F29120E4E4}">
      <dsp:nvSpPr>
        <dsp:cNvPr id="0" name=""/>
        <dsp:cNvSpPr/>
      </dsp:nvSpPr>
      <dsp:spPr>
        <a:xfrm>
          <a:off x="7642166" y="2520711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a) Alpha</a:t>
          </a:r>
        </a:p>
      </dsp:txBody>
      <dsp:txXfrm>
        <a:off x="7642166" y="2520711"/>
        <a:ext cx="1501303" cy="750651"/>
      </dsp:txXfrm>
    </dsp:sp>
    <dsp:sp modelId="{C3D82260-5EB3-A140-BF6A-C7144986B46F}">
      <dsp:nvSpPr>
        <dsp:cNvPr id="0" name=""/>
        <dsp:cNvSpPr/>
      </dsp:nvSpPr>
      <dsp:spPr>
        <a:xfrm>
          <a:off x="7642166" y="3586636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b) Beta</a:t>
          </a:r>
        </a:p>
      </dsp:txBody>
      <dsp:txXfrm>
        <a:off x="7642166" y="3586636"/>
        <a:ext cx="1501303" cy="750651"/>
      </dsp:txXfrm>
    </dsp:sp>
    <dsp:sp modelId="{87003F05-4EA6-CE46-AF60-F9302885698D}">
      <dsp:nvSpPr>
        <dsp:cNvPr id="0" name=""/>
        <dsp:cNvSpPr/>
      </dsp:nvSpPr>
      <dsp:spPr>
        <a:xfrm>
          <a:off x="7642166" y="4652562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c) UAT</a:t>
          </a:r>
        </a:p>
      </dsp:txBody>
      <dsp:txXfrm>
        <a:off x="7642166" y="4652562"/>
        <a:ext cx="1501303" cy="7506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4B7BB3-6BC9-7340-84EB-B2924CF4BCF4}">
      <dsp:nvSpPr>
        <dsp:cNvPr id="0" name=""/>
        <dsp:cNvSpPr/>
      </dsp:nvSpPr>
      <dsp:spPr>
        <a:xfrm>
          <a:off x="7416970" y="2205437"/>
          <a:ext cx="225195" cy="28224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22450"/>
              </a:lnTo>
              <a:lnTo>
                <a:pt x="225195" y="282245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4C4A0B-C0F6-7046-9D88-763F38F110DC}">
      <dsp:nvSpPr>
        <dsp:cNvPr id="0" name=""/>
        <dsp:cNvSpPr/>
      </dsp:nvSpPr>
      <dsp:spPr>
        <a:xfrm>
          <a:off x="7416970" y="2205437"/>
          <a:ext cx="225195" cy="17565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6525"/>
              </a:lnTo>
              <a:lnTo>
                <a:pt x="225195" y="175652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C284C6-D403-6345-9E1A-E1E24CB46189}">
      <dsp:nvSpPr>
        <dsp:cNvPr id="0" name=""/>
        <dsp:cNvSpPr/>
      </dsp:nvSpPr>
      <dsp:spPr>
        <a:xfrm>
          <a:off x="7416970" y="2205437"/>
          <a:ext cx="225195" cy="6905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0599"/>
              </a:lnTo>
              <a:lnTo>
                <a:pt x="225195" y="69059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E920B8-DEBA-BB41-B107-4F3C2AAB2B1D}">
      <dsp:nvSpPr>
        <dsp:cNvPr id="0" name=""/>
        <dsp:cNvSpPr/>
      </dsp:nvSpPr>
      <dsp:spPr>
        <a:xfrm>
          <a:off x="4838481" y="1139511"/>
          <a:ext cx="3179010" cy="315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636"/>
              </a:lnTo>
              <a:lnTo>
                <a:pt x="3179010" y="157636"/>
              </a:lnTo>
              <a:lnTo>
                <a:pt x="3179010" y="315273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ABB670-CEC3-164B-8C71-B9CDB98ED8C1}">
      <dsp:nvSpPr>
        <dsp:cNvPr id="0" name=""/>
        <dsp:cNvSpPr/>
      </dsp:nvSpPr>
      <dsp:spPr>
        <a:xfrm>
          <a:off x="5600393" y="2205437"/>
          <a:ext cx="225195" cy="38883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88376"/>
              </a:lnTo>
              <a:lnTo>
                <a:pt x="225195" y="388837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4882CA-CC9D-3A43-A6A1-8B95D6EB08F9}">
      <dsp:nvSpPr>
        <dsp:cNvPr id="0" name=""/>
        <dsp:cNvSpPr/>
      </dsp:nvSpPr>
      <dsp:spPr>
        <a:xfrm>
          <a:off x="5600393" y="2205437"/>
          <a:ext cx="225195" cy="28224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22450"/>
              </a:lnTo>
              <a:lnTo>
                <a:pt x="225195" y="282245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38F7DE-A1E2-8C4F-96E6-A5D6A070F68B}">
      <dsp:nvSpPr>
        <dsp:cNvPr id="0" name=""/>
        <dsp:cNvSpPr/>
      </dsp:nvSpPr>
      <dsp:spPr>
        <a:xfrm>
          <a:off x="5600393" y="2205437"/>
          <a:ext cx="225195" cy="17565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6525"/>
              </a:lnTo>
              <a:lnTo>
                <a:pt x="225195" y="175652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B1C620-06D5-7946-AB9E-11433A983B41}">
      <dsp:nvSpPr>
        <dsp:cNvPr id="0" name=""/>
        <dsp:cNvSpPr/>
      </dsp:nvSpPr>
      <dsp:spPr>
        <a:xfrm>
          <a:off x="5600393" y="2205437"/>
          <a:ext cx="225195" cy="6905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0599"/>
              </a:lnTo>
              <a:lnTo>
                <a:pt x="225195" y="69059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9D552E-2E91-724F-BC1C-673895B3C9C8}">
      <dsp:nvSpPr>
        <dsp:cNvPr id="0" name=""/>
        <dsp:cNvSpPr/>
      </dsp:nvSpPr>
      <dsp:spPr>
        <a:xfrm>
          <a:off x="4838481" y="1139511"/>
          <a:ext cx="1362433" cy="315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636"/>
              </a:lnTo>
              <a:lnTo>
                <a:pt x="1362433" y="157636"/>
              </a:lnTo>
              <a:lnTo>
                <a:pt x="1362433" y="315273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C4D776-A7B0-CD46-8734-909F950EBA9B}">
      <dsp:nvSpPr>
        <dsp:cNvPr id="0" name=""/>
        <dsp:cNvSpPr/>
      </dsp:nvSpPr>
      <dsp:spPr>
        <a:xfrm>
          <a:off x="3783815" y="2205437"/>
          <a:ext cx="225195" cy="17565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6525"/>
              </a:lnTo>
              <a:lnTo>
                <a:pt x="225195" y="175652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E31135-22D6-CD4B-9F0B-5C3E6FB37BFD}">
      <dsp:nvSpPr>
        <dsp:cNvPr id="0" name=""/>
        <dsp:cNvSpPr/>
      </dsp:nvSpPr>
      <dsp:spPr>
        <a:xfrm>
          <a:off x="3783815" y="2205437"/>
          <a:ext cx="225195" cy="6905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0599"/>
              </a:lnTo>
              <a:lnTo>
                <a:pt x="225195" y="69059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3C49F2-83E1-3749-B40D-E831D425BA46}">
      <dsp:nvSpPr>
        <dsp:cNvPr id="0" name=""/>
        <dsp:cNvSpPr/>
      </dsp:nvSpPr>
      <dsp:spPr>
        <a:xfrm>
          <a:off x="4384337" y="1139511"/>
          <a:ext cx="454144" cy="315273"/>
        </a:xfrm>
        <a:custGeom>
          <a:avLst/>
          <a:gdLst/>
          <a:ahLst/>
          <a:cxnLst/>
          <a:rect l="0" t="0" r="0" b="0"/>
          <a:pathLst>
            <a:path>
              <a:moveTo>
                <a:pt x="454144" y="0"/>
              </a:moveTo>
              <a:lnTo>
                <a:pt x="454144" y="157636"/>
              </a:lnTo>
              <a:lnTo>
                <a:pt x="0" y="157636"/>
              </a:lnTo>
              <a:lnTo>
                <a:pt x="0" y="315273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4C5805-EE6E-404C-BEE2-27D6A6D93D7D}">
      <dsp:nvSpPr>
        <dsp:cNvPr id="0" name=""/>
        <dsp:cNvSpPr/>
      </dsp:nvSpPr>
      <dsp:spPr>
        <a:xfrm>
          <a:off x="1967238" y="3271363"/>
          <a:ext cx="225195" cy="28224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22450"/>
              </a:lnTo>
              <a:lnTo>
                <a:pt x="225195" y="282245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96F085-0D48-EC45-BAAB-B0845268AA42}">
      <dsp:nvSpPr>
        <dsp:cNvPr id="0" name=""/>
        <dsp:cNvSpPr/>
      </dsp:nvSpPr>
      <dsp:spPr>
        <a:xfrm>
          <a:off x="1967238" y="3271363"/>
          <a:ext cx="225195" cy="17565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6525"/>
              </a:lnTo>
              <a:lnTo>
                <a:pt x="225195" y="175652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FE0EDD-2F35-8047-99B1-D106BEE231E7}">
      <dsp:nvSpPr>
        <dsp:cNvPr id="0" name=""/>
        <dsp:cNvSpPr/>
      </dsp:nvSpPr>
      <dsp:spPr>
        <a:xfrm>
          <a:off x="1967238" y="3271363"/>
          <a:ext cx="225195" cy="6905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0599"/>
              </a:lnTo>
              <a:lnTo>
                <a:pt x="225195" y="690599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AE25AE-708B-7A4D-A50D-F7681280D092}">
      <dsp:nvSpPr>
        <dsp:cNvPr id="0" name=""/>
        <dsp:cNvSpPr/>
      </dsp:nvSpPr>
      <dsp:spPr>
        <a:xfrm>
          <a:off x="1659470" y="2205437"/>
          <a:ext cx="908288" cy="315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636"/>
              </a:lnTo>
              <a:lnTo>
                <a:pt x="908288" y="157636"/>
              </a:lnTo>
              <a:lnTo>
                <a:pt x="908288" y="315273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8E9300-C78B-864C-BF1F-F5D2FDB5A2FA}">
      <dsp:nvSpPr>
        <dsp:cNvPr id="0" name=""/>
        <dsp:cNvSpPr/>
      </dsp:nvSpPr>
      <dsp:spPr>
        <a:xfrm>
          <a:off x="751182" y="2205437"/>
          <a:ext cx="908288" cy="315273"/>
        </a:xfrm>
        <a:custGeom>
          <a:avLst/>
          <a:gdLst/>
          <a:ahLst/>
          <a:cxnLst/>
          <a:rect l="0" t="0" r="0" b="0"/>
          <a:pathLst>
            <a:path>
              <a:moveTo>
                <a:pt x="908288" y="0"/>
              </a:moveTo>
              <a:lnTo>
                <a:pt x="908288" y="157636"/>
              </a:lnTo>
              <a:lnTo>
                <a:pt x="0" y="157636"/>
              </a:lnTo>
              <a:lnTo>
                <a:pt x="0" y="315273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5C2949-1A81-224F-8065-C4722452D2C5}">
      <dsp:nvSpPr>
        <dsp:cNvPr id="0" name=""/>
        <dsp:cNvSpPr/>
      </dsp:nvSpPr>
      <dsp:spPr>
        <a:xfrm>
          <a:off x="1659470" y="1139511"/>
          <a:ext cx="3179010" cy="315273"/>
        </a:xfrm>
        <a:custGeom>
          <a:avLst/>
          <a:gdLst/>
          <a:ahLst/>
          <a:cxnLst/>
          <a:rect l="0" t="0" r="0" b="0"/>
          <a:pathLst>
            <a:path>
              <a:moveTo>
                <a:pt x="3179010" y="0"/>
              </a:moveTo>
              <a:lnTo>
                <a:pt x="3179010" y="157636"/>
              </a:lnTo>
              <a:lnTo>
                <a:pt x="0" y="157636"/>
              </a:lnTo>
              <a:lnTo>
                <a:pt x="0" y="315273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197F08-51E1-8A46-ABD5-21EDBC710ECD}">
      <dsp:nvSpPr>
        <dsp:cNvPr id="0" name=""/>
        <dsp:cNvSpPr/>
      </dsp:nvSpPr>
      <dsp:spPr>
        <a:xfrm>
          <a:off x="3581402" y="388859"/>
          <a:ext cx="2514158" cy="750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Stages / levels of Software Testing </a:t>
          </a:r>
        </a:p>
      </dsp:txBody>
      <dsp:txXfrm>
        <a:off x="3581402" y="388859"/>
        <a:ext cx="2514158" cy="750651"/>
      </dsp:txXfrm>
    </dsp:sp>
    <dsp:sp modelId="{B3280AC8-1A60-A446-AD00-909668609DA1}">
      <dsp:nvSpPr>
        <dsp:cNvPr id="0" name=""/>
        <dsp:cNvSpPr/>
      </dsp:nvSpPr>
      <dsp:spPr>
        <a:xfrm>
          <a:off x="908818" y="1454785"/>
          <a:ext cx="1501303" cy="750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1. Component</a:t>
          </a:r>
        </a:p>
      </dsp:txBody>
      <dsp:txXfrm>
        <a:off x="908818" y="1454785"/>
        <a:ext cx="1501303" cy="750651"/>
      </dsp:txXfrm>
    </dsp:sp>
    <dsp:sp modelId="{23C6863D-94AA-3449-9B61-48EAF1F33555}">
      <dsp:nvSpPr>
        <dsp:cNvPr id="0" name=""/>
        <dsp:cNvSpPr/>
      </dsp:nvSpPr>
      <dsp:spPr>
        <a:xfrm>
          <a:off x="530" y="2520711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Object/Class</a:t>
          </a:r>
        </a:p>
      </dsp:txBody>
      <dsp:txXfrm>
        <a:off x="530" y="2520711"/>
        <a:ext cx="1501303" cy="750651"/>
      </dsp:txXfrm>
    </dsp:sp>
    <dsp:sp modelId="{32EA64F8-A30A-2D47-8816-FE7619DE672E}">
      <dsp:nvSpPr>
        <dsp:cNvPr id="0" name=""/>
        <dsp:cNvSpPr/>
      </dsp:nvSpPr>
      <dsp:spPr>
        <a:xfrm>
          <a:off x="1817107" y="2520711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Interface</a:t>
          </a:r>
        </a:p>
      </dsp:txBody>
      <dsp:txXfrm>
        <a:off x="1817107" y="2520711"/>
        <a:ext cx="1501303" cy="750651"/>
      </dsp:txXfrm>
    </dsp:sp>
    <dsp:sp modelId="{F219D5C6-9420-BA49-819A-BC6DC09B964E}">
      <dsp:nvSpPr>
        <dsp:cNvPr id="0" name=""/>
        <dsp:cNvSpPr/>
      </dsp:nvSpPr>
      <dsp:spPr>
        <a:xfrm>
          <a:off x="2192433" y="3586636"/>
          <a:ext cx="1501303" cy="75065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Parameter</a:t>
          </a:r>
        </a:p>
      </dsp:txBody>
      <dsp:txXfrm>
        <a:off x="2192433" y="3586636"/>
        <a:ext cx="1501303" cy="750651"/>
      </dsp:txXfrm>
    </dsp:sp>
    <dsp:sp modelId="{CCBD3EBC-B743-3A4C-BDD1-BC8427B758F4}">
      <dsp:nvSpPr>
        <dsp:cNvPr id="0" name=""/>
        <dsp:cNvSpPr/>
      </dsp:nvSpPr>
      <dsp:spPr>
        <a:xfrm>
          <a:off x="2192433" y="4652562"/>
          <a:ext cx="1501303" cy="75065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Procedural</a:t>
          </a:r>
        </a:p>
      </dsp:txBody>
      <dsp:txXfrm>
        <a:off x="2192433" y="4652562"/>
        <a:ext cx="1501303" cy="750651"/>
      </dsp:txXfrm>
    </dsp:sp>
    <dsp:sp modelId="{480591C3-8094-4344-8F82-A3D547F896CF}">
      <dsp:nvSpPr>
        <dsp:cNvPr id="0" name=""/>
        <dsp:cNvSpPr/>
      </dsp:nvSpPr>
      <dsp:spPr>
        <a:xfrm>
          <a:off x="2192433" y="5718488"/>
          <a:ext cx="1501303" cy="75065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Message Passing</a:t>
          </a:r>
        </a:p>
      </dsp:txBody>
      <dsp:txXfrm>
        <a:off x="2192433" y="5718488"/>
        <a:ext cx="1501303" cy="750651"/>
      </dsp:txXfrm>
    </dsp:sp>
    <dsp:sp modelId="{BC04D3C0-D8A2-234D-AA91-8666421729DD}">
      <dsp:nvSpPr>
        <dsp:cNvPr id="0" name=""/>
        <dsp:cNvSpPr/>
      </dsp:nvSpPr>
      <dsp:spPr>
        <a:xfrm>
          <a:off x="3633685" y="1454785"/>
          <a:ext cx="1501303" cy="750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2. Integration</a:t>
          </a:r>
        </a:p>
      </dsp:txBody>
      <dsp:txXfrm>
        <a:off x="3633685" y="1454785"/>
        <a:ext cx="1501303" cy="750651"/>
      </dsp:txXfrm>
    </dsp:sp>
    <dsp:sp modelId="{2004ACE5-7740-6D4A-B245-2E65E2497AD2}">
      <dsp:nvSpPr>
        <dsp:cNvPr id="0" name=""/>
        <dsp:cNvSpPr/>
      </dsp:nvSpPr>
      <dsp:spPr>
        <a:xfrm>
          <a:off x="4009011" y="2520711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Top-down</a:t>
          </a:r>
        </a:p>
      </dsp:txBody>
      <dsp:txXfrm>
        <a:off x="4009011" y="2520711"/>
        <a:ext cx="1501303" cy="750651"/>
      </dsp:txXfrm>
    </dsp:sp>
    <dsp:sp modelId="{259A0BC8-027A-6F40-BCE4-328BA4B4F1E3}">
      <dsp:nvSpPr>
        <dsp:cNvPr id="0" name=""/>
        <dsp:cNvSpPr/>
      </dsp:nvSpPr>
      <dsp:spPr>
        <a:xfrm>
          <a:off x="4009011" y="3586636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Bottom-up</a:t>
          </a:r>
        </a:p>
      </dsp:txBody>
      <dsp:txXfrm>
        <a:off x="4009011" y="3586636"/>
        <a:ext cx="1501303" cy="750651"/>
      </dsp:txXfrm>
    </dsp:sp>
    <dsp:sp modelId="{56BC7F51-04EA-C945-B086-47AFCB4D4B32}">
      <dsp:nvSpPr>
        <dsp:cNvPr id="0" name=""/>
        <dsp:cNvSpPr/>
      </dsp:nvSpPr>
      <dsp:spPr>
        <a:xfrm>
          <a:off x="5450262" y="1454785"/>
          <a:ext cx="1501303" cy="750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3. System</a:t>
          </a:r>
        </a:p>
      </dsp:txBody>
      <dsp:txXfrm>
        <a:off x="5450262" y="1454785"/>
        <a:ext cx="1501303" cy="750651"/>
      </dsp:txXfrm>
    </dsp:sp>
    <dsp:sp modelId="{CAE53D00-9B4B-BF42-8DDE-326F853C2A9A}">
      <dsp:nvSpPr>
        <dsp:cNvPr id="0" name=""/>
        <dsp:cNvSpPr/>
      </dsp:nvSpPr>
      <dsp:spPr>
        <a:xfrm>
          <a:off x="5825588" y="2520711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Functional</a:t>
          </a:r>
        </a:p>
      </dsp:txBody>
      <dsp:txXfrm>
        <a:off x="5825588" y="2520711"/>
        <a:ext cx="1501303" cy="750651"/>
      </dsp:txXfrm>
    </dsp:sp>
    <dsp:sp modelId="{02AA6DA3-18A1-E143-A0FA-95D1F0E10FD0}">
      <dsp:nvSpPr>
        <dsp:cNvPr id="0" name=""/>
        <dsp:cNvSpPr/>
      </dsp:nvSpPr>
      <dsp:spPr>
        <a:xfrm>
          <a:off x="5825588" y="3586636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NF: Usability</a:t>
          </a:r>
        </a:p>
      </dsp:txBody>
      <dsp:txXfrm>
        <a:off x="5825588" y="3586636"/>
        <a:ext cx="1501303" cy="750651"/>
      </dsp:txXfrm>
    </dsp:sp>
    <dsp:sp modelId="{3645C1AC-6F75-5A4F-90F0-9C4049EF7801}">
      <dsp:nvSpPr>
        <dsp:cNvPr id="0" name=""/>
        <dsp:cNvSpPr/>
      </dsp:nvSpPr>
      <dsp:spPr>
        <a:xfrm>
          <a:off x="5825588" y="4652562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NF: Performance</a:t>
          </a:r>
        </a:p>
      </dsp:txBody>
      <dsp:txXfrm>
        <a:off x="5825588" y="4652562"/>
        <a:ext cx="1501303" cy="750651"/>
      </dsp:txXfrm>
    </dsp:sp>
    <dsp:sp modelId="{84CA9605-3B0B-B34F-BB52-404C37E8FFAD}">
      <dsp:nvSpPr>
        <dsp:cNvPr id="0" name=""/>
        <dsp:cNvSpPr/>
      </dsp:nvSpPr>
      <dsp:spPr>
        <a:xfrm>
          <a:off x="5825588" y="5718488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NF: Stress</a:t>
          </a:r>
          <a:endParaRPr lang="en-US" sz="1400" kern="1200" dirty="0"/>
        </a:p>
      </dsp:txBody>
      <dsp:txXfrm>
        <a:off x="5825588" y="5718488"/>
        <a:ext cx="1501303" cy="750651"/>
      </dsp:txXfrm>
    </dsp:sp>
    <dsp:sp modelId="{0C0DAF1E-17E8-9141-811C-9E9F817C44BE}">
      <dsp:nvSpPr>
        <dsp:cNvPr id="0" name=""/>
        <dsp:cNvSpPr/>
      </dsp:nvSpPr>
      <dsp:spPr>
        <a:xfrm>
          <a:off x="7266840" y="1454785"/>
          <a:ext cx="1501303" cy="750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4. </a:t>
          </a:r>
          <a:r>
            <a:rPr lang="en-US" sz="1400" kern="1200" dirty="0"/>
            <a:t>Acceptance</a:t>
          </a:r>
        </a:p>
      </dsp:txBody>
      <dsp:txXfrm>
        <a:off x="7266840" y="1454785"/>
        <a:ext cx="1501303" cy="750651"/>
      </dsp:txXfrm>
    </dsp:sp>
    <dsp:sp modelId="{2B2536D9-7E0A-604B-BAE4-94F29120E4E4}">
      <dsp:nvSpPr>
        <dsp:cNvPr id="0" name=""/>
        <dsp:cNvSpPr/>
      </dsp:nvSpPr>
      <dsp:spPr>
        <a:xfrm>
          <a:off x="7642166" y="2520711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a) Alpha</a:t>
          </a:r>
        </a:p>
      </dsp:txBody>
      <dsp:txXfrm>
        <a:off x="7642166" y="2520711"/>
        <a:ext cx="1501303" cy="750651"/>
      </dsp:txXfrm>
    </dsp:sp>
    <dsp:sp modelId="{C3D82260-5EB3-A140-BF6A-C7144986B46F}">
      <dsp:nvSpPr>
        <dsp:cNvPr id="0" name=""/>
        <dsp:cNvSpPr/>
      </dsp:nvSpPr>
      <dsp:spPr>
        <a:xfrm>
          <a:off x="7642166" y="3586636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b) Beta</a:t>
          </a:r>
        </a:p>
      </dsp:txBody>
      <dsp:txXfrm>
        <a:off x="7642166" y="3586636"/>
        <a:ext cx="1501303" cy="750651"/>
      </dsp:txXfrm>
    </dsp:sp>
    <dsp:sp modelId="{87003F05-4EA6-CE46-AF60-F9302885698D}">
      <dsp:nvSpPr>
        <dsp:cNvPr id="0" name=""/>
        <dsp:cNvSpPr/>
      </dsp:nvSpPr>
      <dsp:spPr>
        <a:xfrm>
          <a:off x="7642166" y="4652562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c) UAT</a:t>
          </a:r>
        </a:p>
      </dsp:txBody>
      <dsp:txXfrm>
        <a:off x="7642166" y="4652562"/>
        <a:ext cx="1501303" cy="7506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4B7BB3-6BC9-7340-84EB-B2924CF4BCF4}">
      <dsp:nvSpPr>
        <dsp:cNvPr id="0" name=""/>
        <dsp:cNvSpPr/>
      </dsp:nvSpPr>
      <dsp:spPr>
        <a:xfrm>
          <a:off x="7416970" y="2205437"/>
          <a:ext cx="225195" cy="28224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22450"/>
              </a:lnTo>
              <a:lnTo>
                <a:pt x="225195" y="282245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4C4A0B-C0F6-7046-9D88-763F38F110DC}">
      <dsp:nvSpPr>
        <dsp:cNvPr id="0" name=""/>
        <dsp:cNvSpPr/>
      </dsp:nvSpPr>
      <dsp:spPr>
        <a:xfrm>
          <a:off x="7416970" y="2205437"/>
          <a:ext cx="225195" cy="17565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6525"/>
              </a:lnTo>
              <a:lnTo>
                <a:pt x="225195" y="175652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C284C6-D403-6345-9E1A-E1E24CB46189}">
      <dsp:nvSpPr>
        <dsp:cNvPr id="0" name=""/>
        <dsp:cNvSpPr/>
      </dsp:nvSpPr>
      <dsp:spPr>
        <a:xfrm>
          <a:off x="7416970" y="2205437"/>
          <a:ext cx="225195" cy="6905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0599"/>
              </a:lnTo>
              <a:lnTo>
                <a:pt x="225195" y="69059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E920B8-DEBA-BB41-B107-4F3C2AAB2B1D}">
      <dsp:nvSpPr>
        <dsp:cNvPr id="0" name=""/>
        <dsp:cNvSpPr/>
      </dsp:nvSpPr>
      <dsp:spPr>
        <a:xfrm>
          <a:off x="4838481" y="1139511"/>
          <a:ext cx="3179010" cy="315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636"/>
              </a:lnTo>
              <a:lnTo>
                <a:pt x="3179010" y="157636"/>
              </a:lnTo>
              <a:lnTo>
                <a:pt x="3179010" y="315273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ABB670-CEC3-164B-8C71-B9CDB98ED8C1}">
      <dsp:nvSpPr>
        <dsp:cNvPr id="0" name=""/>
        <dsp:cNvSpPr/>
      </dsp:nvSpPr>
      <dsp:spPr>
        <a:xfrm>
          <a:off x="5600393" y="2205437"/>
          <a:ext cx="225195" cy="38883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88376"/>
              </a:lnTo>
              <a:lnTo>
                <a:pt x="225195" y="388837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4882CA-CC9D-3A43-A6A1-8B95D6EB08F9}">
      <dsp:nvSpPr>
        <dsp:cNvPr id="0" name=""/>
        <dsp:cNvSpPr/>
      </dsp:nvSpPr>
      <dsp:spPr>
        <a:xfrm>
          <a:off x="5600393" y="2205437"/>
          <a:ext cx="225195" cy="28224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22450"/>
              </a:lnTo>
              <a:lnTo>
                <a:pt x="225195" y="282245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38F7DE-A1E2-8C4F-96E6-A5D6A070F68B}">
      <dsp:nvSpPr>
        <dsp:cNvPr id="0" name=""/>
        <dsp:cNvSpPr/>
      </dsp:nvSpPr>
      <dsp:spPr>
        <a:xfrm>
          <a:off x="5600393" y="2205437"/>
          <a:ext cx="225195" cy="17565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6525"/>
              </a:lnTo>
              <a:lnTo>
                <a:pt x="225195" y="175652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B1C620-06D5-7946-AB9E-11433A983B41}">
      <dsp:nvSpPr>
        <dsp:cNvPr id="0" name=""/>
        <dsp:cNvSpPr/>
      </dsp:nvSpPr>
      <dsp:spPr>
        <a:xfrm>
          <a:off x="5600393" y="2205437"/>
          <a:ext cx="225195" cy="6905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0599"/>
              </a:lnTo>
              <a:lnTo>
                <a:pt x="225195" y="69059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9D552E-2E91-724F-BC1C-673895B3C9C8}">
      <dsp:nvSpPr>
        <dsp:cNvPr id="0" name=""/>
        <dsp:cNvSpPr/>
      </dsp:nvSpPr>
      <dsp:spPr>
        <a:xfrm>
          <a:off x="4838481" y="1139511"/>
          <a:ext cx="1362433" cy="315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636"/>
              </a:lnTo>
              <a:lnTo>
                <a:pt x="1362433" y="157636"/>
              </a:lnTo>
              <a:lnTo>
                <a:pt x="1362433" y="315273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C4D776-A7B0-CD46-8734-909F950EBA9B}">
      <dsp:nvSpPr>
        <dsp:cNvPr id="0" name=""/>
        <dsp:cNvSpPr/>
      </dsp:nvSpPr>
      <dsp:spPr>
        <a:xfrm>
          <a:off x="3783815" y="2205437"/>
          <a:ext cx="225195" cy="17565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6525"/>
              </a:lnTo>
              <a:lnTo>
                <a:pt x="225195" y="175652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E31135-22D6-CD4B-9F0B-5C3E6FB37BFD}">
      <dsp:nvSpPr>
        <dsp:cNvPr id="0" name=""/>
        <dsp:cNvSpPr/>
      </dsp:nvSpPr>
      <dsp:spPr>
        <a:xfrm>
          <a:off x="3783815" y="2205437"/>
          <a:ext cx="225195" cy="6905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0599"/>
              </a:lnTo>
              <a:lnTo>
                <a:pt x="225195" y="69059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3C49F2-83E1-3749-B40D-E831D425BA46}">
      <dsp:nvSpPr>
        <dsp:cNvPr id="0" name=""/>
        <dsp:cNvSpPr/>
      </dsp:nvSpPr>
      <dsp:spPr>
        <a:xfrm>
          <a:off x="4384337" y="1139511"/>
          <a:ext cx="454144" cy="315273"/>
        </a:xfrm>
        <a:custGeom>
          <a:avLst/>
          <a:gdLst/>
          <a:ahLst/>
          <a:cxnLst/>
          <a:rect l="0" t="0" r="0" b="0"/>
          <a:pathLst>
            <a:path>
              <a:moveTo>
                <a:pt x="454144" y="0"/>
              </a:moveTo>
              <a:lnTo>
                <a:pt x="454144" y="157636"/>
              </a:lnTo>
              <a:lnTo>
                <a:pt x="0" y="157636"/>
              </a:lnTo>
              <a:lnTo>
                <a:pt x="0" y="315273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4C5805-EE6E-404C-BEE2-27D6A6D93D7D}">
      <dsp:nvSpPr>
        <dsp:cNvPr id="0" name=""/>
        <dsp:cNvSpPr/>
      </dsp:nvSpPr>
      <dsp:spPr>
        <a:xfrm>
          <a:off x="1967238" y="3271363"/>
          <a:ext cx="225195" cy="28224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22450"/>
              </a:lnTo>
              <a:lnTo>
                <a:pt x="225195" y="282245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96F085-0D48-EC45-BAAB-B0845268AA42}">
      <dsp:nvSpPr>
        <dsp:cNvPr id="0" name=""/>
        <dsp:cNvSpPr/>
      </dsp:nvSpPr>
      <dsp:spPr>
        <a:xfrm>
          <a:off x="1967238" y="3271363"/>
          <a:ext cx="225195" cy="17565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6525"/>
              </a:lnTo>
              <a:lnTo>
                <a:pt x="225195" y="175652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FE0EDD-2F35-8047-99B1-D106BEE231E7}">
      <dsp:nvSpPr>
        <dsp:cNvPr id="0" name=""/>
        <dsp:cNvSpPr/>
      </dsp:nvSpPr>
      <dsp:spPr>
        <a:xfrm>
          <a:off x="1967238" y="3271363"/>
          <a:ext cx="225195" cy="6905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0599"/>
              </a:lnTo>
              <a:lnTo>
                <a:pt x="225195" y="690599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AE25AE-708B-7A4D-A50D-F7681280D092}">
      <dsp:nvSpPr>
        <dsp:cNvPr id="0" name=""/>
        <dsp:cNvSpPr/>
      </dsp:nvSpPr>
      <dsp:spPr>
        <a:xfrm>
          <a:off x="1659470" y="2205437"/>
          <a:ext cx="908288" cy="315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636"/>
              </a:lnTo>
              <a:lnTo>
                <a:pt x="908288" y="157636"/>
              </a:lnTo>
              <a:lnTo>
                <a:pt x="908288" y="315273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8E9300-C78B-864C-BF1F-F5D2FDB5A2FA}">
      <dsp:nvSpPr>
        <dsp:cNvPr id="0" name=""/>
        <dsp:cNvSpPr/>
      </dsp:nvSpPr>
      <dsp:spPr>
        <a:xfrm>
          <a:off x="751182" y="2205437"/>
          <a:ext cx="908288" cy="315273"/>
        </a:xfrm>
        <a:custGeom>
          <a:avLst/>
          <a:gdLst/>
          <a:ahLst/>
          <a:cxnLst/>
          <a:rect l="0" t="0" r="0" b="0"/>
          <a:pathLst>
            <a:path>
              <a:moveTo>
                <a:pt x="908288" y="0"/>
              </a:moveTo>
              <a:lnTo>
                <a:pt x="908288" y="157636"/>
              </a:lnTo>
              <a:lnTo>
                <a:pt x="0" y="157636"/>
              </a:lnTo>
              <a:lnTo>
                <a:pt x="0" y="315273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5C2949-1A81-224F-8065-C4722452D2C5}">
      <dsp:nvSpPr>
        <dsp:cNvPr id="0" name=""/>
        <dsp:cNvSpPr/>
      </dsp:nvSpPr>
      <dsp:spPr>
        <a:xfrm>
          <a:off x="1659470" y="1139511"/>
          <a:ext cx="3179010" cy="315273"/>
        </a:xfrm>
        <a:custGeom>
          <a:avLst/>
          <a:gdLst/>
          <a:ahLst/>
          <a:cxnLst/>
          <a:rect l="0" t="0" r="0" b="0"/>
          <a:pathLst>
            <a:path>
              <a:moveTo>
                <a:pt x="3179010" y="0"/>
              </a:moveTo>
              <a:lnTo>
                <a:pt x="3179010" y="157636"/>
              </a:lnTo>
              <a:lnTo>
                <a:pt x="0" y="157636"/>
              </a:lnTo>
              <a:lnTo>
                <a:pt x="0" y="315273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197F08-51E1-8A46-ABD5-21EDBC710ECD}">
      <dsp:nvSpPr>
        <dsp:cNvPr id="0" name=""/>
        <dsp:cNvSpPr/>
      </dsp:nvSpPr>
      <dsp:spPr>
        <a:xfrm>
          <a:off x="3581402" y="388859"/>
          <a:ext cx="2514158" cy="750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Stages / levels of Software Testing </a:t>
          </a:r>
        </a:p>
      </dsp:txBody>
      <dsp:txXfrm>
        <a:off x="3581402" y="388859"/>
        <a:ext cx="2514158" cy="750651"/>
      </dsp:txXfrm>
    </dsp:sp>
    <dsp:sp modelId="{B3280AC8-1A60-A446-AD00-909668609DA1}">
      <dsp:nvSpPr>
        <dsp:cNvPr id="0" name=""/>
        <dsp:cNvSpPr/>
      </dsp:nvSpPr>
      <dsp:spPr>
        <a:xfrm>
          <a:off x="908818" y="1454785"/>
          <a:ext cx="1501303" cy="750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1. Component</a:t>
          </a:r>
        </a:p>
      </dsp:txBody>
      <dsp:txXfrm>
        <a:off x="908818" y="1454785"/>
        <a:ext cx="1501303" cy="750651"/>
      </dsp:txXfrm>
    </dsp:sp>
    <dsp:sp modelId="{23C6863D-94AA-3449-9B61-48EAF1F33555}">
      <dsp:nvSpPr>
        <dsp:cNvPr id="0" name=""/>
        <dsp:cNvSpPr/>
      </dsp:nvSpPr>
      <dsp:spPr>
        <a:xfrm>
          <a:off x="530" y="2520711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Object/Class</a:t>
          </a:r>
        </a:p>
      </dsp:txBody>
      <dsp:txXfrm>
        <a:off x="530" y="2520711"/>
        <a:ext cx="1501303" cy="750651"/>
      </dsp:txXfrm>
    </dsp:sp>
    <dsp:sp modelId="{32EA64F8-A30A-2D47-8816-FE7619DE672E}">
      <dsp:nvSpPr>
        <dsp:cNvPr id="0" name=""/>
        <dsp:cNvSpPr/>
      </dsp:nvSpPr>
      <dsp:spPr>
        <a:xfrm>
          <a:off x="1817107" y="2520711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Interface</a:t>
          </a:r>
        </a:p>
      </dsp:txBody>
      <dsp:txXfrm>
        <a:off x="1817107" y="2520711"/>
        <a:ext cx="1501303" cy="750651"/>
      </dsp:txXfrm>
    </dsp:sp>
    <dsp:sp modelId="{F219D5C6-9420-BA49-819A-BC6DC09B964E}">
      <dsp:nvSpPr>
        <dsp:cNvPr id="0" name=""/>
        <dsp:cNvSpPr/>
      </dsp:nvSpPr>
      <dsp:spPr>
        <a:xfrm>
          <a:off x="2192433" y="3586636"/>
          <a:ext cx="1501303" cy="75065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Parameter</a:t>
          </a:r>
        </a:p>
      </dsp:txBody>
      <dsp:txXfrm>
        <a:off x="2192433" y="3586636"/>
        <a:ext cx="1501303" cy="750651"/>
      </dsp:txXfrm>
    </dsp:sp>
    <dsp:sp modelId="{CCBD3EBC-B743-3A4C-BDD1-BC8427B758F4}">
      <dsp:nvSpPr>
        <dsp:cNvPr id="0" name=""/>
        <dsp:cNvSpPr/>
      </dsp:nvSpPr>
      <dsp:spPr>
        <a:xfrm>
          <a:off x="2192433" y="4652562"/>
          <a:ext cx="1501303" cy="75065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Procedural</a:t>
          </a:r>
        </a:p>
      </dsp:txBody>
      <dsp:txXfrm>
        <a:off x="2192433" y="4652562"/>
        <a:ext cx="1501303" cy="750651"/>
      </dsp:txXfrm>
    </dsp:sp>
    <dsp:sp modelId="{480591C3-8094-4344-8F82-A3D547F896CF}">
      <dsp:nvSpPr>
        <dsp:cNvPr id="0" name=""/>
        <dsp:cNvSpPr/>
      </dsp:nvSpPr>
      <dsp:spPr>
        <a:xfrm>
          <a:off x="2192433" y="5718488"/>
          <a:ext cx="1501303" cy="75065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Message Passing</a:t>
          </a:r>
        </a:p>
      </dsp:txBody>
      <dsp:txXfrm>
        <a:off x="2192433" y="5718488"/>
        <a:ext cx="1501303" cy="750651"/>
      </dsp:txXfrm>
    </dsp:sp>
    <dsp:sp modelId="{BC04D3C0-D8A2-234D-AA91-8666421729DD}">
      <dsp:nvSpPr>
        <dsp:cNvPr id="0" name=""/>
        <dsp:cNvSpPr/>
      </dsp:nvSpPr>
      <dsp:spPr>
        <a:xfrm>
          <a:off x="3633685" y="1454785"/>
          <a:ext cx="1501303" cy="750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2. Integration</a:t>
          </a:r>
        </a:p>
      </dsp:txBody>
      <dsp:txXfrm>
        <a:off x="3633685" y="1454785"/>
        <a:ext cx="1501303" cy="750651"/>
      </dsp:txXfrm>
    </dsp:sp>
    <dsp:sp modelId="{2004ACE5-7740-6D4A-B245-2E65E2497AD2}">
      <dsp:nvSpPr>
        <dsp:cNvPr id="0" name=""/>
        <dsp:cNvSpPr/>
      </dsp:nvSpPr>
      <dsp:spPr>
        <a:xfrm>
          <a:off x="4009011" y="2520711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Top-down</a:t>
          </a:r>
        </a:p>
      </dsp:txBody>
      <dsp:txXfrm>
        <a:off x="4009011" y="2520711"/>
        <a:ext cx="1501303" cy="750651"/>
      </dsp:txXfrm>
    </dsp:sp>
    <dsp:sp modelId="{259A0BC8-027A-6F40-BCE4-328BA4B4F1E3}">
      <dsp:nvSpPr>
        <dsp:cNvPr id="0" name=""/>
        <dsp:cNvSpPr/>
      </dsp:nvSpPr>
      <dsp:spPr>
        <a:xfrm>
          <a:off x="4009011" y="3586636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Bottom-up</a:t>
          </a:r>
        </a:p>
      </dsp:txBody>
      <dsp:txXfrm>
        <a:off x="4009011" y="3586636"/>
        <a:ext cx="1501303" cy="750651"/>
      </dsp:txXfrm>
    </dsp:sp>
    <dsp:sp modelId="{56BC7F51-04EA-C945-B086-47AFCB4D4B32}">
      <dsp:nvSpPr>
        <dsp:cNvPr id="0" name=""/>
        <dsp:cNvSpPr/>
      </dsp:nvSpPr>
      <dsp:spPr>
        <a:xfrm>
          <a:off x="5450262" y="1454785"/>
          <a:ext cx="1501303" cy="750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3. System</a:t>
          </a:r>
        </a:p>
      </dsp:txBody>
      <dsp:txXfrm>
        <a:off x="5450262" y="1454785"/>
        <a:ext cx="1501303" cy="750651"/>
      </dsp:txXfrm>
    </dsp:sp>
    <dsp:sp modelId="{CAE53D00-9B4B-BF42-8DDE-326F853C2A9A}">
      <dsp:nvSpPr>
        <dsp:cNvPr id="0" name=""/>
        <dsp:cNvSpPr/>
      </dsp:nvSpPr>
      <dsp:spPr>
        <a:xfrm>
          <a:off x="5825588" y="2520711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Functional</a:t>
          </a:r>
        </a:p>
      </dsp:txBody>
      <dsp:txXfrm>
        <a:off x="5825588" y="2520711"/>
        <a:ext cx="1501303" cy="750651"/>
      </dsp:txXfrm>
    </dsp:sp>
    <dsp:sp modelId="{02AA6DA3-18A1-E143-A0FA-95D1F0E10FD0}">
      <dsp:nvSpPr>
        <dsp:cNvPr id="0" name=""/>
        <dsp:cNvSpPr/>
      </dsp:nvSpPr>
      <dsp:spPr>
        <a:xfrm>
          <a:off x="5825588" y="3586636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NF: Usability</a:t>
          </a:r>
        </a:p>
      </dsp:txBody>
      <dsp:txXfrm>
        <a:off x="5825588" y="3586636"/>
        <a:ext cx="1501303" cy="750651"/>
      </dsp:txXfrm>
    </dsp:sp>
    <dsp:sp modelId="{3645C1AC-6F75-5A4F-90F0-9C4049EF7801}">
      <dsp:nvSpPr>
        <dsp:cNvPr id="0" name=""/>
        <dsp:cNvSpPr/>
      </dsp:nvSpPr>
      <dsp:spPr>
        <a:xfrm>
          <a:off x="5825588" y="4652562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NF: Performance</a:t>
          </a:r>
        </a:p>
      </dsp:txBody>
      <dsp:txXfrm>
        <a:off x="5825588" y="4652562"/>
        <a:ext cx="1501303" cy="750651"/>
      </dsp:txXfrm>
    </dsp:sp>
    <dsp:sp modelId="{84CA9605-3B0B-B34F-BB52-404C37E8FFAD}">
      <dsp:nvSpPr>
        <dsp:cNvPr id="0" name=""/>
        <dsp:cNvSpPr/>
      </dsp:nvSpPr>
      <dsp:spPr>
        <a:xfrm>
          <a:off x="5825588" y="5718488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NF: Stress</a:t>
          </a:r>
          <a:endParaRPr lang="en-US" sz="1400" kern="1200" dirty="0"/>
        </a:p>
      </dsp:txBody>
      <dsp:txXfrm>
        <a:off x="5825588" y="5718488"/>
        <a:ext cx="1501303" cy="750651"/>
      </dsp:txXfrm>
    </dsp:sp>
    <dsp:sp modelId="{0C0DAF1E-17E8-9141-811C-9E9F817C44BE}">
      <dsp:nvSpPr>
        <dsp:cNvPr id="0" name=""/>
        <dsp:cNvSpPr/>
      </dsp:nvSpPr>
      <dsp:spPr>
        <a:xfrm>
          <a:off x="7266840" y="1454785"/>
          <a:ext cx="1501303" cy="750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4. </a:t>
          </a:r>
          <a:r>
            <a:rPr lang="en-US" sz="1400" kern="1200" dirty="0"/>
            <a:t>Acceptance</a:t>
          </a:r>
        </a:p>
      </dsp:txBody>
      <dsp:txXfrm>
        <a:off x="7266840" y="1454785"/>
        <a:ext cx="1501303" cy="750651"/>
      </dsp:txXfrm>
    </dsp:sp>
    <dsp:sp modelId="{2B2536D9-7E0A-604B-BAE4-94F29120E4E4}">
      <dsp:nvSpPr>
        <dsp:cNvPr id="0" name=""/>
        <dsp:cNvSpPr/>
      </dsp:nvSpPr>
      <dsp:spPr>
        <a:xfrm>
          <a:off x="7642166" y="2520711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a) Alpha</a:t>
          </a:r>
        </a:p>
      </dsp:txBody>
      <dsp:txXfrm>
        <a:off x="7642166" y="2520711"/>
        <a:ext cx="1501303" cy="750651"/>
      </dsp:txXfrm>
    </dsp:sp>
    <dsp:sp modelId="{C3D82260-5EB3-A140-BF6A-C7144986B46F}">
      <dsp:nvSpPr>
        <dsp:cNvPr id="0" name=""/>
        <dsp:cNvSpPr/>
      </dsp:nvSpPr>
      <dsp:spPr>
        <a:xfrm>
          <a:off x="7642166" y="3586636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b) Beta</a:t>
          </a:r>
        </a:p>
      </dsp:txBody>
      <dsp:txXfrm>
        <a:off x="7642166" y="3586636"/>
        <a:ext cx="1501303" cy="750651"/>
      </dsp:txXfrm>
    </dsp:sp>
    <dsp:sp modelId="{87003F05-4EA6-CE46-AF60-F9302885698D}">
      <dsp:nvSpPr>
        <dsp:cNvPr id="0" name=""/>
        <dsp:cNvSpPr/>
      </dsp:nvSpPr>
      <dsp:spPr>
        <a:xfrm>
          <a:off x="7642166" y="4652562"/>
          <a:ext cx="1501303" cy="7506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c) UAT</a:t>
          </a:r>
        </a:p>
      </dsp:txBody>
      <dsp:txXfrm>
        <a:off x="7642166" y="4652562"/>
        <a:ext cx="1501303" cy="7506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4T00:34:09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7786">
    <iact:property name="dataType"/>
    <iact:actionData xml:id="d0">
      <inkml:trace xmlns:inkml="http://www.w3.org/2003/InkML" xml:id="stk0" contextRef="#ctx0" brushRef="#br0">17098 9665 0,'126'0'112,"-100"-25"-102,75-1-2,-50 26 0,25 0-3,51-25 4,-51 0 1,51-77-1,-102 102-2,1 0 2,-1 0-2,0-25 9,1 25-1,-1 0 8</inkml:trace>
    </iact:actionData>
  </iact:action>
</iact:actions>
</file>

<file path=ppt/ink/inkAction2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4T00:34:09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2218">
    <iact:property name="dataType"/>
    <iact:actionData xml:id="d0">
      <inkml:trace xmlns:inkml="http://www.w3.org/2003/InkML" xml:id="stk0" contextRef="#ctx0" brushRef="#br0">12912 3273 0,'0'0'2,"51"0"20,-26 0 3,0 0-16,51 0 5,-50 0-7,-1 0 6,1 0-8,24 0 6,52 0-7,-52 0 11,27 0-6,-27 0-3,77 0 2,-101 0 2,75 0-2,-25 0 0,-51 0 0,1 0 0,25 0-1,-1 0 2,52 0 1,-52 0-3,27 0 2,-52 0-2,0 0 9,51 0-7,-50 0 4,-1 0 3,26 0 3,0 0-3,-26 0 48,26 0-56,-1 0 41</inkml:trace>
    </iact:actionData>
  </iact:action>
  <iact:action type="add" startTime="23315">
    <iact:property name="dataType"/>
    <iact:actionData xml:id="d1">
      <inkml:trace xmlns:inkml="http://www.w3.org/2003/InkML" xml:id="stk1" contextRef="#ctx0" brushRef="#br0">10553 6697 0,'101'-25'34,"-76"25"-28,1 0 2,50 0 0,-51 0 0,51 0 17,-50 0-9,-1 0 10,0 0-10,1 0-10,-1 0 7,1 0 35,24 0-30,-24 0-1,24 0 12,1 0-5,-25 0 51,-1 0-27,26 0-17,-26 0 10,0 0-2,1 0-17,-1 0-4,0 0 4,1 0 5,-1 0-13,26 0 43,-26 0-43,1 0 19,24 0-16,-24 0 7,25 0 1,-1 0-3,26-25-3,-25-1-5,-26 26 0,1 0 7,-1 0-5,26 0-10,-26-25 15,1 25-10,50 0-3,-25-25 5,-1 25 30,-24 0-35,-1 0 22,51 0-12,-25 0 549,76 0-557,-102 0 2,26 0-1,-26 0 10,51 0-10,-50 0-1,-1 0-4,0 0 2,26 0-2,-26 0 9,1 0-6,25 0 0,-26 0-2,0 0 5,26 0 0,-26 0 14,26 0 6,0 0-27,-26 0 51,1 0-40,-1 0 3,0 0-3,1 0-10,24-26 12,1 26 12,0-51 4,-26 51 35,26 0-37,-26 0 16,1 0 24,25 0 152,-26 0-208,0 0 48,1 26-56,50 25 25,-51-26-14,-25 0 1,25 26 25,1-26-23,-1 1 235</inkml:trace>
    </iact:actionData>
  </iact:action>
  <iact:action type="add" startTime="38586">
    <iact:property name="dataType"/>
    <iact:actionData xml:id="d2">
      <inkml:trace xmlns:inkml="http://www.w3.org/2003/InkML" xml:id="stk2" contextRef="#ctx0" brushRef="#br0">21359 8600 0,'26'0'98,"-1"0"-92,51 0 1,-50 0 6,50 0-9,-51 0 11,77 0-7,-52 0 2,26 0-4,-50 0 4,50 0-4,-25 0 4,25 0-4,-25 0 4,25 0-2,-26 0 0,-24 0-2,75 0 6,-25 0-8,-50 0 4,24 0 0,27 0 0,-27 0 0,26-26 4,-50 26-8,75 0 6,-75 0-4,-1 0 4,51 0-4,-25 0 4,0 0-4,-26 0 13,51 0-12,-51 0 1,26 0 0,0 0 0,0 0 0,-1-25-1,1 0 3,0 25 7,0 0-12,-26 0 2,26 0 5,-1 0-6,-24 0 0,-1 0 2,0 0 2,26 0-2,-25 0 1,50 0-2,-51 0-1,26-26 4,-26 26-2,0 0 0,1 0-1,25 0-1,-1 0 4,-24 0-2,24 0 0,1 0 1,-25 0-2,-1 0 1,0 0 0,26 0 1,0 0-2,-1 0 2,-24 0 0,-1 0-4,1 0 6,24 0-6,26 0 3,-50 0 5,-1 0-10,51 0 6,-50 0 1,-1 0-1,51 0-5,-51 0 12,26 0-7,0 0-1,-26 0 10,51 0-10,-50 0 0,25 0 8,-1 0-11,-24 0 5,24 0-3,-24 0 0,-1 0 9,26 0 0,-26 0-5,1 0-1,-1 0-4,51 0 2,-51-25 15,26 25-6,-25 0-12,24-25 11,1 25 64</inkml:trace>
    </iact:actionData>
  </iact:action>
  <iact:action type="add" startTime="57906">
    <iact:property name="dataType"/>
    <iact:actionData xml:id="d3">
      <inkml:trace xmlns:inkml="http://www.w3.org/2003/InkML" xml:id="stk3" contextRef="#ctx0" brushRef="#br0">3221 10883 0,'26'0'129,"24"0"-114,1 0-8,0 25 2,-26-25 0,26 0-3,126 51 13,-151-26-6,50 1 22,-25-26-20,-1 0-9,-24 0 2,24 0 2,1 0 7,-25 0-4,50 0 6,-26 0-9,26 0 28,26 0-33,-1 25 3,-75-25 4,50 0-8,0 76 4,-25-76 1,50 0 1,-75 0 6,24 0 0,1 0-11,51 0 3,-52 0 11,1 25-4,25-25 8,-51 0-4,1 0 33</inkml:trace>
    </iact:actionData>
  </iact:action>
  <iact:action type="add" startTime="89689">
    <iact:property name="dataType"/>
    <iact:actionData xml:id="d4">
      <inkml:trace xmlns:inkml="http://www.w3.org/2003/InkML" xml:id="stk4" contextRef="#ctx0" brushRef="#br0">12633 13394 0,'51'0'33,"-26"0"-24,0 0 0,1 0-4,24 0 6,1 0-3,0 0-3,-26 0 7,26 0-5,25 0-1,26 0 4,-77 0-1,26 0-5,50 0 5,26 0 1,-76 0-1,25 0-3,51 0 0,-77 0 5,52 0-2,-1 0-5,1 0 8,50 0-5,0 0-2,26 76 3,75-76 1,-100 0 1,50 0-2,-77 0 0,-49 0 0,-27 0 1,-24 0-2,-1 0 6,26 0-3,-26 0-1,0 0 9</inkml:trace>
    </iact:actionData>
  </iact:action>
  <iact:action type="add" startTime="93250">
    <iact:property name="dataType"/>
    <iact:actionData xml:id="d5">
      <inkml:trace xmlns:inkml="http://www.w3.org/2003/InkML" xml:id="stk5" contextRef="#ctx0" brushRef="#br0">4743 14510 0,'26'0'18,"50"0"-8,-26 0-3,27 0 0,-27 0-1,26 0 5,-25 0-2,76 0-6,-102 0 10,77 0-6,-26 0 2,-25 0-2,25 0 2,0 0-3,0 0-1,-25 0 6,76 0-6,-26 0 3,-25 0 0,51 0 3,101 0-1,-152 0-3,153 0-2,-52 0 5,26 0-5,0 0 7,-101 0-7,101 0 3,-77 0 0,-24 0 0,-26 0 3,0 0-2,-25 0-3,0 0 4,-1 0-4,-24 0-1,24 0 19,-24 0 7,-1-25-28</inkml:trace>
    </iact:actionData>
  </iact:action>
  <iact:action type="add" startTime="95074">
    <iact:property name="dataType"/>
    <iact:actionData xml:id="d6">
      <inkml:trace xmlns:inkml="http://www.w3.org/2003/InkML" xml:id="stk6" contextRef="#ctx0" brushRef="#br0">11872 14535 0,'25'0'207,"26"0"-198,25 0 3,-25 0-6,-26 0-1,26 0 6,-26 0-6,51 0 3,-25 0 0,-26 0 3,51 0-2,-25 0-1,25 0-4,-25-50 8,76 50-8,-26 0 7,-50-26-6,101 26 3,-25-50 4,-51 50-4,-25-26 1,25 26-2,0 0 0,51-25 2,-102 0-2,52 25 2,-27 0-2,26-26 3,-25 26-4,51 0-1,-1 0 6,-50 0-1,50 0-4,-50 0-1,25 0 3,51 0 0,-51 0 3,0 0-2,-25 0-5,25 0 6,-25 0-2,25 0-1,-51 0 0,51 0 2,-50 0-2,-1 0 2,0 0 0,51 0-2,-50 0 9,25 0-8,-1 0 10,-24 0-12,24 0 4,-24 0 4,50 0-8,-51 0 4,26 0-2,0 0 0,-26 0 0,0 0 8,52 0-8,-52 0 0,0 0 0,26 0 0,-26 0 0,1 0 9,25 0-10,-26 0 1,0 0 0,1 0 8,-1 0-9,0 0 10,1 0-7,-1 0-4,26 0 1,-26 0 9,1 0-5,24 0 62,-24 0-34</inkml:trace>
    </iact:actionData>
  </iact:action>
</iact:actions>
</file>

<file path=ppt/ink/inkAction3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4T00:34:09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20608">
    <iact:property name="dataType"/>
    <iact:actionData xml:id="d0">
      <inkml:trace xmlns:inkml="http://www.w3.org/2003/InkML" xml:id="stk0" contextRef="#ctx0" brushRef="#br0">10654 8600 0,'102'0'63,"-26"0"-55,0 0-2,51 0 4,-51 0 1,-26 0-6,27 0 5,-1 0-4,50 0 3,-49 0-1,-1 0-1,0 0-1,-51 0 4,51 0-2,-50 0 0,-1 0 7,0 0-4,26 0 69,-51 25-67</inkml:trace>
    </iact:actionData>
  </iact:action>
  <iact:action type="add" startTime="29423">
    <iact:property name="dataType"/>
    <iact:actionData xml:id="d1">
      <inkml:trace xmlns:inkml="http://www.w3.org/2003/InkML" xml:id="stk1" contextRef="#ctx0" brushRef="#br0">16793 8651 0,'26'0'370,"-1"0"-364,0 0 4,1 0-1,24 0 4,1-26-4,25 1 10,-50-1-9,-1 26-3,0-25-2,1 25 4,-1 0-1,0 0 15,26-25 46,-25 25-57,24 0 12,-50-26-13,51 1 14,-26 0-5,1 25-4,24 0 11,-24 0 39,25 0-51,-26 0 49,0 0-40,26 0 17,-26 0-33,1 0 16,-1 0-16,-25 25 1,26-25 7,-1 0 7,0 0 8,1 0-6,24 0-2,-24 25 18,-1-25-6,26 0 6,-26 0-29,1 0 23,-1 0-28,0 0 19,26 0 20,25 51-5,-50-51-24,-1 0-10,0 0 14,26 0-1,-26 0 3,1 25 32,-26 1 65</inkml:trace>
    </iact:actionData>
  </iact:action>
  <iact:action type="add" startTime="32294">
    <iact:property name="dataType"/>
    <iact:actionData xml:id="d2">
      <inkml:trace xmlns:inkml="http://www.w3.org/2003/InkML" xml:id="stk2" contextRef="#ctx0" brushRef="#br0">16463 11466 0,'26'0'338,"-1"0"-329,0 0 4,26 0 6,-25 0-8,50 26-7,-51-26 6,51 0-2,0 0 0,-25 0-2,0 0 3,-1 76 0,77-51-2,26-25 16,-77 51-12,-51-51-3,51 0-4,0 50 3,51-50 5,-51 26-2,0-26-7,0 25 11,-50-25-8,-1 0 3,51 0-2,-50 0 0,-1 0 1,51 26 7,-51-26 35,26 0-19,-25 0-19,-1 0 13,0 0 38</inkml:trace>
    </iact:actionData>
  </iact:action>
  <iact:action type="add" startTime="53879">
    <iact:property name="dataType"/>
    <iact:actionData xml:id="d3">
      <inkml:trace xmlns:inkml="http://www.w3.org/2003/InkML" xml:id="stk3" contextRef="#ctx0" brushRef="#br0">21715 17148 0,'50'0'322,"26"0"-309,-50 0-2,25 0-3,-1 0 1,1 0-2,0 0 15,0 0-14,-1 0 7,-24 0 0,24 0-9,-24 0 8,24 0-9,1 0 18,51 0-11,-77 0 4,77 0-3,-77 26-1,26-26-5,-26 0 2,0 0-5,1 25 5,-1-25 2,0 0 4,1 0-11,-1 0 28,1 25 2,-1-25 120</inkml:trace>
    </iact:actionData>
  </iact:action>
</iact:actions>
</file>

<file path=ppt/ink/inkAction4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4T00:34:09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6847">
    <iact:property name="dataType"/>
    <iact:actionData xml:id="d0">
      <inkml:trace xmlns:inkml="http://www.w3.org/2003/InkML" xml:id="stk0" contextRef="#ctx0" brushRef="#br0">5149 5683 0,'25'0'168,"1"0"-160,-1 0 0,51 0 2,-25 0-4,0-26 4,-26 26-5,1 0 4,50 0 9,-51 0-12,0 0 5,51 0-3,-25 0 5,-25 0-4,-1-25 7,0 25-8,1 0 25,-1 0-10</inkml:trace>
    </iact:actionData>
  </iact:action>
  <iact:action type="add" startTime="10319">
    <iact:property name="dataType"/>
    <iact:actionData xml:id="d1">
      <inkml:trace xmlns:inkml="http://www.w3.org/2003/InkML" xml:id="stk1" contextRef="#ctx0" brushRef="#br0">5758 8676 0,'25'0'146,"1"0"-138,-1 0 1,0 0 0,1 0-3,25 0-1,-1 0 6,-24 0-5,24 0 2,26 0-1,-50 0 5,50 0-4,-25 0 4,25 0-3,-25 0 0,50 0-2,-76 0 0,26 0 2,0 0-2,-26 0 3,51 0-3,-50 0 2,24 0-2,1 0 1,0 0 0,25 0 1,-51 0-2,51 0 3,-25 0 3,0 0-4,-26 0 1,26 0-4,25 0 2,-25 0 0,0 0 1,-26 0-2,0 0 1,77 0 0,-77 0-1,26 0 10,-26 0-7,26-25-3,0 25 18,-26 0-19,1 0 6,24 0 0,-24 0-2,-1 0 4,0 0 4,26 0 14</inkml:trace>
    </iact:actionData>
  </iact:action>
  <iact:action type="add" startTime="13583">
    <iact:property name="dataType"/>
    <iact:actionData xml:id="d2">
      <inkml:trace xmlns:inkml="http://www.w3.org/2003/InkML" xml:id="stk2" contextRef="#ctx0" brushRef="#br0">13952 8853 0,'51'0'128,"75"0"-120,27 0 2,-52 0-4,51 0 4,-76 0-4,77 0 6,-26 0-8,-26 0 6,26 26-4,-76-26 3,50 0-3,-50 0 5,50 0-5,-25 0 1,0 0 3,1 0 0,-27 0-4,26 0 0,26 0 2,-26 0 2,-25 0-2,50 0 1,-50-26-2,0 26-1,-1 0 4,27 0-2,-27 0-1,1 0 1,0 0 1,-1 0-1,1 0-1,0 0 1,0 0 0,-1 0 0,27 0 2,-52 0-4,0 0 4,77 0-4,-77 0 4,26 0 4,-26-25-5,1 25-1,-1 0-1,51 0 5,-51 0-6,26 0 2,0 0 0,50 0-3,-75 0 5,-1 0 0,26-25-2,0 25-1,-26 0-1,76-51 4,-75 51 4,50 0-5,-51 0-1,1 0 2,24 0-5,-24 0 7,50-25-8,-51 25 3,1 0 3,50 0 7,-26 0-7,-24 0 5,-1 0-7,26 0 0,-26 0-1,26 0 10,-26 0-10,1 0-1,-1 0 4,0 0-4,1 0 11,-1 0-9,1 0 33</inkml:trace>
    </iact:actionData>
  </iact:action>
  <iact:action type="add" startTime="20039">
    <iact:property name="dataType"/>
    <iact:actionData xml:id="d3">
      <inkml:trace xmlns:inkml="http://www.w3.org/2003/InkML" xml:id="stk3" contextRef="#ctx0" brushRef="#br0">5048 9817 0,'50'0'361,"1"0"-354,25 0 5,-50 0-8,50 0 5,-51 0 0,51 0-2,-25 0 2,-26 0-4,1 0 6,-1 0-5,26 0 4,-1 0-4,1 0 4,-25 0 0,50 0-4,0 0 7,-25 0 7,-26 0-12,26 0-2,-26 0 4,26 0-3,-26 0 0,26 0 0,50 0 2,-50 0 6,0 0-6,0-25-3,-26 25 3,26 0-1,-1 0 8,-24-25-6,-1 25-5,0 0 5,1 0-4,-1 0 4,26 0-4,-26 0 4,1 0-4,24 0 28,-24 0 14</inkml:trace>
    </iact:actionData>
  </iact:action>
  <iact:action type="add" startTime="45279">
    <iact:property name="dataType"/>
    <iact:actionData xml:id="d4">
      <inkml:trace xmlns:inkml="http://www.w3.org/2003/InkML" xml:id="stk4" contextRef="#ctx0" brushRef="#br0">22273 5759 0,'0'0'1,"25"0"9,26 0-6,25 0 4,-25 0 2,-1 0-2,27 0 0,49 0-1,-24 0 1,-77 0 0,51-26 0,0 1 0,1 25 0,-27 0 0,1 0 0,0 0 2,25 0-1,76 0-2,-50 0 0,-26 0 2,25 0-1,1 0 0,-1 0-1,-25 0-1,0 0 3,51 0 1,-51 0 0,76 0-4,-101 0-1,51 0 6,-52 0-1,52 0-6,-1 0 6,-25 0-5,0 0 6,-25 0-2,76 0-2,-51 0 2,-25 0-2,25 0-1,-25 0 4,25 0 0,-51 0-4,1 0 10,-1-25-6,51-1 2,-51 1 3,52 25 18,-52 0 22</inkml:trace>
    </iact:actionData>
  </iact:action>
  <iact:action type="add" startTime="52848">
    <iact:property name="dataType"/>
    <iact:actionData xml:id="d5">
      <inkml:trace xmlns:inkml="http://www.w3.org/2003/InkML" xml:id="stk5" contextRef="#ctx0" brushRef="#br0">8346 6545 0,'50'0'134,"26"0"-124,0 0-4,1 0 4,49 0-3,-24 0 2,-51 0-2,101 0 2,-76 0 0,-25 0-2,76 0 1,-51 0 2,0 26-5,25-1 5,1-25 0,-26 25-7,25-25 6,1 0 1,-52 0 0,27 0-6,-52 0 4,76 0 0,-75 26 3,-1-26-4,26 0 7,0 25 44</inkml:trace>
    </iact:actionData>
  </iact:action>
  <iact:action type="add" startTime="63087">
    <iact:property name="dataType"/>
    <iact:actionData xml:id="d6">
      <inkml:trace xmlns:inkml="http://www.w3.org/2003/InkML" xml:id="stk6" contextRef="#ctx0" brushRef="#br0">9918 12278 0,'76'0'120,"1"0"-110,-52 0 0,76 0-4,-50 0 0,25 0 4,26 0-5,-26 0 7,-25 0-2,50 0-4,-76 0 2,52 0-3,24 0 2,-76 0 2,77 0 1,-77 0-4,26 0 4,25 0-4,-25 0 4,76 0-3,-127 25 2,76 1-2,-26-26 2,27 0-2,49 0 11,-75 0-4,0 50-5,-26-50-4,26 26 17,-26-26 8</inkml:trace>
    </iact:actionData>
  </iact:action>
  <iact:action type="add" startTime="85767">
    <iact:property name="dataType"/>
    <iact:actionData xml:id="d7">
      <inkml:trace xmlns:inkml="http://www.w3.org/2003/InkML" xml:id="stk7" contextRef="#ctx0" brushRef="#br0">10071 15170 0,'101'-51'168,"-50"26"-156,76 25-6,-102 0 3,76 0-2,1 0-2,-77 0 4,77 0 2,-51 0-3,25 0-1,-26 0-2,1 0 3,25 0 4,-25 0-5,101 0 2,-101 0-4,50 0 4,26 0 0,-51 0 1,51 0-3,0-26 9,-76-25-11,-1 51 3,1 0 0,76-50 0,-51 50 2,-25 0-3,25 0-1,-25 0 2,101 0 2,-76 0-2,-25 25-2,76-25 2,-51 25 2,-26-25-2,103 26 1,-103-1-3,103-25 10,-77 0-7,51 0-2,-51 26 0,51-26 3,-51 50-1,0-50-3,-26 0 3,1 0 1,25 0-4,-50 0 5,24 0-8,1 0 8,-26 0-4,1 0-1,25 0 4,-26 0-4,26 26 10,-1-26 16,-24 0 43</inkml:trace>
    </iact:actionData>
  </iact:action>
  <iact:action type="add" startTime="87808">
    <iact:property name="dataType"/>
    <iact:actionData xml:id="d8">
      <inkml:trace xmlns:inkml="http://www.w3.org/2003/InkML" xml:id="stk8" contextRef="#ctx0" brushRef="#br0">18518 15017 0,'0'26'161,"0"50"-153,0-51-2,51 26 5,25-51-2,51 0-3,-76 0 4,101 101-6,-51-50 5,1 0 2,-51-51-6,75 25 6,-75-25-7,25 0 6,51 51 0,-102-51-7,52 0 10,-1 25-9,0-25 8,0 0-5,0 51 0,-25-51 1,-1 0 0,1 0 1,-25 0-2,24 0 2,1 26-2,-26-26-1,1 0 2,24 0 3,-24 0-4,50 25 3,-25-25-7,-1 0 10,1 0-9,25 0 4,-25 0 2,-26 0-5,51 0 4,-50 0 3,25 0-6,-26 0 3,26 0-2,-1 0 3,-24 0-4,-1 0 3,1 0 4,-1 0-3,0 0-4,1 0 4,-1 0 6,0 0-6,1 0-5,-1 0 2,0 0 6,1-25-10,-1 25 16,1 0-6,-1-26-6,0 26 37,26 0-20</inkml:trace>
    </iact:actionData>
  </iact:action>
</iact:actions>
</file>

<file path=ppt/ink/inkAction5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4T00:34:09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9940">
    <iact:property name="dataType"/>
    <iact:actionData xml:id="d0">
      <inkml:trace xmlns:inkml="http://www.w3.org/2003/InkML" xml:id="stk0" contextRef="#ctx0" brushRef="#br0">8802 7332 0,'51'0'149,"25"0"-140,0 0-1,0 0 1,-25 0-4,50 0 6,-75 0-4,75 0 2,-25 0-2,0 0 4,1 0-6,-27 0 5,26 0-4,77 0 4,-52 0-4,-25 0 2,0 0 0,0 0 0,1 0 0,24 0 0,-25 0 0,-25 0 0,50 50 2,1-24-5,-77-26 4,1 0 1,75 0-4,-50 25 4,-1-25-1,1 0-2,-51 25 0,76-25 2,-50 26-2,-1-1 2,26-25 7,0 0-1,-26 0-9,0 0 6,1 0-8,-1 0 20,0 0-7,26 0 16,-26 0 17,1 0 109,25 0 57,-26 0-191,0 0-11,1 0 5,-1 0 3,0 0 0</inkml:trace>
    </iact:actionData>
  </iact:action>
  <iact:action type="add" startTime="12730">
    <iact:property name="dataType"/>
    <iact:actionData xml:id="d1">
      <inkml:trace xmlns:inkml="http://www.w3.org/2003/InkML" xml:id="stk1" contextRef="#ctx0" brushRef="#br0">21359 7585 0,'127'0'58,"76"0"-50,51 0 0,-51 0 1,0 0-1,25 0 0,77 0 0,-153 0-4,-51 0 5,102 0 2,0 0-2,-177 0-2,75-25 2,-76 25 3</inkml:trace>
    </iact:actionData>
  </iact:action>
  <iact:action type="add" startTime="17347">
    <iact:property name="dataType"/>
    <iact:actionData xml:id="d2">
      <inkml:trace xmlns:inkml="http://www.w3.org/2003/InkML" xml:id="stk2" contextRef="#ctx0" brushRef="#br0">18214 8879 0,'25'-76'95,"1"76"-84,24 0-4,1 0 3,-26 0 5,26 0 0,-26 0-7,52 0-3,-27-26 4,26 26 2,-25 0-3,25 0 0,-50 0 0,50-25-1,-26 25 3,1 0-4,25 0 3,51 0-5,-51 0 9,26 0-7,50 0-1,-25 0 6,-51-25-6,51-51 3,-26 76 1,26-26-1,-76 26 0,50 0 2,-75 0-2,50 0 14,-26 26-12,1-26-1,0 0-2,-26 0-1,77 0 4,-26 0-3,-51 0 2,1 0 5,24 0-6,1 0-1,0 25 5,-26-25 0,1 0 4</inkml:trace>
    </iact:actionData>
  </iact:action>
  <iact:action type="add" startTime="23650">
    <iact:property name="dataType"/>
    <iact:actionData xml:id="d3">
      <inkml:trace xmlns:inkml="http://www.w3.org/2003/InkML" xml:id="stk3" contextRef="#ctx0" brushRef="#br0">15525 10680 0,'25'-51'77,"26"51"-72,101 0 1,152-203 4,-278 203-1,-1 0-1,1-25-4,100 25 8,27 0-4,100-76-3,1 25 6,50 51-5,-75-25 5,-26 25-3,-76 0-2,-1 0 4,-75 0-3,51 0 2,-102-26-3,25 26 11</inkml:trace>
    </iact:actionData>
  </iact:action>
</iact:actions>
</file>

<file path=ppt/ink/inkAction6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4T00:34:09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8179">
    <iact:property name="dataType"/>
    <iact:actionData xml:id="d0">
      <inkml:trace xmlns:inkml="http://www.w3.org/2003/InkML" xml:id="stk0" contextRef="#ctx0" brushRef="#br0">12760 4135 0,'0'26'72,"50"-26"-64,52 0 0,-77 0-2,51 0 4,-25-26-2,25 26 0,-25 0 1,0 0-1,-26 0 2,26-25-3,-1 25 5,-24 0 4,-1 0 49</inkml:trace>
    </iact:actionData>
  </iact:action>
  <iact:action type="add" startTime="9041">
    <iact:property name="dataType"/>
    <iact:actionData xml:id="d1">
      <inkml:trace xmlns:inkml="http://www.w3.org/2003/InkML" xml:id="stk1" contextRef="#ctx0" brushRef="#br0">16641 3958 0,'76'0'80,"-25"0"-71,0 0-1,25-51 0,25 51 2,-50-25-5,50 25 5,-25 0-2,-25-26 2,76 26-4,-26 0 4,-50 0-6,101 0 6,-25 0-2,25-25 0,-50 25-2,50 0 4,26 0-1,-102 0-2,25 0 2,26 0-2,-25 0 2,-1 0-2,-25 0 2,-25 0-2,101 0 3,-76 0-6,-25 0 8,50 0-5,-24 0 2,-27 0-2,77 0 3,-76 0-7,25 0 9,25 0-6,-50 0 3,-25 0-4,75 0 5,-76 0-4,52 0 4,-27 0-2,26 0 0,-25 0-1,0 0 2,0 0-1,25 0 0,-51 0 1,26 0-2,25 0 2,-25 0-2,25 0 3,-51 0-4,51 0 4,-50 0-4,-1 0 4,26 0-6,50 0 4,-75 0 12,-1 0-13,26 0-2,25 0 11,-51 0-8,0 0 3,52 0-4,-52 0 10,76 25-4,-75 1-4,-1-26 8,1 0-7,-1 0-4,26 25 4,-1-25 11,-24 0-14,-1 0 4,0 0 2,1 0-5,-1 0 8,1 0-5,-1 25-3,26-25 16,-26 0 14</inkml:trace>
    </iact:actionData>
  </iact:action>
  <iact:action type="add" startTime="15042">
    <iact:property name="dataType"/>
    <iact:actionData xml:id="d2">
      <inkml:trace xmlns:inkml="http://www.w3.org/2003/InkML" xml:id="stk2" contextRef="#ctx0" brushRef="#br0">22755 11644 0,'25'0'186,"26"0"-180,-26 0 1,26 0 1,-51 25 17,76-25-15,-25 25-2,-26-25 7,26 0-8,-26 0 1,1 0 1,-1 0-2,0 0 3,26 0-5,-26 0 5,26 0-3,-25 0 3,24 0-4,1 26 6,-26-26-8,52 0 4,-52 0 1,0 0-3,51 0 3,-50 0-2,24 51 3,1-51-2,-25 0 1,75 25 17,-76-25-14,51 25-1,-50-25 4,-1 0-9,1 0 2,24 0 0,-24 0 3,-1 0 6,26 26-11,-26-26 4,26 0 1,0 0-1,-26 0-3,26 50 1,-26-50 8,26 0-5,-26 0-7,26 26 8,-26-26 3,1 0-8,24 25 15,-24-25-12,25 0-3,-1 26 8,1-26-2,-26 0-10,51 0 9,-50 0-8,25 0 20,-26 0-14,26 0 4,25 0-3,51 0 4,-102 0 1,0 0-8,26 0 0,0 0 0,25 0 16,0 0-7,-25 0 9,-26 0 9,1 0-22,-1 0 23,26 0 30</inkml:trace>
    </iact:actionData>
  </iact:action>
  <iact:action type="add" startTime="20114">
    <iact:property name="dataType"/>
    <iact:actionData xml:id="d3">
      <inkml:trace xmlns:inkml="http://www.w3.org/2003/InkML" xml:id="stk3" contextRef="#ctx0" brushRef="#br0">20928 13876 0,'26'0'108,"-1"-25"-104,0-1 6,1 1 5,-1 25 0,26 0-8,-26 0 3,1 0 7,-1 0-1,0 0 5,1-25 20,-1 25 23,0 0 114</inkml:trace>
    </iact:actionData>
  </iact:action>
  <iact:action type="add" startTime="21369">
    <iact:property name="dataType"/>
    <iact:actionData xml:id="d4">
      <inkml:trace xmlns:inkml="http://www.w3.org/2003/InkML" xml:id="stk4" contextRef="#ctx0" brushRef="#br0">21030 14510 0,'25'0'163,"26"0"-149,-26 0-5,1 0-2,50 0 11,-26-51-3,-24 51 18,-26-25-24,25 25-2</inkml:trace>
    </iact:actionData>
  </iact:action>
  <iact:action type="add" startTime="22451">
    <iact:property name="dataType"/>
    <iact:actionData xml:id="d5">
      <inkml:trace xmlns:inkml="http://www.w3.org/2003/InkML" xml:id="stk5" contextRef="#ctx0" brushRef="#br0">21233 15347 0,'25'0'146,"0"0"-120,26 0-14,-26-25 13,1 25-2,25 0 16</inkml:trace>
    </iact:actionData>
  </iact:action>
  <iact:action type="add" startTime="45299">
    <iact:property name="dataType"/>
    <iact:actionData xml:id="d6">
      <inkml:trace xmlns:inkml="http://www.w3.org/2003/InkML" xml:id="stk6" contextRef="#ctx0" brushRef="#br0">6519 7661 0,'0'26'170,"25"-26"-158,1 0-2,24 0 8,-24 0 5,-1 0-14,1 0-2,-1 0 9,0 0-10,1 0 12,-1 0-10,26 0 8,-26 0-8,1 0 24,24 0-23,-24-26 7,-1 26 1,0 0 5,1 0-6,-1 0 0,0-25-11,1 25 12,25 0-2,-26 0 3,0 0-3,51-25 16,-50-1-21,-1 26 13,26 0-13,-26 0-2,1 0 6,24-25 12,-24 25-13,-1 0 3,0 0-6,26 0 7,-25 0 5,-1 0-12,26 0 4,-26 0 5,0 0-12,1 0 6,-1 0 3,1 0-8,-1 0 8,0 0-4,26 0 1,-26 0-3,1 0 6,24 0-8,-24 0 5,-1 0-4,1 0-1,24 0 2,1 0 7,0 0-11,-26 0 3,1 0 1,-1 0-7,0 0 9,1 0-5,24 0-2,26 0 11,-50 0-7,50 0 9,-51 0-9,1 0 5,50 25-7,-25-25 11,-26 0-10,0 0-3,26 0 3,-26 0 1,26 0 1,-26 26-1,1-26-2</inkml:trace>
    </iact:actionData>
  </iact:action>
  <iact:action type="add" startTime="66922">
    <iact:property name="dataType"/>
    <iact:actionData xml:id="d7">
      <inkml:trace xmlns:inkml="http://www.w3.org/2003/InkML" xml:id="stk7" contextRef="#ctx0" brushRef="#br0">3044 10984 0,'25'0'114,"0"0"-109,51 0 6,-25 0-5,25 0 1,-25 0 4,50 0-6,1 0 4,-77 0-1,77 0 2,-52 0 6,27 0-9,-27 0 2,1 0 1,-26 0-3,1 0-1,50 0 4,-51 0-1,1 0 2,-1-25 33</inkml:trace>
    </iact:actionData>
  </iact:action>
  <iact:action type="add" startTime="68346">
    <iact:property name="dataType"/>
    <iact:actionData xml:id="d8">
      <inkml:trace xmlns:inkml="http://www.w3.org/2003/InkML" xml:id="stk8" contextRef="#ctx0" brushRef="#br0">8625 11010 0,'25'0'7,"0"0"18,1 0-6,24 0-3,-24 0-9,-1 0 9,26 0-11,-26 0 6,1 0-5,50 0 5,-26 0 5,1 0-12,0 0 5,-26 0-1,26 0 3,0 0-7,-26 0 9,1 0-7,-1 0-1,0 0 6,1 0-6,-1 0 3,0 0 5,1 0-2</inkml:trace>
    </iact:actionData>
  </iact:action>
  <iact:action type="add" startTime="69634">
    <iact:property name="dataType"/>
    <iact:actionData xml:id="d9">
      <inkml:trace xmlns:inkml="http://www.w3.org/2003/InkML" xml:id="stk9" contextRef="#ctx0" brushRef="#br0">13039 11365 0,'25'0'154,"0"0"-148,52 0 5,-1 0-4,50 0 2,-49-26-2,-27 26 2,52 0-1,-51 0 0,75 0 0,-50 0 0,-25 0 0,51 0 1,-52 0-3,26 0 4,-25 0-3,25 0 2,-50 0-2,-1 0 4,26 0-9,-26 0 10,26 0-6,0 0 0,-26 0 14,0 0-14,26 0 10,-26 0 1</inkml:trace>
    </iact:actionData>
  </iact:action>
  <iact:action type="add" startTime="71011">
    <iact:property name="dataType"/>
    <iact:actionData xml:id="d10">
      <inkml:trace xmlns:inkml="http://www.w3.org/2003/InkML" xml:id="stk10" contextRef="#ctx0" brushRef="#br0">3120 12836 0,'0'-51'24,"76"51"-5,-51-25-15,1 25 5,24 0-1,26-25-1,-25 25 1,0 0 0,25-26 2,-25 26-5,25 0 4,25 0-1,1-25 1,25-1-2,-26 26 1,0 0 2,-24 0-5,75 0 4,-51 0-2,-25 0 1,26 0 2,-51 0-3,25 0 4,-26 0-5,1 0 2,0 0 0,0 0 10,-26 0-13,0 0 10,1 0 13</inkml:trace>
    </iact:actionData>
  </iact:action>
  <iact:action type="add" startTime="72290">
    <iact:property name="dataType"/>
    <iact:actionData xml:id="d11">
      <inkml:trace xmlns:inkml="http://www.w3.org/2003/InkML" xml:id="stk11" contextRef="#ctx0" brushRef="#br0">7813 12658 0,'25'0'631,"1"0"-611,-1 0-16,51 0 8,-51 0-8,26 0 13,0 0-7,-26 0-3,51 0 1,-50 0-2,50 26 4,-51-26-2,1 0-1,75 0 2,-76 0-3,102 0 4,-51 0-3,-25 0 2,76 0-3,-102 0 7,77 0-9,-52 0 4,27 0-1,-27 0 6,52 0-8,25 0 3,-26 0-1,-25 0 2,26 0-3,50 0 5,-51 0-3,-25 0 3,51 0-6,-51 0 2,-25 0 2,25 0-2,-25 0 0,-26 0 0,51 0 1,-50 0 5,50 0-2,-51 0 5,1 0-5,24 0 3,1 0 5,-25 0 5</inkml:trace>
    </iact:actionData>
  </iact:action>
</iact:actions>
</file>

<file path=ppt/ink/inkAction7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4T00:34:09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21152">
    <iact:property name="dataType"/>
    <iact:actionData xml:id="d0">
      <inkml:trace xmlns:inkml="http://www.w3.org/2003/InkML" xml:id="stk0" contextRef="#ctx0" brushRef="#br0">15195 8904 0,'25'26'72,"26"-26"-57,-26 0-7,77 0 1,-26 0 0,0 0-1,26 0 0,-1 0 0,51 0-2,-76 0 5,77 0-6,-27 0 4,-24 0 1,25 0-6,-51 0 7,25 0-1,1 0-4,-26 0 0,25 0 4,26 0-4,-76 0 4,101 0-4,-76 0 4,26 0-2,-1 0-1,1 0 0,-26 0 1,-25 0 0,75 0 1,-24 0 1,-51 0-1,101 0-5,-76 0 8,25 0-5,1 0 3,50 0-4,-25 0 4,-26 0-4,-25 0-1,51 0 6,-25 0-1,25 0-7,-77 0 10,52 0-7,-51 0 3,25 0-5,0 0 8,25 0-5,1 0-2,-52 0 6,27 0-6,-1 0 7,25 0-8,-25 0 5,-25 0-2,25 0 5,-25 0-8,-26 0 8,77 0-4,-77 25 0,0-25-4,1 0 4,25 0 3,-1 0-1,-24 0-7,50 25 12,-51-25-13,0 0 17,1 0-13,25 0 2,-26 0 8,26 0-9,-26 26 9,0-26-8,1 0 0,-1 0-1,26 0 2,0 0-1,-26 0 0,51 0 1,0 0 5,-25 25-6,25-25 1,-25 0 2,50 0-2,-50 0-2,50 0 2,1 0 10,-26 0-15,0 0 2,0 0 1,26 0 5,-1 0-9,-50 0 5,76 0 3,-51 0-3,-51 0-3,1 0 7,75 0-7,1 0 2,-52 0 2,-24 0 1,24 0-3,1 0-1,101 0 6,-76 0-5,-25 0-2,25 0 6,-25 0-6,-26 0 6,77 0-6,-51 0 6,25 0-1,0 0-4,-25 0 3,50 0-2,-50 0-2,50 0 6,-50 0-6,25 0 6,-25 0-2,25-25-1,-25 25 0,25 0 0,-51 0-4,51 0 8,-25 0-5,25 0 3,-51 0-4,1 0 0,101-51 4,-77 51 54,-24 0 89</inkml:trace>
    </iact:actionData>
  </iact:action>
  <iact:action type="add" startTime="29639">
    <iact:property name="dataType"/>
    <iact:actionData xml:id="d1">
      <inkml:trace xmlns:inkml="http://www.w3.org/2003/InkML" xml:id="stk1" contextRef="#ctx0" brushRef="#br0">8066 10173 0,'26'0'91,"-1"0"-77,51 0-6,-25 0 3,25 0-8,-50 0 5,50 0 0,-26 0 2,26 0-2,-25 0 0,25 0 0,0 0-1,1 0 2,49 0-3,27 0 4,-77 0-3,51 0 4,-26 0-4,51 0 2,-25 0-1,-51 0 1,0 0-2,26 0 2,-77 0-5,51 0 7,0 0-6,51 0 3,-76 0 2,25 0 0,25 0-4,-50 0 4,76 0-4,-51 0 3,-25 25-2,0-25 2,25 0-2,-26 0 2,52 25-2,-77-25 2,77 0-2,-51 26-1,25-26 5,25 0-3,-50 25-2,76-25 4,-26 0-1,-25 51-5,26-51 8,-26 25-8,25-25 8,1 0-8,-77 0 8,77 25-6,-52-25 0,26 51 5,-25-51-2,25 0-2,-50 0 2,50 0-2,-25 0 0,25 0 2,-51 0-2,26 0 1,25 0 2,-25 0-6,25 0 7,-26 0-3,52 0 0,-77 0-2,51 0 4,-25 0-1,25 0-2,-25 0 2,0 0-1,-1 51-5,52-51 9,-77 0-3,1 0-2,50 0-2,-26 0 6,1 0-6,0 0 6,-26 0-3,51 0-3,-50 0 3,24 0 3,1 0-3,51 0-3,-52 0 11,27 0-5,-52 0-5,51 0 4,-25 0-4,-26 0 4,51 0-4,-25 0 4,0 0-4,-1 0 4,1 0 11,0 0-10,76 0-6,-102 0 6,51-25 2,-50 25-4,50 0-1,-51 0-1,0-26 1,1 26 0,25 0 1,-26 0 39,0 0-2,26 0 167,-26 0-206,1 0 23,-1 0-19,0 0-6,1 0 14,-1 0-14,1 0 8,24-51-10,1 51 17,-26 0-17,1 0 9,75-25-4,1 0 4,-77 25 2,26 0-8,0-26-2,25 26 6,-26-50-4,-24 50 2,-1-26 2,1 26-2,-1 0-2,0 0 4,26 0 20,-26 0-14,1 0 24,-1 0 64</inkml:trace>
    </iact:actionData>
  </iact:action>
</iact:actions>
</file>

<file path=ppt/ink/inkAction8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4T00:34:09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5501">
    <iact:property name="dataType"/>
    <iact:actionData xml:id="d0">
      <inkml:trace xmlns:inkml="http://www.w3.org/2003/InkML" xml:id="stk0" contextRef="#ctx0" brushRef="#br0">3424 5708 0,'0'-25'54,"25"25"-34,26 0-15,0 0 5,-26 0 0,51 0-3,-50 0 2,24 0-5,1 0 7,-25 0-3,50 0 0,-26 0 0,1 0-4,-25 0 8,-1 0-5,0 0 0,26 0 9,-26 0-10,26 0 4,-26 0-3,1 0 4,25 0-4,25 0-2,25 0 3,-50 0 0,25 0 2,-51 0-1,26 0-2,25 0 1,-50 0 0,75 0 0,-50 0 0,50 0 0,1 0 1,-26 0-3,0 0 5,-25 0-4,-26 0 0,51 0-1,0 0 4,-25 0-1,25 0 0,-51 0-3,26 0 2,25 0-2,-50 0 2,50 0 1,-25 0 2,25 0 1,-51 0-3,0 0 0,26 0-2,-26 0 1,1 0 0,50 0 0,-25 25 2,-26 0-5,51-25 14,-25 51-11,25-51 7,-25 26 4,-1-26-13,1 25 4,-25-25-4,24 0 4,1 0-4,25 0 0,-25 25 4,-26-25-5,77 0 3,-26 0 5,-25 26-7,-26-1 0,76-25 2,-24 25 6,-27-25-9,77 0-1,-102 0 7,102 26-5,-51-26 4,-25 0-5,101 25 4,-50-25 1,-26 0-1,51 76-2,25-76 2,-76 26-1,76-26 0,-76 0-1,51 25-1,-51-25 4,0 25-5,1-25 4,-27 0-1,52 0 3,-1 0-7,-50 0 4,76 0 6,-26 0 0,-50 51-7,51-51 8,-52 0-8,26 0 2,-25 0 9,25 25-11,-50-25 2,50 0-4,-51 0 27,0 0-25,77 0 9,-77 0 1,51 0-10,-50 0 12,-1 0-9,26 0-4,25 26 8,0-26 2,-25 25 11,0-25-12,-26 0-7,0 0 15,1 0-16,24 0 5,-24 0 26,-1 0-29,0-25-4,1 25 10,-1-26 5,1 26-15,-26-25 5,50 25 3,-24-25 7,-1 25-6,0 0-3,1-26-6,-1 26 92</inkml:trace>
    </iact:actionData>
  </iact:action>
  <iact:action type="add" startTime="14396">
    <iact:property name="dataType"/>
    <iact:actionData xml:id="d1">
      <inkml:trace xmlns:inkml="http://www.w3.org/2003/InkML" xml:id="stk1" contextRef="#ctx0" brushRef="#br0">3652 8092 0,'0'-25'64,"26"25"-54,24 0-1,-24 0-2,25 0 0,-26 0 2,51 0-2,-51 25 2,26-25-2,25 0 0,-50 26 0,-1-26 4,51 0-6,-51 0 6,-25 25-5,0 1 4,77-26 0,-27 25-4,1-25 2,0 0 0,76 0 0,-77 0 0,26 0-3,-50 0 6,50 0-3,-51 0-2,77 0 4,-77 0-4,1 0 1,75 0 5,-76 0-5,51 25-2,-50-25 6,50 26 0,-25-1-9,25 0 14,-51-25-7,51 51-2,-25-51 2,0 0-1,25 0-1,-25 0 3,-1 0-4,26 76 3,-25-76-1,0 0 0,25 0 0,-25 0 0,50 26-1,-50-26 3,25 0-4,-25 0 4,50 0-4,-50 0 4,76 0-4,-51 25 5,-25-25-5,50 0 4,-75 0-5,50 0 6,-26 0-5,26 0 3,-25 0-2,25 0 2,-25 0-2,25 0 1,-50 0-1,24 0 2,26 0-1,-25 0 2,25 0-2,-50 0-3,75 0 7,-76-25-5,52 25 1,-52 0 0,26 0-2,25 0 4,-51 0-1,0 0-2,26 0 2,-25 0-2,50 0-2,-26 0 4,-24-26 3,25 26-8,-1 0 4,-24 0 3,24 0-7,-24 0 5,-1 0-1,26 0 2,-26 0-1,1 0-2,-1 0 1,0 0-2,1 0 4,-1 0-4,26-25 13,0 25 14,-26-25-17,0 25 16,26 0 13,-51-26-39,51 26 14,25 0-4,-51 0-8,51 0 0,-25 0 0,-26 0-2,52 0 3,-1 0 5,-51 0-5,0 0 0,26-25-3,0 25 1,0 0 2,-1-26 1,-24 26-4,24 0 4,-24 0-4,-1 0 4,1 0-5,-1 0 6,26-25-1,-26 25 5,0 0-7,26 0 30</inkml:trace>
    </iact:actionData>
  </iact:action>
  <iact:action type="add" startTime="38189">
    <iact:property name="dataType"/>
    <iact:actionData xml:id="d2">
      <inkml:trace xmlns:inkml="http://www.w3.org/2003/InkML" xml:id="stk2" contextRef="#ctx0" brushRef="#br0">3602 11821 0,'76'0'207,"-26"-25"-197,77 25 0,-25-25-3,-77 25 1,77-26-4,-77 26 7,0 0-3,77 0-2,-26 0 4,0-76-5,-25 76 7,0 0-7,75 0 3,-100 0 0,101 0 0,-102 0-1,51 0 3,-25 0-1,25 0 1,-51 0-7,77 0 10,-52 0 3,27 0-10,-52 0 5,51 0 0,-25 0-1,0 0-1,-1 0-2,-24 25 1,50-25 0,-51 0 0,0 0 0,1 0 0,25 0 1,-26 26-2,51-1 2,-25 26 4,0-51-4,-26 0-2,26 0 0,25 25 1,-51-25 8,77 0-5,50 0-1,-127 0-4,51 26-1,-50-26 20,24 25-12,-24 0-8,24-25 4,27 0 6,-27 26-9,26-26 10,-50 0-5,25 0-5,25 0 12,-26 25-11,1-25 0,0 0 2,25 0-4,-51 0 8,26 26-10,0-26 9,-26 0-3,26 0-4,25 0 1,-51 0 4,77 0-2,-26 50 6,-25-50-4,-26 0 15,26 0-11,0 26-5,-26-1 13,76-25-3,-75 0-9,24 0-4,-24 0 0,101 0 4,-77 0 0,1 0-4,0 0-1,25 0 6,-51 0-6,51 0 4,-25 0-1,25 0 2,-25 0-4,25 0 4,0 0-2,0 0 0,-25 0-3,25 0 4,-25 0 1,76 0-1,-102 0-5,51 0 11,0 0-13,0 0 12,-50 0-9,75 0 0,1 0 2,-51 0 5,-26 0-7,76 0 6,-25 0-6,-25 0 2,-25 0 2,50 0 0,-26 0-2,27 0 1,-52 0 0,76 0 0,-50 0 1,25 0 0,-25 0-3,0 0 2,-26 0 3,0 0-7,26 0 8,0 0-5,0 0 2,-1 0-5,1 0 9,76 0-1,-76 0 3,-26 0-7,26 0 1,25 0-1,-51 0 0,77 0 2,-26-25 1,-51 25-6,51-26 6,0 1-6,26 0 6,-26 25 2,-25-51-4,-26 51-2,0 0 2,26-26-5,-25 1 6,-1 25-1,26-25 3,-51-1 9,25 1-11,0 25 5,1 0-4,-1-25 14,26 25-9,-26-26-5</inkml:trace>
    </iact:actionData>
  </iact:action>
</iact:actions>
</file>

<file path=ppt/ink/inkAction9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4T00:34:09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8775">
    <iact:property name="dataType"/>
    <iact:actionData xml:id="d0">
      <inkml:trace xmlns:inkml="http://www.w3.org/2003/InkML" xml:id="stk0" contextRef="#ctx0" brushRef="#br0">11694 8473 0,'51'0'178,"-26"0"-170,26 0-2,25 0 3,-25 0 7,0 0-9,-26 0 2,0 0-2,26 0 0,-26 0 1,1 0-1,25 0 6,-26 0-7,26 0-1,-1 0 11,-24 0-5,-1 0-6,0 0 6,26 0-3,-25 0 6,50 0-5,-51 0-2,0 0 1,52 0 0,-52 0 4,0 0 10,26 0-12,-26 0 18,1 0-8,-1 0 1,26 0 50</inkml:trace>
    </iact:actionData>
  </iact:action>
  <iact:action type="add" startTime="10862">
    <iact:property name="dataType"/>
    <iact:actionData xml:id="d1">
      <inkml:trace xmlns:inkml="http://www.w3.org/2003/InkML" xml:id="stk1" contextRef="#ctx0" brushRef="#br0">11212 11897 0,'0'26'15,"51"-26"10,-26 0-15,26 0-1,0 0-4,-1 0 6,27 0-4,-27 0 2,26 0-2,-25 0 3,76-26-4,-76 26 0,50-25 5,-25 25-7,-25 0 5,51 0-2,-77 0 4,0 0-6,51 0 6,-50 0-5,-1 0 1,77 0 1,-77 0 3,0 0-6,1 0 6,-1 0-3,51 0 1,-50 0-2,24-25 2,-24-1-4,-1 26 6,26 0 2,-1 0-4,-24 0 6,-1-25-4,1 25 1,-1 0-3,0 0 0,26 0 10,0 0-4,-26 0-8,1 0 6,-1 0-4,0 0-2,1 0 12,-1 0-11,0 0-2,1 0 4,-1 0-1,0 0 7</inkml:trace>
    </iact:actionData>
  </iact:action>
  <iact:action type="add" startTime="12510">
    <iact:property name="dataType"/>
    <iact:actionData xml:id="d2">
      <inkml:trace xmlns:inkml="http://www.w3.org/2003/InkML" xml:id="stk2" contextRef="#ctx0" brushRef="#br0">11009 15373 0,'0'0'2,"26"0"7,-1 0 22,0 0-18,1 0-4,24 0 6,-24 0 4,25-26-10,-1 26-2,26 0 6,-25 0-4,-26 0 0,26 0-1,0-25 0,-26 25-1,1 0 3,24 0-5,-24 0 5,25 0-3,-1 0 3,-24 0-5,24 0 7,1 0-7,25 0 2,-25 0 1,25 0 0,-25 0 0,-26 0 0,51 0 1,0 0 9,-50 0-13,24 0 6,27 0-6,-52 0 3,51 0 3,-25 0 2,25 0-4,-51 0-1,1 0 1,-1 0-2,26 0 2,-26 0-2,0 0 3,26 0-4,-25 0 4,-1 0-4,0 0 4,1 0 6,-1 0-8,0 0 5,1 0 6,25 0-3</inkml:trace>
    </iact:actionData>
  </iact:action>
</iact:actions>
</file>

<file path=ppt/ink/inkAction10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4T00:34:09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5857">
    <iact:property name="dataType"/>
    <iact:actionData xml:id="d0">
      <inkml:trace xmlns:inkml="http://www.w3.org/2003/InkML" xml:id="stk0" contextRef="#ctx0" brushRef="#br0">8599 10020 0,'26'0'124,"24"-25"-118,52 25 0,-1 0 8,-101-25-8,102 25-2,-77 0 7,0 0-2,1-26-3,25 26 0,-26 0 14,0 0-4,26 0-10,0-25 0,-26-1 4,26 26-1,-26 0-1,1 0 5,24 0-2,-24-25-5,-1 25 1,0 0 3,52 0 8</inkml:trace>
    </iact:actionData>
  </iact:action>
  <iact:action type="add" startTime="7281">
    <iact:property name="dataType"/>
    <iact:actionData xml:id="d1">
      <inkml:trace xmlns:inkml="http://www.w3.org/2003/InkML" xml:id="stk1" contextRef="#ctx0" brushRef="#br0">23389 10781 0,'25'0'98,"1"-25"-92,50 25 4,-25-51-4,-26 51 4,51 0 1,0-25 0,-25 25-2,25 0-1,-51 0 1,26-26-3,0 26 26,-1 0 18,-24 0-24,-1-25 28</inkml:trace>
    </iact:actionData>
  </iact:action>
</iact:actions>
</file>

<file path=ppt/ink/inkAction1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4T00:34:09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12504">
    <iact:property name="dataType"/>
    <iact:actionData xml:id="d0">
      <inkml:trace xmlns:inkml="http://www.w3.org/2003/InkML" xml:id="stk0" contextRef="#ctx0" brushRef="#br0">3297 5581 0,'26'0'39,"75"0"-38,-25 0 8,-25 0-1,-26 0-2,26 0 4,0 0-2,-1 0 0,1 0 0,-25 0 0,24 0 0,52 0 0,-51 0 0,75 0 0,-75 0-1,25-25 1,51-26 0,-76 51-1,-26 0 11,51 0-13,-50 0 5,50 0-1,-51 0 7,0 0-9,52 0-1,-1-51 20,-51 51-18,0 0 0,1 0 15,25 0-11,-26 0-6,0 0 2,51 0-1,-25 0 10,-26 0-10,26 0 1,0 0-1,-26 0 5,51 0-8,-50 0 12,50 0-7,-51 0-1,1 0 0,50 0 0,-51 0 3,51 0-5,-50 0 25,24 26-22,-24-26-2,-1 0 1,26 0 0,0 0 1,-26 0-2,76 0 2,-50 0-3,51 0 6,-77 0-8,0 0 4,51 0 2,-50 0 0,-26 25-6,25 1 7,26-1-4,0-25 2,-1 0-2,1 25 1,76 1 7,-102-26 2,26 50-9,25-50 0,-50 26-1,-1-26 0,26 0 5,-26 25-5,76 0 15,-75-25-2,50 26-17,0-1 14,-51-25 1,26 0-8,25 0-7,-50 26 5,75-1 13,-76-25-18,1 0 8,75 0-5,-25 0 1,-50 0 2,-1 0 1,26 25-4,0 1 11,-51-1-11,25-25 2,26 0 0,-26 0 3,0 0-6,1 0 13,25 0-12,-26 0 53,0 0-46,26 0-3,-26 0 20,1 0 13,25 0 5,-1 0-35,52 0 35,-77 0-19,51 0-26,-25 0 13,-26 0-4,26-25-5,0 25 2,-26 0 7,51-26-12,-50 26 4,-1-25 3,-25 0-3,0-1 12,51 1-2,-26-1 9,51 26-12,-50 0 16,-1 0 34</inkml:trace>
    </iact:actionData>
  </iact:action>
  <iact:action type="add" startTime="17672">
    <iact:property name="dataType"/>
    <iact:actionData xml:id="d1">
      <inkml:trace xmlns:inkml="http://www.w3.org/2003/InkML" xml:id="stk1" contextRef="#ctx0" brushRef="#br0">14992 6875 0,'25'0'82,"26"0"-76,-26 0 1,1 0 4,75 0-2,-75 0-5,24 0 4,-24 0 3,75 0-2,-75 0-2,24 0 2,26 0-2,-25 0 1,0 0-3,-26 0 6,26 0-3,25 0 0,-50 0 0,50 0-3,-26-25 6,26 25 6,-50 0-10,-1 0-1,26 0 4,-26 0-1,1 0-4,-1 0 7,26 0-9,0 0 5,-26 0 8,0 0-8,1 0 0,-1 0 0,0 0 0,26 0 11,-26 0 3</inkml:trace>
    </iact:actionData>
  </iact:action>
  <iact:action type="add" startTime="24536">
    <iact:property name="dataType"/>
    <iact:actionData xml:id="d2">
      <inkml:trace xmlns:inkml="http://www.w3.org/2003/InkML" xml:id="stk2" contextRef="#ctx0" brushRef="#br0">15474 7839 0,'0'-26'107,"25"26"-100,51 0 3,-25 0-3,-25 0 1,50 0-4,-51 0 12,26 0-4,-26 0-8,1 0 5,-1 0 1,26 0-5,25-76 4,-26 76 14,-24 0-14,-1 0 11,26 0-14,-26 0 4,1 0-4,-1 0 7,26 0 3,-26 0 1,77 0 1,-77-25-10,0 25 8,26 0-3,-26 0-3,26 0-4,0 0 10,-26 0-5,1 0 5,24 0 0,-24 0-10,-1 0 4,1 0-4,24 0 3,-24 0 5,-1 0-4,26 0-3,-26 0 9,0 0 3,1 0-4,25 0-2,-1 0 4,-24 0-6,24-25-4,-24 25 9,-1 0 0,26 0-6,-26 0 28,1 0-28,24 0-7,-24 0 9,-1 0-5,26 0 6,-26 0-2,1 0 5,-1 0-8,26 0 0,-26 0 9,0 0 7,26 0-17,-25 0 9,-1 0-11,0 0 3,1 0 0,-1 0 0,0 0 12,1 0-12,24 0 7,-24 0-9,-1 0 1,26 0 50,-26 0-38,1 0-13,24 25 3,1-25 5,-25 0-3,-26 25-2,50-25-3,1 0 10,-26 26-10,26-26 1,-26 0 9,1 0-5,25 0 5,-26 25-11,0-25 13,1 0-12,24 0 13,1 51 13,-25-26 33,-1-25-57</inkml:trace>
    </iact:actionData>
  </iact:action>
  <iact:action type="add" startTime="28447">
    <iact:property name="dataType"/>
    <iact:actionData xml:id="d3">
      <inkml:trace xmlns:inkml="http://www.w3.org/2003/InkML" xml:id="stk3" contextRef="#ctx0" brushRef="#br0">24632 7737 0,'25'0'24,"1"0"-7,50 0-5,-25 0-8,-1 0 7,1 0-4,50 0-2,-50 26 6,76-26-6,-25 0 6,50 0-2,-25 0-5,-51 0 8,25 0-5,26 0 1,-76 0 0,25 0 0,-51 0 0,1 0 0,-1 0 0,0 0 0,1 0 9</inkml:trace>
    </iact:actionData>
  </iact:action>
  <iact:action type="add" startTime="36216">
    <iact:property name="dataType"/>
    <iact:actionData xml:id="d4">
      <inkml:trace xmlns:inkml="http://www.w3.org/2003/InkML" xml:id="stk4" contextRef="#ctx0" brushRef="#br0">2993 9006 0,'25'0'74,"1"0"-65,-1 0 3,0 0 23,26 0-22,-26 0 6,77-51-10,-77 51-2,51-25 4,-50 25-6,50 0 8,-51 0-3,51 0-3,-25-26 1,0 26 0,-1 0 2,52 0-3,-77-25-1,26 25 3,0 0 0,-26 0-3,1 0 3,50 0 1,-26-51 3,1 51-2,0 0-1,-51-25-4,25 25 3,26 0-2,-26 0 8,1 0-9,-1 0 42</inkml:trace>
    </iact:actionData>
  </iact:action>
  <iact:action type="add" startTime="47000">
    <iact:property name="dataType"/>
    <iact:actionData xml:id="d5">
      <inkml:trace xmlns:inkml="http://www.w3.org/2003/InkML" xml:id="stk5" contextRef="#ctx0" brushRef="#br0">6088 10959 0,'25'-25'7,"51"25"3,-25 0-2,50 0 1,-24-26 0,-1 1-4,-26 25 3,26 0 0,51-51-1,-51 51 1,51-25 1,-51 25-1,0 0 1,51-26-3,26-50 2,-52 76 3,-25 0-6,26 0 4,-1-25-2,-25 25 2,26-26 3,24 26-9,-75 0 6,25-25-2,-25 25 2,0 0-1,-26 0 0,1 0 0,-1 0 8,0 0 16</inkml:trace>
    </iact:actionData>
  </iact:action>
  <iact:action type="add" startTime="48487">
    <iact:property name="dataType"/>
    <iact:actionData xml:id="d6">
      <inkml:trace xmlns:inkml="http://www.w3.org/2003/InkML" xml:id="stk6" contextRef="#ctx0" brushRef="#br0">16260 11314 0,'51'0'105,"-25"0"-79,-1 0-18,26 0-2,-1 0 1,-24 0 1,-1 0 3,0 0-1,26 0-4,25 0 3,-50 0-2,50 0-2,-51 0 6,26 0-3,25 0-2,-25 0 1,25 0 4,51 0-5,-102 0 4,102 0-5,-76 0 7,25 0-8,0 0 8,-25 0-5,75 0 2,-100 0-2,50 0 2,-51 0-5,26 0 10,50 25-11,-50-25 4,25 0 5,-50 0-8,50 26 4,-51-26 4,77 0-5,-26 50 3,0-50 4,-25 0-6,25 26-3,-26-26 7,77 0-4,-76 0 0,25 0 0,0 0-3,-25 0 2,25 0 5,-25 0-5,25 0 2,-51 0-2,1 0 3,-1 0-7,26 0 5,-26 0 8,0 0-5,26 0 45,-25 0-1</inkml:trace>
    </iact:actionData>
  </iact:action>
  <iact:action type="add" startTime="55055">
    <iact:property name="dataType"/>
    <iact:actionData xml:id="d7">
      <inkml:trace xmlns:inkml="http://www.w3.org/2003/InkML" xml:id="stk7" contextRef="#ctx0" brushRef="#br0">3120 12329 0,'76'0'65,"0"0"-58,0 0 6,51 0-7,-76 0 2,25 0 0,0 0-3,25 0 6,1 0-3,-26 0 0,25 0-3,77-26 7,-77 26-5,26 0 2,-51 0-2,26 0 2,25 0-2,-51 0 2,0 0-2,0 0-1,-25 0 4,75 0-5,-75 0 6,51 0-1,-26 0-4,-25 0 0,-26 0 4,26 0-2,-1 0 0,26 0 0,-50 0 0,25 0 0,-1 0 0,1 0-2,25 0 4,-50 0-2,-1 0 0,102 0 0,-77 0 1,1 0-2,51-25 2,-77 25-2,26 0 3,25 0-4,-25 0-1,25 0 6,-51 0-6,0 0 6,52 0-2,-52 0-2,51 0 3,-51 0-7,52 0 13,-52 0-8,0 0 0,51 0 0,-50 0 1,-1 0 2,26 0-4,-26 0-1,1 0 2,24 0-1,1 0 2,-26 0-1,1 0 10,-1 0-12,1 0 9,-1 0 1,0 0 22,26 0-23,-26 0-4</inkml:trace>
    </iact:actionData>
  </iact:action>
  <iact:action type="add" startTime="59225">
    <iact:property name="dataType"/>
    <iact:actionData xml:id="d8">
      <inkml:trace xmlns:inkml="http://www.w3.org/2003/InkML" xml:id="stk8" contextRef="#ctx0" brushRef="#br0">6798 13293 0,'51'0'89,"0"0"-81,25 0 1,-51 0-1,26 0 0,25 0-1,51 0-2,-102 0 6,102 0-6,-76 0 6,25 0-6,-51 0 3,0 0 9,26 0-9</inkml:trace>
    </iact:actionData>
  </iact:action>
  <iact:action type="add" startTime="60424">
    <iact:property name="dataType"/>
    <iact:actionData xml:id="d9">
      <inkml:trace xmlns:inkml="http://www.w3.org/2003/InkML" xml:id="stk9" contextRef="#ctx0" brushRef="#br0">12912 13394 0,'25'0'103,"51"0"-87,-25 0-7,-26 0-3,52 0 3,-52 0 1,26 0-3,50 0 1,-25 0 0,-50 0 0,50 0 0,0 0 0,0 0 2,-25 0-5,50 0 6,-76 0-3,52 0 1,-27 0-2,1 0 1,0 0 0,25 0-2,-51 0 4,26 0-1,50 25-2,-75 1 3,50-1-3,-51-25-3,1 0 7,75 0-6,-25 0 6,-25 0-6,25 0 12,-51 0-2,1 0 60</inkml:trace>
    </iact:actionData>
  </iact:action>
  <iact:action type="add" startTime="62152">
    <iact:property name="dataType"/>
    <iact:actionData xml:id="d10">
      <inkml:trace xmlns:inkml="http://www.w3.org/2003/InkML" xml:id="stk10" contextRef="#ctx0" brushRef="#br0">25190 13648 0,'25'-26'98,"26"26"-89,-25 0-1,-1-25-1,26 25 2,-1 0 7,1-25-9,0 25 2,-26 0 3,26 0-2,0 0-4,-1 0 3,1 0-1,0 0-1,0 0 2,-1 0 10,26 0-12,-50 0 2,50 0-2,-25 0-2,25 0 7,-51 0-5,26 0 2,0 0-2,-26 0 3,26 0-4,25 0 4,-51 0-7,51 25 10,-50-25-7,75 0 4,-50 25-4,50-25-1,-50 0 6,25 51-1,-25-51-4,127 25 5,-102-25-9,50 51 12,-100-51-8,75 0 1,-25 26 1,26-26-3,25 25 4,-77-25 1,27 51-4,-27-1 4,103-50-4,-52 0 4,0 26-1,-24-26-2,49 0 2,-24 25-2,-1 0-2,-25-25 3,26 0 0,-26 51 0,0-51 0,0 26 0,-25-26 0,25 25 3,-25 0 1</inkml:trace>
    </iact:actionData>
  </iact:action>
</iact:actions>
</file>

<file path=ppt/ink/inkAction12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4T00:34:09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11854">
    <iact:property name="dataType"/>
    <iact:actionData xml:id="d0">
      <inkml:trace xmlns:inkml="http://www.w3.org/2003/InkML" xml:id="stk0" contextRef="#ctx0" brushRef="#br0">15525 5480 0,'50'0'57,"77"0"-50,-51 0 5,1 0-3,49 0 0,-75 0 0,25 0-1,-25 0 0,25 0-1,-25 0 1,25 0-1,0 0 2,25 0-2,-24 0 0,-1 0 1,25 0 0,-50 0 0,50 0 0,26 0 15,-51 0-16,-50 0 1,-1 0-2,0 0 2,52 0 2,-52 0-5,0 0 4,26 0 12,-26 0 5</inkml:trace>
    </iact:actionData>
  </iact:action>
</iact:actions>
</file>

<file path=ppt/ink/inkAction13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4T00:34:09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22973">
    <iact:property name="dataType"/>
    <iact:actionData xml:id="d0">
      <inkml:trace xmlns:inkml="http://www.w3.org/2003/InkML" xml:id="stk0" contextRef="#ctx0" brushRef="#br0">10476 9183 0,'0'0'3,"102"0"20,50-25 0,-126 25-16,75 0 4,-50 0-6,-1 0 4,27 0-2,24 0 1,-25 0-1,26 0 2,-26 0-1,25 0 0,-25 0 0,26 0 0,-51 0 0,50 0 0,-25 0 0,26 0 1,-1 0 4,-25 0-7,0 0-2,26 0 7,-1 0-6,-50 0 4,76 0-2,-102 0 2,102 0 1,-51 0-1,-25 0-3,25 0 1,-25 0 0,25 0 0,-25 0 5,-1 0-2,1 0-7,0 0 11,-1 0-9,1 0 4,0 0-5,0 0 6,-26 0-4,26 0 5,-26 0-6,26 0 3,0 0 4,-26 0-8,0 0 5,1 0 6,-1 0-6,0 0 0</inkml:trace>
    </iact:actionData>
  </iact:action>
  <iact:action type="add" startTime="27373">
    <iact:property name="dataType"/>
    <iact:actionData xml:id="d1">
      <inkml:trace xmlns:inkml="http://www.w3.org/2003/InkML" xml:id="stk1" contextRef="#ctx0" brushRef="#br0">21359 10984 0,'77'0'16,"-52"0"-8,0 0 0,1 0 5,-1 0-8,0 0 5,1 0-3,25 0 5,-1 0 1,-24 0-8,-1 0 5,0 0-3,26 0 1,-26 0 35,26 0-37,-25 0 10,24 0-12,-24 0 8,24 0-8,1 0 7,0 0-5,-26 0 4,51 0-4,0 0 9,-25 0-3,25 0-4,26 0-3,-26 0 6,-25 0-5,25 0 3,51 0 0,-51-25 9,-51 0-12,0 25 0,26 0 4,25 0 6,-50 0-12,-1 0 12,26 0-5</inkml:trace>
    </iact:actionData>
  </iact:action>
  <iact:action type="add" startTime="29246">
    <iact:property name="dataType"/>
    <iact:actionData xml:id="d2">
      <inkml:trace xmlns:inkml="http://www.w3.org/2003/InkML" xml:id="stk2" contextRef="#ctx0" brushRef="#br0">5479 11517 0,'25'0'135,"127"0"-128,-25 0 2,51 0-1,-26 0-1,0 0 3,26 0-3,-26 0 2,-50 0-2,24 0 0,-24 0 2,-51 0-1,-26 0 0,26 0 1,-26 0-3,0 0 19</inkml:trace>
    </iact:actionData>
  </iact:action>
  <iact:action type="add" startTime="33621">
    <iact:property name="dataType"/>
    <iact:actionData xml:id="d3">
      <inkml:trace xmlns:inkml="http://www.w3.org/2003/InkML" xml:id="stk3" contextRef="#ctx0" brushRef="#br0">17909 13293 0,'26'-51'28,"-1"51"-24,77-51 7,-52 51-2,77-25-2,-101 25 1,50 0 0,25 0 0,-50 0 0,25-26-4,-25 26 5,76 0 3,-77 0-4,26 0-1,-50-25-1,75 25 1,-50 0 8,-26 0-5,26 0-2,0-51 2,-26 51-5,1 0 6,-1 0 4,0 0 8</inkml:trace>
    </iact:actionData>
  </iact:action>
  <iact:action type="add" startTime="35133">
    <iact:property name="dataType"/>
    <iact:actionData xml:id="d4">
      <inkml:trace xmlns:inkml="http://www.w3.org/2003/InkML" xml:id="stk4" contextRef="#ctx0" brushRef="#br0">24150 13064 0,'0'0'3,"51"0"7,-1 0-6,1 0 6,25-25-4,-25 0 1,25-1 2,-25 26-2,25 0 1,25 0 2,-50 0-2,51 0-1,24-25 1,-24 25 0,-51 0 2,25 0-4,-51 0 1,77 0 2,-77 0 22,26 0-20,25 0-6</inkml:trace>
    </iact:actionData>
  </iact:action>
  <iact:action type="add" startTime="36342">
    <iact:property name="dataType"/>
    <iact:actionData xml:id="d5">
      <inkml:trace xmlns:inkml="http://www.w3.org/2003/InkML" xml:id="stk5" contextRef="#ctx0" brushRef="#br0">28843 13090 0,'25'0'7,"1"0"1,-1 0 0,1 0 6,-1 0-9,0 0 4,51 0-3,-25 0 4,-25 0-4,50 0 3,25 0 7,-50 0-11,50 0 5,1 0-1,-26 0-1,51 0 1,-26 0-5,-50 0 8,76 0-6,-26 0 1,-50 0 0,50 0 5,-75 0-8,75 0 4,-25 0 0,-25 0 0,51 0 0,-52 0 8,26 0-7,-50 0-2,-1 0 1,26 0 0,-26 0 1,1 0-1,-1 0 15,0 0 0</inkml:trace>
    </iact:actionData>
  </iact:action>
  <iact:action type="add" startTime="38446">
    <iact:property name="dataType"/>
    <iact:actionData xml:id="d6">
      <inkml:trace xmlns:inkml="http://www.w3.org/2003/InkML" xml:id="stk6" contextRef="#ctx0" brushRef="#br0">4008 14333 0,'25'0'64,"76"0"-56,26 0 3,-76 0-7,50 0 8,26 0-6,-25 0 3,-26 0-4,25 0 5,-50 0-4,25 0 4,-50 0-1,50 0-2,-26 0 10,1 0-9,25 0-1,-25 0 0,-26 0 2,1 0 7,-1 0-6,51 0 68,-50 0-70</inkml:trace>
    </iact:actionData>
  </iact:action>
  <iact:action type="add" startTime="39390">
    <iact:property name="dataType"/>
    <iact:actionData xml:id="d7">
      <inkml:trace xmlns:inkml="http://www.w3.org/2003/InkML" xml:id="stk7" contextRef="#ctx0" brushRef="#br0">10629 14104 0,'25'0'103,"51"0"-92,-25 0-6,50 0 5,-50 0-1,101 0-4,-25 26 6,25-26-6,-50 0 5,101 25-4,-26 0 4,26-25-4,51 0 4,-51 0-1,25 76-2,-152-50 0,127-26 2,-50 0 1,49 51-3,1-51 2,-50 0-6,24 0 6,26 0 2,0 25-2,25 51-3,-25-25 0,0-51 3,-25 25-1,-26-25 2,26 25-1,-26 52-5,25-77 6,-24 25-3,-1-25 2,-25 25-3,76-25 2,-77 0 1,52 51-2,-76-51 3,50 51-3,-51-51 1,1 25 0,-1-25 3,51 0-7,-76 0 5,26 0-1,-1 0-2,1 0 4,50 0-1,-25 26-1,-51-26-3,76 0 5,-76 0-3,77 0 2,24 0-1,-75 0-1,-26 0 1,51 0 2,-51 0-1,-26 0-2,-24 0 2,50 25-4,-51-25 5,26 0-3,-26 0 2,1 0-3,-1 0 5,26 0-5,-26 0 1,1 0 12</inkml:trace>
    </iact:actionData>
  </iact:action>
  <iact:action type="add" startTime="40998">
    <iact:property name="dataType"/>
    <iact:actionData xml:id="d8">
      <inkml:trace xmlns:inkml="http://www.w3.org/2003/InkML" xml:id="stk8" contextRef="#ctx0" brushRef="#br0">22146 14256 0,'0'0'2,"76"26"12,-51-26-4,51 0-5,-50 0 3,25 25 0,25-25 2,-51 0 1,77 0-6,-77 0 1,76 0 1,-50 0 6,25 0-7,26 0 3,-52 0-1,77 0 0,-25 0-3,-52 0 3,27 26 3,-27-26-6,26 0 6,1 76-6,-1-76 7,-26 0-5,-24 0 2,24 0-5,27 25 9,-1-25-7,-51 0-1,0 0 3,26 25 0,-26-25 3,1 0-1,75 26-5,-75-26 5,50 0-3,-25 0-2,25 0 3,-51 0 2,51 0-2,-51 0 1,52 0 6,-27 0-7,1 25-1,0 0 1,0-25 0,-1 0 0,-24 0 0,-1 0 1,0 0 6,26 0-5,-26 0 15,1 0-19,25 0 2,-26 0 0,0 0-2,1 0 3,-1 0 1,0 0-5,1 0 4,-1 0 9,51 0-13,-50 0 5,24 0 12,-24 0-13,-1 0-2,26 0 0,-26 0 4,1 0-4,-1 0 15,26 0-14,-26 0 8,0 0 4,1 0-7,-1 0 13</inkml:trace>
    </iact:actionData>
  </iact:action>
  <iact:action type="add" startTime="43982">
    <iact:property name="dataType"/>
    <iact:actionData xml:id="d9">
      <inkml:trace xmlns:inkml="http://www.w3.org/2003/InkML" xml:id="stk9" contextRef="#ctx0" brushRef="#br0">2562 15550 0,'25'0'55,"0"0"-43,51 0 26,-25 0-30,0 0-1,25 0 3,25 0-2,26-25-3,-51 25 7,51 0-5,-25 0 6,-52 0-1,77-26-8,76 1 9,-76-51-9,76 76 3,-51 0 3,0 0-1,26 0-4,-26 0 3,102 0 3,-178 0-4,152 0-1,-50 0 5,-102 0-3,152 0-1,-152 0 0,51 0 2,-51 0 0,-50 0-2,24 0 0,27 0 2,-52 0 1,0 0-4,1 0 0,-1 0 4,26 0-5,0 0 7,-26 0-8,0 0 5,26 25 15,-26-25 9,1 0 24</inkml:trace>
    </iact:actionData>
  </iact:action>
</iact:actions>
</file>

<file path=ppt/ink/inkAction14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4T00:34:09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7401">
    <iact:property name="dataType"/>
    <iact:actionData xml:id="d0">
      <inkml:trace xmlns:inkml="http://www.w3.org/2003/InkML" xml:id="stk0" contextRef="#ctx0" brushRef="#br0">4388 7763 0,'25'0'200,"26"0"-185,0 0-4,-26 0-2,26 0-5,-26 0 8,77 0-8,-51 0 8,25 0-5,-51 0-1,0 0 1,77 0 6,-26 0 3,-25 0-11,-26 0 6,51 0-5,-50 0-1,50 0 5,-51 0-4,0 0 14,26 0-14,-25 0 3,-1 0 4,0 0-5,51 0 11,-50 0 13,24 0-27,-24 0 14,-1 0 10,1 0-11,-1 0-4,0 0-6,1 0 8,-1 0-8,26 0 3,-26 0-4,1 0 1,24 0 9,-24 0-9,-1 0 0,0 0-2,51 0 2,-50 0 10,50 0-9,-51 0-2,51 0 3,-50 0-4,25 0 3,-1 0-3,1 0 9,0 0-8,-26 0 2,0 0-2,52 0 5,-52 0-7,0 0 2,77 0 11,-51 0-4,-26 0 13,0 0-18,1 0 7,-1 0-9,0 0 0,26 0 1,-26 0 2,26 0 10,-25 0-9,-1 0 7,0 0-3,26 0-11,-26 0 23,1 0-22,25 0 13,-26 0-12,0 0 3,26 0 6,-26 0-6,26 0 0,25 0 8,-50 0-11,-1 0 4,26 0 5,-26 0-8,0 25 8,1 0-7,-1-25 17,1 0-16,-1 0-2,0 0 11,1 0 3,-1 0-10,0 0 10,1 0-3,24 0-11,-24 26 0,-1-26 68</inkml:trace>
    </iact:actionData>
  </iact:action>
  <iact:action type="add" startTime="10680">
    <iact:property name="dataType"/>
    <iact:actionData xml:id="d1">
      <inkml:trace xmlns:inkml="http://www.w3.org/2003/InkML" xml:id="stk1" contextRef="#ctx0" brushRef="#br0">4515 9919 0,'51'0'195,"-1"0"-186,-24 0-3,75 0 0,-75 0 5,50 0-3,-51 0-3,51 0 6,26 25-6,-52-25 3,-24 0 1,75 0 1,-50 0-4,25 0 4,-25 0-4,-26 0 3,26 0-2,0 0 3,50 0-3,-101 26 2,76-26-4,-25 0 6,-26 0-6,51 25 6,-25-25-5,25 0 4,-50 25-5,-1-25 4,51 0-1,-25 0 2,0 0-2,-1 51 0,26-51 8,-50 0-8,-1 0-2,-25 25 4,51-25-4,-26 0 1,26 0 5,0 0-5,-26 0 2,0 0-2,1 26 2,-1-26 3,26 0-1,25 0 2,-51 0 3,1 0-8,-1 0 0,26 0 6,-26 0-12,1 0 17,24 0-6,-24 0-5,24 0 20,1 0-5,-25 0 65,-1 0-43,0 0 19,1 0-52</inkml:trace>
    </iact:actionData>
  </iact:action>
  <iact:action type="add" startTime="15865">
    <iact:property name="dataType"/>
    <iact:actionData xml:id="d2">
      <inkml:trace xmlns:inkml="http://www.w3.org/2003/InkML" xml:id="stk2" contextRef="#ctx0" brushRef="#br0">7204 9107 0,'25'0'257,"1"0"-248,24 0-4,27 0 5,-27 0 8,26 0-10,-25 0-1,0 0 3,0 0-4,25 0 3,-26 0-5,-24 0 7,50 0-6,-25 0 2,-1 0 4,1 0-3,25 0 1,-25 0-4,25 0 5,-25 0-3,25 0 2,-51 0-2,26 0 1,0 0-1,-1 0 3,27 0-5,-52 0 3,26 0 0,25 0 1,-25 0-1,-1 0 3,1 0-4,25 0 3,-25 0-6,-26 0 7,51 0-6,-50-25 3,24 25 8,1 0-7,-25 0-1,24 0 0,1-26 0,25 26 1,-51 0 9,1 0-11,-1 0 2,1 0-5,-1 0 8,0 0-6,26-25 0,-26 25 4,1 0 4,-1 0-6,26 0 32,-26 0-23,1 0 16,-1 0 31,0-25-56,-25-1 25,26 26 4,-1 0-21,0 0 3,26 0 6,0-25-9,-26 25 17,26 0-11,-26 0-1,1 0-5,25 0 1,-26 0 1,0 0 6,26 0 8,-26 0 21</inkml:trace>
    </iact:actionData>
  </iact:action>
  <iact:action type="add" startTime="20320">
    <iact:property name="dataType"/>
    <iact:actionData xml:id="d3">
      <inkml:trace xmlns:inkml="http://www.w3.org/2003/InkML" xml:id="stk3" contextRef="#ctx0" brushRef="#br0">16920 8980 0,'25'26'136,"1"-26"-124,24 50-2,27-50 4,-27 0 2,-24 0-9,50 0-2,-51 0 6,51 0-3,-76 26 1,26-26-2,50 0 4,-26 25-9,-24-25 11,50 0-7,-25 0-1,50 26 7,-75-26 12,50 0-18,-51 0 4,51 0-4,-25 0-1,25 0 6,-25 0-3,25 0 0,-25 0-3,-26 0 6,51 0-6,-25 50 4,25-50-2,-25 0 4,25 0-4,-26 0 1,27 0 0,-52 0-1,51 0 2,-25 0 0,25 0-3,-25 0 3,-26 0-1,51 0 1,-25 0-4,25 0 9,-51 0-8,77 0 4,-77 0-4,51 0-1,-25 0 6,50 0 2,-75 0-5,50 0 1,-25 0-1,-1 0 1,1 0-3,-26 0 3,52 0-2,-27 0 3,26 0-4,-50 0 3,50 0 7,-51 0-9,51 0 5,-25 0 4,25 0 1,-50 0-11,24-25 3,1 25 3,-26 0-4,1 0 0,-1-25 2,26 25-4,-26 0 2,51 0 1,-50 0 0,24-51-1,1 51 6,-25 0 5,-1 0 3,51-26-12,-51 26 6,1 0 0,50 0-11</inkml:trace>
    </iact:actionData>
  </iact:action>
  <iact:action type="add" startTime="36360">
    <iact:property name="dataType"/>
    <iact:actionData xml:id="d4">
      <inkml:trace xmlns:inkml="http://www.w3.org/2003/InkML" xml:id="stk4" contextRef="#ctx0" brushRef="#br0">6671 11213 0,'26'0'82,"-1"0"-73,0 0 1,1 0-5,-1 0 6,0 0-5,1 0-1,25 0 6,-26 0-2,26 0-3,-26 0 3,0 0-2,1 0 1,-1 0 1,51 0-1,-50 0 0,50 0 0,-26-26-2,-24 1 4,25 25-4,-1 0 4,1 0-4,0 0 4,-26 0 0,51 0-7,76 0 5,-101 0 8,0 0-5,0 0-6,-1-26 5,1 26-4,0 0 4,-26 0 1,26 0-8,50 0 8,-75 0 5,50 0-8,-51 0 0,26 0-2,25-25 4,-51 25-4,1 0 4,50 0-1,-25-25-2,-1 25 8,1 0-9,25 0 16,-50 0-20,50 0 14,-26 0-6,27 0 0,-1 0 5,-51 0-7,51 0-1,0 0 2,-25 0-1,25 0-3,-51 0 6,1 0-6,50 0 4,-25 0-2,-26 0 2,26 0 1,-26 0 3,51 0-4,-50 0-2,-1 0 12,0 0-10,26 0-4,-26 0 2,1 0 3,25 0 1,-26 0 4,26 0-11,-1 0 7,1 0 5,-25 0-8,-1 0 0,0 0-3,26 0 13,0 0-9,-26 0-1,0 0-3,26 0 14,0 0-10,-26 0-5,26 0 15,0 0-9,25 0 1,-51 0-3,26 0 5,0 0-2,-26 0 37,0 0-37,26 0-3,-25 0 1,-1 0-3,0 0 8,1 0-1,24 50-1,-24-50 24,-1 26-30,1-26 2,-1 25-1,0-25 8,1 0 1,-1 0-8,26 0 0,-26 0 7,26 0 2,-26 0-10,26 0 12,0 0-4,-1 0 7,1 0-6,-25 0-7,-1 0-2,0 0 2,51 0-1,0 0 7,-50 0-4,25 0-3,-1 0-1,-24 0 2,-1 0-1,26 0 5,-26 0 4,1 0-10,-1 0 3,51 0 9,-51 0-7,51 26 19,-50-26 17,-1 0 42,1 25-36</inkml:trace>
    </iact:actionData>
  </iact:action>
</iact:actions>
</file>

<file path=ppt/ink/inkAction15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4T00:34:09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1789">
    <iact:property name="dataType"/>
    <iact:actionData xml:id="d0">
      <inkml:trace xmlns:inkml="http://www.w3.org/2003/InkML" xml:id="stk0" contextRef="#ctx0" brushRef="#br0">8092 3146 0,'25'0'118,"1"0"-110,50 0 8,-26 0-7,27 0-2,-52 0 1,76 0 0,-50 0 0,0 0 0,25-25 0,25 25 0,-50 0 2,25 0-4,-25 0 2,0 0 4,-26 0-7,102 0 3,-76 0 3,-1 0-6,1-26 2,25 26 3,-25 0-4,76-25 4,-76 0 0,25 25-5,-51 0 3,51 0 2,-50 0-4,75 0 6,-76-26-9,1 26 5,75 0 2,-75 0 7,24 0-12,1 0 6,25 0-6,-50 0 6,-1 0-1,51 0-4,-51-25-1,1 25 6,75 0-6,-75 0 3,24 0 0,1 0 3,-26 0-3,52 0 1,-27 0-2,26 0 2,-50 0-5,-1 0 5,26 0 1,-26 0-3,1 0 18,24 0-20,-24 0 11,-1 0-8,0 0 0,1 0 16,-1 0-4,1 0-8,-1 0 54,51 0-45,-51 0-12,51 0-1,1 0 3</inkml:trace>
    </iact:actionData>
  </iact:action>
  <iact:action type="add" startTime="4612">
    <iact:property name="dataType"/>
    <iact:actionData xml:id="d1">
      <inkml:trace xmlns:inkml="http://www.w3.org/2003/InkML" xml:id="stk1" contextRef="#ctx0" brushRef="#br0">19990 3146 0,'0'0'2,"0"25"3,-26-25 14,26 26 124,26-26-129,24 25-3,1-25-3,-26 0 0,26 0 0,25 0-3,-25 0 6,25 0-3,-25 0-2,25 0 4,-25 0-4,76 0 1,-51 0 2,0 51 1,51-51 3,-51 0-5,0 51 2,0-51 1,-25 0-8,75 0 5,-49 0 3,-27 0-5,52 0 4,-77 0-2,1 0 0,50 0 0,-26 0 0,1 0 0,-26 0 1,26 0-2,-25 0 9,24 0-6,-24 0 2,24 0-5,-24 0 13,-1 0-5,1 0-2,-1 0 13,0 0-9,1 0-1,-1 0-8,0 0 0,1 0 1,-1 0-2,0 0 18,26 0-18,-25 0 9,-1 0-9,0 0 12,1 0-16,-1 0 5,0 0 0,1 0 5,25 0-7,-26 0 4,0 0 5,26 0-8,0 0 1,-26 0-1,51-26 7,-50 26 39,-1 0 96</inkml:trace>
    </iact:actionData>
  </iact:action>
  <iact:action type="add" startTime="26740">
    <iact:property name="dataType"/>
    <iact:actionData xml:id="d2">
      <inkml:trace xmlns:inkml="http://www.w3.org/2003/InkML" xml:id="stk2" contextRef="#ctx0" brushRef="#br0">17478 16895 0,'25'0'7,"26"0"25,-25 0-11,-1 0 1,0 0-17,77 0 11,-77 0-5,26 0-3,0-26 5,-1 1-3,-24 25-3,50 0 1,-25 0 11,-26 0-15,0 0 5,1 0 1,-1 0 3,26-26-3,-26 26 15,51 0-15,-25 0 1,0 0-3,-1 0 6,-24 0-12,25 0 8,-1 0-4,26 0 10,-50 0-7,-1 0 6,26 0 1,-26 0-7,51 0 15,-50 0-7,-1 0 10,0 0 50</inkml:trace>
    </iact:actionData>
  </iact:action>
  <iact:action type="add" startTime="43907">
    <iact:property name="dataType"/>
    <iact:actionData xml:id="d3">
      <inkml:trace xmlns:inkml="http://www.w3.org/2003/InkML" xml:id="stk3" contextRef="#ctx0" brushRef="#br0">22070 16768 0,'51'0'37,"25"50"-30,-26-50 15,-24 0-16,-1 26 3,0-26-2,26 0 1,-25 0 3,24 0 6,1 0-10,0 25 1,25-25 7,-51 0-7,1 0-2,50 0 5,-51 0-3,0 0-1,1 0-1,25 0 5,-26 0-5,26 0 5,-26 0-6,26 0 6,0 0-4,-1 0-2,1 0 15,0 0-16,-26 0 9,26 0 2,-26 0-8,1 0-2,24 0 3,1 0 3,-26 0-3,26 0 0,0 0-3,25 26 3,-51-26 3,26 0-4,0 0 0,0 0 3,-26 0-1,26 0-2,-1 0-1,1 0 3,0 0-1,-26 0 0,26 0-2,-26 0 5,26 0-2,25 0 3,-50 0-3,50 0 9,-51 0-9,0 0-5,51 0 7,-50 0-5,-1 0 3,26 0-3,0 0 10,-1 0-6,1 0 7,-25 0 8,-1 0 27,0 0-42</inkml:trace>
    </iact:actionData>
  </iact:action>
</iact:actions>
</file>

<file path=ppt/ink/inkAction16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4T00:34:09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4970">
    <iact:property name="dataType"/>
    <iact:actionData xml:id="d0">
      <inkml:trace xmlns:inkml="http://www.w3.org/2003/InkML" xml:id="stk0" contextRef="#ctx0" brushRef="#br0">11542 5683 0,'101'-26'54,"-75"1"-45,50 0 1,-25 25-4,50-26 4,-50 26-4,76 0 1,-26-25 2,51 25 2,26-76-6,-127 76 5,25 0-4,-25 0 4,101-26-4,-25 26 2,-26 0 0,-50 0-2,101 0 4,-25 0-2,-26 0 0,26 0-2,-76 0 4,50 0-4,-50 0 6,76 0-8,-26 0 8,-25 0-5,26 0 0,-26 0 2,-25-25-3,25 25 4,-51 0 1,26 0-9,25 0 11,-25 0-7,25 0-1,-25 0 7,25 0-3,-25 0-3,75 0 4,-75-25-4,51-26 4,-52 51-3,-24 0 1,50 0 0,-25 0-3,50 0 3,-50-25 0,50 25 3,51 0-6,-126 0 13,25 0-8,-1 0-6,1 0 12,0 0-9,-26 0 4,26 0-5,0 0 2,-26 0 1,0 0-2,51 0 14,-50 0-18,25 0 6,-26 0 0,0 0-4,1 0 11,24 0-7,-24 0 0,-1 0-2,0 0 2,1 0-2,-1 0 2,1 0-2,-1 0 8,51 0-4,-51 0 10,1 0-4,-1 0-1,1 0-5,24 25-7,1 0 13,-26 1-10,1-1 1,-1 0 4,26 26 3,-26-51-9,-25 26 5,26-1-3,-1-25 6,0 25 20,1-25 5,-1 0-28,51 26 26,-50-26 4,-1 0-15,0 25 12</inkml:trace>
    </iact:actionData>
  </iact:action>
  <iact:action type="add" startTime="7896">
    <iact:property name="dataType"/>
    <iact:actionData xml:id="d1">
      <inkml:trace xmlns:inkml="http://www.w3.org/2003/InkML" xml:id="stk1" contextRef="#ctx0" brushRef="#br0">20116 5759 0,'26'-51'40,"25"51"-31,101-25 1,-51 25 1,51 0-8,-75 0 8,75-26-5,-25 1 5,-51 25-5,0 0 3,76 0-3,-25 0 4,-51 0-3,0 0-2,26 0 2,-1 0 2,-50-51 2,25 51-6,76 0 6,-76 0-7,51 0 5,-76 0-1,50 0 3,-75 0-6,-1 0 7,51 0-8,-51 0 12</inkml:trace>
    </iact:actionData>
  </iact:action>
  <iact:action type="add" startTime="9241">
    <iact:property name="dataType"/>
    <iact:actionData xml:id="d2">
      <inkml:trace xmlns:inkml="http://www.w3.org/2003/InkML" xml:id="stk2" contextRef="#ctx0" brushRef="#br0">25038 5810 0,'51'-51'175,"75"51"-163,-24 0-5,25 0 1,-26 0 5,26 0-4,-76-51-2,76 51 2,-51 0-2,76-76 5,-25 76-8,-26-25 5,26 25-2,-51 0 5,0 0-9,-25 0 6,25 0 0,-25-26-2,25 26 1,-25-25-1,-1 25 4,1 0-5,51 0 4,-77 0-4,0 0 3,77-51-1,-1 51 11,-75 0-12,-1-25-2,26 25 3,0 0-1,-1-26 2,-24 26 1,24 0 4,-24 0-5,25 0 10,-26 0-6,0 0 44</inkml:trace>
    </iact:actionData>
  </iact:action>
  <iact:action type="add" startTime="21183">
    <iact:property name="dataType"/>
    <iact:actionData xml:id="d3">
      <inkml:trace xmlns:inkml="http://www.w3.org/2003/InkML" xml:id="stk3" contextRef="#ctx0" brushRef="#br0">13115 8473 0,'51'-25'129,"-1"25"-121,1 0 2,25 0 4,-25 0-6,50 0 1,1 0-1,-77 0-1,102 0 4,-76 0-6,25 0 3,25 0 2,-50 0-3,25 0 1,-51 0 0,77 0 1,-51 0-3,25 0 3,0-51-1,0 51 9,51 0-1,-76 0-6,25 0-7,-51-25 5,0 25 3,1 0 20,25 0-24,50-26 16,-50 26 4,-26-25 18,26-26 29,-26 51-60,1-25-5,-1 25-1,51-26 11,-51 26 12,26 0-22,-25 0-1,24 0 5,1 0-2,-26 0-3,51 0 8,1 0 0,-52 0 9,26 0 30,-1 0 6,1 0-41,0 26-14,-26-26 10,51 25-11,-50 0 16,50-25-18,-25 26 13,25 25-10,-51-26 2,26 0-1,25 1 2,-76 24-6,25-24 4,26 24 6,-26 1-10,1-25 6,-1-1 2,-25 0-3,25 1-1,1-1 0,-1-25 0,1 25 4,-1 1-7,0 24 21,1-24-1,-26-1 26,25-25 4,0 0 45,26 0-94,-25 0 2,-1 0 2,51 0 11,-51 0-14,77 0 8,-51 0 4,-1 0-9,1 0-1,-26 0-1,26-25 2,-25-1-2,24 1 3,1 25-7,0-25 12,-26 25-13,0-51 10,1 51-8,-1-25 3,1 25 2,24 0 9,1-26-8,-26 26 28,26-25 31</inkml:trace>
    </iact:actionData>
  </iact:action>
  <iact:action type="add" startTime="33312">
    <iact:property name="dataType"/>
    <iact:actionData xml:id="d4">
      <inkml:trace xmlns:inkml="http://www.w3.org/2003/InkML" xml:id="stk4" contextRef="#ctx0" brushRef="#br0">19990 11999 0,'0'25'106,"50"1"-92,1-26-5,0 0 1,76 0-6,-51 0 4,0 0 2,-25 0-1,25 50-2,0-50-1,-25 0 4,50 26-4,-50-26 4,25 0-2,-51 0 1,51 25-2,-50-25 2,-1 0-2,26 0 2,0 0-2,-26 25 4,26-25-8,-1 0 7,1 51-2,0-25 2,-26-26-4,51 0 0,-50 0 10,-1 0-6,26 0-1,-26 25-2,1-25-1,-1 0 4,102 0-2,-102 0 33,26 0-27,-26 0 6,26 0-13,25-25 2,26-1 2,-26 1 1,-26-1 3,-24 26-10,75 0 7,-75 0-7,75-76 3,-76 76-1,52 0 1,-27 0 0,52-25 2,-52 25-2,77 0 0,-25-51 1,25 51 0,-1-50 0,-75 50-5,51-51 8,-26 51-4,25 0-1,51-26 7,-25 26-7,-76-25 1,50 25 0,-24 0 1,-27 0-2,52-51 2,-26 26 6,-25 25-7,-26 0 2,0 0 0,26 0-3,0 0 1,25 0 7,-51 0 0,1 0 2,-1 0-11,0 0 20</inkml:trace>
    </iact:actionData>
  </iact:action>
  <iact:action type="add" startTime="38584">
    <iact:property name="dataType"/>
    <iact:actionData xml:id="d5">
      <inkml:trace xmlns:inkml="http://www.w3.org/2003/InkML" xml:id="stk5" contextRef="#ctx0" brushRef="#br0">5352 13216 0,'0'-76'472,"25"76"-456,1 0 0,-1 0-1,51 0-4,0-25 11,-50 25 4,-1 0-2,0 0-11,26 0 22,-25 0-28,-1 0 17,0 0-13,26 0 5,-26 0 62</inkml:trace>
    </iact:actionData>
  </iact:action>
  <iact:action type="add" startTime="40344">
    <iact:property name="dataType"/>
    <iact:actionData xml:id="d6">
      <inkml:trace xmlns:inkml="http://www.w3.org/2003/InkML" xml:id="stk6" contextRef="#ctx0" brushRef="#br0">5885 14130 0,'25'25'240,"1"-25"-200,-1 0-16,0 0 4</inkml:trace>
    </iact:actionData>
  </iact:action>
</iact:actions>
</file>

<file path=ppt/ink/inkAction17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4T00:34:09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4159">
    <iact:property name="dataType"/>
    <iact:actionData xml:id="d0">
      <inkml:trace xmlns:inkml="http://www.w3.org/2003/InkML" xml:id="stk0" contextRef="#ctx0" brushRef="#br0">15043 5556 0,'0'25'224,"50"-25"-207,1 0-7,0 0-6,-26 0 4,51 0 1,-50 0 1,50 0 1,-25 0 5,25 0-13,-51 0 5,51 0 0,-25 0 3,-26 0-6,77 0 2,-26 0 2,-25 0 2,75 0-5,-100 0 4,101 0 0,-102 0-7,51 0 9,-25 0-9,-26 0 12,26 0-13,-26 0 5,26 0 2,-26 0-1,1 0 0,-1 26 5,1-26 9,-1 0 3,0 0-21,1 0 12,24 0 0,-24 0-5,-1 0 2,26 0-4,-26 0-2,1 0 2,-1 0-3,76 0 14,-75 0-16,25 0 12,-26 0 5,51 0-17,-51 0 8,1 0-8,25 0 8,-1 25-4,1-25-5,0 51 6,-1-51 2,27 0-6,-1 0 6,0 0-6,-51 25 6,51-25-5,76 0 0,-101 0 9,101 25-7,-25-25 1,-25 0-3,-26 51 2,203 0 10,-152-51-15,25 25 2,-101-25 3,50 0 0,26 51 2,-76-51-2,50 0 0,26 0-1,-76 0 1,0 0 0,-1 0 0,26 25 0,-50-25 1,-1 0-2,26 0 11,-26 0-7,1 0 8</inkml:trace>
    </iact:actionData>
  </iact:action>
  <iact:action type="add" startTime="10607">
    <iact:property name="dataType"/>
    <iact:actionData xml:id="d1">
      <inkml:trace xmlns:inkml="http://www.w3.org/2003/InkML" xml:id="stk1" contextRef="#ctx0" brushRef="#br0">11669 7712 0,'25'0'120,"51"0"-107,-50 0-7,-1 0 2,26 0 0,-1 0 0,27 0 1,-52 0-3,76 0 4,-50 0 6,0 0-9,0 0 3,-1 0-4,1 0-1,51 0 6,-52 0-7,-24 0 8,50 25-7,-25-25 6,75 0-6,-75 76 3,0-76 0,0 0 3,25 0-2,-51 0-2,26 0-2,-26 0 3,26 0 3,0 0-7,25 0 8,-26 0-7,1 0 6,-25 0-2,50 0-5,-26 0 8,1 0-5,0 0 3,25 0-4,-25 0-1,50 0 6,-50 0-1,76 0-4,-77 0 4,27 0-8,24 0 12,-76 0-7,52 0 2,-27 0-6,26 0 9,-25 0-5,25 0 1,-25 26-3,25-26 4,-51 0-1,1 0-1,50 0 3,-25 0-2,-26 0-1,26 25-1,-1-25 5,27 0-5,-1 26 3,-26-26-2,-24 0 12,-1 0-14,51 0 3,-50 0 4,-1 50-9,26-50 14,-1 0-9,-24 0 8,25 0-5,-26 0-3,0 0-3,26 0 22,-26 0-22,1 0 15,-1 0-13,26 0 3,-26 0 2,1 0 12,24 0-17,-24 0 1,-1 0 5,26 0 3,-26 0-1,1 0-8,-1 0-2,26 0 6,-26 0-7,0 0 5,52 0 10,-52 0-6,0 0-2,26-25-5,-26 25 1,26 0 1,-26 0 2,1 0-3,-1 0 2,1-25-4,24 25 5,-24 0 0,-1 0-4,51-51 3,-50 51 4,-1-26-5,76 1 2,-75 25 6,50 0-8,-51-25-2,1 25 3,50-26 0,-76 1-2,25 25 9,26 0-8,-26 0 1,1-25-2,-1 25 3,0 0-4,1-26 7,-1 26 6,0 0-11,26-25 12,-26 25-3,1 0 37,25 0 266,-26 0-311,0 0-3,1 0 3,50 0 6,-51 0 2,26 0 32,-26 0 30,1 0 9,-1 0-58,26 0-1,-26 0 48,0 0-55,26 0 13,-25 0-11,-1 0 12,0 0-13,1 0 3,-1 0 17,0 0-13,1 0 35,25 0 22</inkml:trace>
    </iact:actionData>
  </iact:action>
</iact:actions>
</file>

<file path=ppt/ink/inkAction18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4T00:34:09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17597">
    <iact:property name="dataType"/>
    <iact:actionData xml:id="d0">
      <inkml:trace xmlns:inkml="http://www.w3.org/2003/InkML" xml:id="stk0" contextRef="#ctx0" brushRef="#br0">22526 6444 0,'0'0'3,"178"0"37,-153 0-25,1 0-8,-1 0 1,0 0 0,1 0-1,-1 0 2,26 0 7,0 25-8,-26-25 1,26 0-2,0 0 8,-1 0-6,1 0-1,-26 0 2,26 0-4,-26 0 2,1 0 0,25 0 0,-26 0 0,0 0 3,1 0-6,24 0 1,-24 0 4,50 0 6,-51 0 2,1 0-13,-1 0 6,26 0-2,-26 0-1,0 0 8,26 0-8,-25 0 0,-1 0-1,0 0 9,1 0-8,-1 0 7,0 0 12,1 0-8,24 0 0,-24 0-3,-1 0 15,26 0-23,-26 0 5,1 0 6,50 0-3,-51 0 2,26 0 2,-26 0-12,26 0 8,-26 0-1,26 0-3,-26 0-3,26-25 6,-25 25 7,-1 0-4</inkml:trace>
    </iact:actionData>
  </iact:action>
  <iact:action type="add" startTime="21358">
    <iact:property name="dataType"/>
    <iact:actionData xml:id="d1">
      <inkml:trace xmlns:inkml="http://www.w3.org/2003/InkML" xml:id="stk1" contextRef="#ctx0" brushRef="#br0">14079 7382 0,'25'0'7,"0"0"2,1 0 9,-1 0-14,26 0 16,-26 0-16,1 0 28,24 0-16,1 0-7,-25 0 9,24 0-12,1 0 3,25 0 8,-25 0-11,0 0 5,-1 0-6,26 0 2,-25 0 3,-25 0-4,50 0 4,-51 0-1,0 0-2,51 0 1,-25 26 0,-25-26 1,24 0-1,-24 0 0,24 25-1,1-25 0,-25 0 3,50 0-3,-26 0 2,1 0-2,0 0 10,25 0-8,-51 0-3,51 0 9,-50 0 2,-1 0-2</inkml:trace>
    </iact:actionData>
  </iact:action>
  <iact:action type="add" startTime="34565">
    <iact:property name="dataType"/>
    <iact:actionData xml:id="d2">
      <inkml:trace xmlns:inkml="http://www.w3.org/2003/InkML" xml:id="stk2" contextRef="#ctx0" brushRef="#br0">22400 9640 0,'0'0'3,"25"0"4,26 0-1,25 0 4,-25 0-4,50 0 6,-76 0-8,51 0 4,1 25 1,-27 1-3,-24-26 5,-1 0-2,26 0-3,-26 0 1,1 0 6,-1 0-8,0 0 5,1 0-6,-1 0 5,0 0-3,26 0 3,0 0-1,0 0 8,-1 0-7,-24 0 3,24 0-8,1 0 8,-25 0-8,-1 0 2,0 0 8,1 0-9,50 0 5,-51 0-5,0 0 1,1 0 4,-1 0-2,26 0 0,-26 0-1,51 0 2,-25 0-1,25 0 0,-25 0-1,0 0 1,-1 0-1,27 0 2,-27 0 1,26 0-4,-50 0 4,24 0-1,52 0-3,-1 0 5,-50 0-4,51 0 2,-52 0-2,52 0-2,-1 0 5,-50 0-5,25 0 6,0 0-6,-25 25 6,-26-25-6,1 0 6,-1 0-1,0 0 1,1 0 0,-1 0-5,1 0 3,24 0 3,-24 0-9,50 0 16,-25 25-2,-26-25 18</inkml:trace>
    </iact:actionData>
  </iact:action>
</iact:actions>
</file>

<file path=ppt/ink/inkAction19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4T00:34:09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10985">
    <iact:property name="dataType"/>
    <iact:actionData xml:id="d0">
      <inkml:trace xmlns:inkml="http://www.w3.org/2003/InkML" xml:id="stk0" contextRef="#ctx0" brushRef="#br0">23643 10122 0,'-51'0'41,"76"0"160,1 0-196,50 0 5,-51 0-4,0 0 4,1 0-4,-1 0 4,26 0-4,0 0 2,-1 0 3,26 0-6,-25 0 4,-25 0-3,24 0 4,-24 0 7,-1 0-10,26 0 1,-26 0 7,1 0 13,-1 0-5</inkml:trace>
    </iact:actionData>
  </iact:action>
  <iact:action type="add" startTime="22952">
    <iact:property name="dataType"/>
    <iact:actionData xml:id="d1">
      <inkml:trace xmlns:inkml="http://www.w3.org/2003/InkML" xml:id="stk1" contextRef="#ctx0" brushRef="#br0">27828 12329 0,'26'0'90,"-1"0"-83,0 0 2,52 0 5,-77 25-6,25-25 1,26 0-2,-1 0 2,27 0-2,-27 0 2,26 0-1,-25 0 0,25 0 1,-25 0-2,76 0 1,-76 0 1,25 0-3,-26 0 6,52 25-6,-77-25 1,77 0 0,25 26 2,-102-26 2,51 0-7,-25 0 5,25 0 0,-25 0-3,25 0 2,-26 0 1,-24 0-1,-1 0-1,1 0 4,24 0-2,1 0 6,-26 0-7,1 25 8,-1-25 0,0 0 9,1 0 14,-1 0-2,1 0-19,24 0-4,-24 0-3,24 25-2,-50 1-3,51-26 8,-25 0-6,-1 0 1,26 0-1,-1 0-1,1 0 33,-26 0-17</inkml:trace>
    </iact:actionData>
  </iact:action>
</iact:actions>
</file>

<file path=ppt/ink/inkAction20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4T00:34:09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21523">
    <iact:property name="dataType"/>
    <iact:actionData xml:id="d0">
      <inkml:trace xmlns:inkml="http://www.w3.org/2003/InkML" xml:id="stk0" contextRef="#ctx0" brushRef="#br0">18239 8625 0,'0'0'49,"203"0"-44,-178 0 9,52 0-12,-1 0 0,25 0 6,26 0-1,-76 0 2,50 0 0,51 0-2,-25 0 2,-25 0-2,-26 0 1,51 0 0,-51 0 2,0 0-5,25 0 6,-75 0-4,75 0-1,-25 0 14,-50 0-14,24 0 3,27 0-2,-52 0 2,51 0-3,-25-25 3,-26 25-2,51 0-1,-50 0 5,100-51 4,-100 51-7,50 0 1,-51 0-3,51 0 4,-25-25-2,25 25-1,-50 0 2,-1 0 1,51 0-4,-25 0 1,0 0 1,-1 0-2,-24 0 4,-1 0 0,26 0-4,50 0 2,-50 0 6,0 0-5,-26 0 0,0 0-1,1 0 0,50 0 0,-51 0 8,26 0-9,-26 0 12,1 0-10,-1 0 14</inkml:trace>
    </iact:actionData>
  </iact:action>
  <iact:action type="add" startTime="24122">
    <iact:property name="dataType"/>
    <iact:actionData xml:id="d1">
      <inkml:trace xmlns:inkml="http://www.w3.org/2003/InkML" xml:id="stk1" contextRef="#ctx0" brushRef="#br0">8828 9513 0,'25'0'57,"0"0"-32,1 0 5,-1 0-18,0 0 0,26 0 9,-26 0 1,1 0 17,25 0-16,-26 0-13,0 0-2,1 0 0,24 0 1,1-25 4,0 25 6,-26 0-15,1 0 8,24-26-5,-24 1-2,-1 25 3,0 0 27,1-25-12,-1 25-14,1 0 15,-1 0 56</inkml:trace>
    </iact:actionData>
  </iact:action>
</iact:actions>
</file>

<file path=ppt/ink/inkAction2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4T00:34:09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8288">
    <iact:property name="dataType"/>
    <iact:actionData xml:id="d0">
      <inkml:trace xmlns:inkml="http://www.w3.org/2003/InkML" xml:id="stk0" contextRef="#ctx0" brushRef="#br0">8954 6875 0,'26'0'74,"50"0"-59,-25 0-4,25 0-7,-26 0 8,77 0-8,-76 0 5,50 0 2,26 0-2,-51 0-3,26 0 0,25 0 4,25 25-5,-25-25 6,25 76 1,-25-50-10,-26-26 5,-25 0 4,51 25 0,-76-25-6,50 0 3,-24 0-3,-27 0 6,52 0-3,-51 0 0,25 0 1,-51 0-5,0 0 15,26 0-6</inkml:trace>
    </iact:actionData>
  </iact:action>
  <iact:action type="add" startTime="9481">
    <iact:property name="dataType"/>
    <iact:actionData xml:id="d1">
      <inkml:trace xmlns:inkml="http://www.w3.org/2003/InkML" xml:id="stk1" contextRef="#ctx0" brushRef="#br0">14637 6850 0,'51'0'95,"-1"0"-83,-24 0-5,50 0 2,-51 0-2,51 0 2,51 0-2,-76 0 2,76 0-5,-26-51 9,-50 51-7,101-26 5,-76 1-8,26 25 4,-26-25 1,25 25 2,-50 0-2,50-26-1,-50 26-1,25 0 4,-50 0-3,24-25 2,-24 25-2,-1 0 2,26 0 0,0 0-2,-26 0 2,0 0 6,1-25-8,-26-1 11,25 26 116</inkml:trace>
    </iact:actionData>
  </iact:action>
  <iact:action type="add" startTime="38641">
    <iact:property name="dataType"/>
    <iact:actionData xml:id="d2">
      <inkml:trace xmlns:inkml="http://www.w3.org/2003/InkML" xml:id="stk2" contextRef="#ctx0" brushRef="#br0">17123 11720 0,'0'-26'34,"25"26"-28,1-25 5,24 25-1,27 0-7,-27 0 6,1 0-1,0 0 4,25 0-10,-51 0 5,77 0 2,-77 0 2,102 0-7,-51 0 4,51 0 0,-51 0 3,-25 0-6,25 0 5,-51 0-2,1 0-1,24 0 1,-24 0 8,-1 0 4,26 0 3,-26 0 17</inkml:trace>
    </iact:actionData>
  </iact:action>
  <iact:action type="add" startTime="39553">
    <iact:property name="dataType"/>
    <iact:actionData xml:id="d3">
      <inkml:trace xmlns:inkml="http://www.w3.org/2003/InkML" xml:id="stk3" contextRef="#ctx0" brushRef="#br0">20700 11593 0,'0'0'2,"25"0"14,26 0-2,0 0-6,-1 0-1,-24 0 2,25 0-2,-26 0 1,26 0 0,25 0 4,-51 0-5,51 0 2,-50 0-4,24 0 3,1 0 0,-26 0 0,1 0 0,50 0-1,-51 0 7,51 0-12,-50 0 6,25 0 1,-1 51-2,1-51 3,25 0-4,0 0 2,0 0 1,-50 0-1,50 0 0,-51 0 0,26 0 3,0 0-7,-26 0 17,0 0-15,26 0-1,-26 0 5,77 0-1,-51 0 13,-1 0 2,-24 0 48</inkml:trace>
    </iact:actionData>
  </iact:action>
  <iact:action type="add" startTime="40696">
    <iact:property name="dataType"/>
    <iact:actionData xml:id="d4">
      <inkml:trace xmlns:inkml="http://www.w3.org/2003/InkML" xml:id="stk4" contextRef="#ctx0" brushRef="#br0">27321 11618 0,'51'0'67,"50"0"-62,-25 0 3,-25 0 0,51-25 3,-52 25-3,1-25 1,-26 25-2,1 0-2,24-51 4,27 0 1</inkml:trace>
    </iact:actionData>
  </iact:action>
</iact:actions>
</file>

<file path=ppt/ink/inkAction22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4T00:34:09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4967">
    <iact:property name="dataType"/>
    <iact:actionData xml:id="d0">
      <inkml:trace xmlns:inkml="http://www.w3.org/2003/InkML" xml:id="stk0" contextRef="#ctx0" brushRef="#br0">7001 5251 0,'0'26'119,"25"-26"-101,26 51-10,0-51 0,-26 0 0,1 0 1,24 0-4,-24 0 2,24 0 5,-24 0-5,25 0-1,-26 0 2,0 0 0,1 0 0,50 0-1,-51 0 3,26 0-3,0 0 3,-26 0-4,0 0 13,51 0-14,-50 0 2,-1 0 4,26 0-6,-26 25 23,1-25-11,24 0-14,-24 0 5,-1 0 5,0 0-10,1 0 13,-1 0-8,1 25 3,-1-25-7,26 0 6,-26 0-2</inkml:trace>
    </iact:actionData>
  </iact:action>
  <iact:action type="add" startTime="17199">
    <iact:property name="dataType"/>
    <iact:actionData xml:id="d1">
      <inkml:trace xmlns:inkml="http://www.w3.org/2003/InkML" xml:id="stk1" contextRef="#ctx0" brushRef="#br0">17630 6976 0,'0'-25'182,"26"0"-162,24-26-15,1 51 6,0 0-2,25 0-6,-25 0 10,76 0-9,-51 0 8,76 0-5,-76 0-3,76 0 5,-50 0 3,50 0-9,-25 0 5,25 0 0,-101 0 4,25 0-5,51 0 3,-77 0 1,-24 25 3,-1-25-3,0 0 12</inkml:trace>
    </iact:actionData>
  </iact:action>
  <iact:action type="add" startTime="33702">
    <iact:property name="dataType"/>
    <iact:actionData xml:id="d2">
      <inkml:trace xmlns:inkml="http://www.w3.org/2003/InkML" xml:id="stk2" contextRef="#ctx0" brushRef="#br0">16717 10908 0,'51'-25'83,"0"-1"-70,50 26 28,-76 0-23,26 0-14,0 0 4,-26-25 0,26 0 0,-26 25 3,1 0 5,24 0-10,1-26 4,-25 26-4,24 0 9,-24 0-4,-1 0-3,26 0 13,-1 0-10,1 0 5,-25 0-7,24 0 7,-24 0 7,-1 0-12,0 0-5,1 0 6,-1 0 7,26 0-10,-26 0 3,1 0 4,24 0-8,-24 0 0,-1 0 3,0 0 10,26 0 7</inkml:trace>
    </iact:actionData>
  </iact:action>
</iact:action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316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668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5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21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18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61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0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73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62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996" y="6487367"/>
            <a:ext cx="12175067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9"/>
          <p:cNvSpPr>
            <a:spLocks noChangeArrowheads="1"/>
          </p:cNvSpPr>
          <p:nvPr userDrawn="1"/>
        </p:nvSpPr>
        <p:spPr bwMode="auto">
          <a:xfrm>
            <a:off x="0" y="0"/>
            <a:ext cx="12192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>
              <a:ea typeface="ＭＳ Ｐゴシック" pitchFamily="-112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20" descr="header_UTM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667" y="106364"/>
            <a:ext cx="1593851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2" descr="header_url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1169894"/>
            <a:ext cx="3168651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9839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3036" y="6620436"/>
            <a:ext cx="5588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59839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ysClr val="windowText" lastClr="000000"/>
                </a:solidFill>
              </a:defRPr>
            </a:lvl1pPr>
          </a:lstStyle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17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11/relationships/inkAction" Target="../ink/inkAction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microsoft.com/office/2011/relationships/inkAction" Target="../ink/inkAction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5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7.png"/><Relationship Id="rId4" Type="http://schemas.openxmlformats.org/officeDocument/2006/relationships/diagramData" Target="../diagrams/data1.xml"/><Relationship Id="rId9" Type="http://schemas.microsoft.com/office/2011/relationships/inkAction" Target="../ink/inkAction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microsoft.com/office/2011/relationships/inkAction" Target="../ink/inkAction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microsoft.com/office/2011/relationships/inkAction" Target="../ink/inkAction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1.png"/><Relationship Id="rId5" Type="http://schemas.microsoft.com/office/2011/relationships/inkAction" Target="../ink/inkAction6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microsoft.com/office/2011/relationships/inkAction" Target="../ink/inkAction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microsoft.com/office/2011/relationships/inkAction" Target="../ink/inkAction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16.png"/><Relationship Id="rId5" Type="http://schemas.microsoft.com/office/2011/relationships/inkAction" Target="../ink/inkAction9.xml"/><Relationship Id="rId4" Type="http://schemas.openxmlformats.org/officeDocument/2006/relationships/image" Target="../media/image15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5.png"/><Relationship Id="rId5" Type="http://schemas.openxmlformats.org/officeDocument/2006/relationships/image" Target="../media/image15.wmf"/><Relationship Id="rId4" Type="http://schemas.openxmlformats.org/officeDocument/2006/relationships/image" Target="../media/image17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19.png"/><Relationship Id="rId5" Type="http://schemas.microsoft.com/office/2011/relationships/inkAction" Target="../ink/inkAction10.xml"/><Relationship Id="rId4" Type="http://schemas.openxmlformats.org/officeDocument/2006/relationships/image" Target="../media/image18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microsoft.com/office/2011/relationships/inkAction" Target="../ink/inkAction11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diagramQuickStyle" Target="../diagrams/quickStyle2.xml"/><Relationship Id="rId11" Type="http://schemas.openxmlformats.org/officeDocument/2006/relationships/image" Target="../media/image5.png"/><Relationship Id="rId5" Type="http://schemas.openxmlformats.org/officeDocument/2006/relationships/diagramLayout" Target="../diagrams/layout2.xml"/><Relationship Id="rId10" Type="http://schemas.openxmlformats.org/officeDocument/2006/relationships/image" Target="../media/image21.png"/><Relationship Id="rId4" Type="http://schemas.openxmlformats.org/officeDocument/2006/relationships/diagramData" Target="../diagrams/data2.xml"/><Relationship Id="rId9" Type="http://schemas.microsoft.com/office/2011/relationships/inkAction" Target="../ink/inkAction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image" Target="../media/image5.png"/><Relationship Id="rId5" Type="http://schemas.openxmlformats.org/officeDocument/2006/relationships/image" Target="../media/image22.png"/><Relationship Id="rId4" Type="http://schemas.microsoft.com/office/2011/relationships/inkAction" Target="../ink/inkAction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6" Type="http://schemas.openxmlformats.org/officeDocument/2006/relationships/image" Target="../media/image5.png"/><Relationship Id="rId5" Type="http://schemas.openxmlformats.org/officeDocument/2006/relationships/image" Target="../media/image23.png"/><Relationship Id="rId4" Type="http://schemas.microsoft.com/office/2011/relationships/inkAction" Target="../ink/inkAction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6" Type="http://schemas.openxmlformats.org/officeDocument/2006/relationships/image" Target="../media/image25.png"/><Relationship Id="rId5" Type="http://schemas.microsoft.com/office/2011/relationships/inkAction" Target="../ink/inkAction15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3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6" Type="http://schemas.openxmlformats.org/officeDocument/2006/relationships/image" Target="../media/image5.png"/><Relationship Id="rId5" Type="http://schemas.openxmlformats.org/officeDocument/2006/relationships/image" Target="../media/image26.png"/><Relationship Id="rId4" Type="http://schemas.microsoft.com/office/2011/relationships/inkAction" Target="../ink/inkAction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6" Type="http://schemas.openxmlformats.org/officeDocument/2006/relationships/image" Target="../media/image5.png"/><Relationship Id="rId5" Type="http://schemas.openxmlformats.org/officeDocument/2006/relationships/image" Target="../media/image27.png"/><Relationship Id="rId4" Type="http://schemas.microsoft.com/office/2011/relationships/inkAction" Target="../ink/inkAction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1.m4a"/><Relationship Id="rId1" Type="http://schemas.microsoft.com/office/2007/relationships/media" Target="../media/media21.m4a"/><Relationship Id="rId6" Type="http://schemas.openxmlformats.org/officeDocument/2006/relationships/image" Target="../media/image5.png"/><Relationship Id="rId5" Type="http://schemas.openxmlformats.org/officeDocument/2006/relationships/image" Target="../media/image28.png"/><Relationship Id="rId4" Type="http://schemas.microsoft.com/office/2011/relationships/inkAction" Target="../ink/inkAction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2.m4a"/><Relationship Id="rId1" Type="http://schemas.microsoft.com/office/2007/relationships/media" Target="../media/media22.m4a"/><Relationship Id="rId6" Type="http://schemas.openxmlformats.org/officeDocument/2006/relationships/image" Target="../media/image5.png"/><Relationship Id="rId5" Type="http://schemas.openxmlformats.org/officeDocument/2006/relationships/image" Target="../media/image29.png"/><Relationship Id="rId4" Type="http://schemas.microsoft.com/office/2011/relationships/inkAction" Target="../ink/inkAction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3.m4a"/><Relationship Id="rId1" Type="http://schemas.microsoft.com/office/2007/relationships/media" Target="../media/media23.m4a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4.xml"/><Relationship Id="rId2" Type="http://schemas.openxmlformats.org/officeDocument/2006/relationships/audio" Target="../media/media24.m4a"/><Relationship Id="rId1" Type="http://schemas.microsoft.com/office/2007/relationships/media" Target="../media/media24.m4a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9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5.m4a"/><Relationship Id="rId1" Type="http://schemas.microsoft.com/office/2007/relationships/media" Target="../media/media25.m4a"/><Relationship Id="rId6" Type="http://schemas.openxmlformats.org/officeDocument/2006/relationships/image" Target="../media/image5.png"/><Relationship Id="rId5" Type="http://schemas.openxmlformats.org/officeDocument/2006/relationships/image" Target="../media/image30.png"/><Relationship Id="rId4" Type="http://schemas.microsoft.com/office/2011/relationships/inkAction" Target="../ink/inkAction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6.m4a"/><Relationship Id="rId1" Type="http://schemas.microsoft.com/office/2007/relationships/media" Target="../media/media26.m4a"/><Relationship Id="rId6" Type="http://schemas.openxmlformats.org/officeDocument/2006/relationships/image" Target="../media/image5.png"/><Relationship Id="rId5" Type="http://schemas.openxmlformats.org/officeDocument/2006/relationships/image" Target="../media/image31.png"/><Relationship Id="rId4" Type="http://schemas.microsoft.com/office/2011/relationships/inkAction" Target="../ink/inkAction2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7.m4a"/><Relationship Id="rId1" Type="http://schemas.microsoft.com/office/2007/relationships/media" Target="../media/media27.m4a"/><Relationship Id="rId5" Type="http://schemas.openxmlformats.org/officeDocument/2006/relationships/image" Target="../media/image5.png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8.m4a"/><Relationship Id="rId1" Type="http://schemas.microsoft.com/office/2007/relationships/media" Target="../media/media28.m4a"/><Relationship Id="rId6" Type="http://schemas.openxmlformats.org/officeDocument/2006/relationships/image" Target="../media/image5.png"/><Relationship Id="rId5" Type="http://schemas.openxmlformats.org/officeDocument/2006/relationships/image" Target="../media/image33.png"/><Relationship Id="rId4" Type="http://schemas.microsoft.com/office/2011/relationships/inkAction" Target="../ink/inkAction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41449"/>
          </a:xfrm>
        </p:spPr>
        <p:txBody>
          <a:bodyPr>
            <a:normAutofit fontScale="90000"/>
          </a:bodyPr>
          <a:lstStyle/>
          <a:p>
            <a:r>
              <a:rPr lang="en-US" dirty="0"/>
              <a:t>Module 8: </a:t>
            </a:r>
            <a:b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</a:rPr>
            </a:br>
            <a:r>
              <a:rPr lang="en-US" dirty="0">
                <a:cs typeface="Arial" panose="020B0604020202020204" pitchFamily="34" charset="0"/>
              </a:rPr>
              <a:t>Software Verification, Validation</a:t>
            </a:r>
            <a:br>
              <a:rPr lang="en-US" dirty="0">
                <a:cs typeface="Arial" panose="020B0604020202020204" pitchFamily="34" charset="0"/>
              </a:rPr>
            </a:br>
            <a:r>
              <a:rPr lang="en-US" dirty="0">
                <a:cs typeface="Arial" panose="020B0604020202020204" pitchFamily="34" charset="0"/>
              </a:rPr>
              <a:t> and Testing </a:t>
            </a:r>
            <a:br>
              <a:rPr lang="en-US" dirty="0">
                <a:cs typeface="Arial" panose="020B0604020202020204" pitchFamily="34" charset="0"/>
              </a:rPr>
            </a:br>
            <a:r>
              <a:rPr lang="en-US" dirty="0">
                <a:cs typeface="Arial" panose="020B0604020202020204" pitchFamily="34" charset="0"/>
              </a:rPr>
              <a:t>PART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52925"/>
            <a:ext cx="8534400" cy="1752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Software Engineering</a:t>
            </a:r>
          </a:p>
          <a:p>
            <a:r>
              <a:rPr lang="en-US" sz="2800" dirty="0"/>
              <a:t>School of Computing, Faculty of Engineering</a:t>
            </a:r>
          </a:p>
          <a:p>
            <a:r>
              <a:rPr lang="en-US" sz="2800" dirty="0" err="1"/>
              <a:t>Universiti</a:t>
            </a:r>
            <a:r>
              <a:rPr lang="en-US" sz="2800" dirty="0"/>
              <a:t> </a:t>
            </a:r>
            <a:r>
              <a:rPr lang="en-US" sz="2800" dirty="0" err="1"/>
              <a:t>Teknologi</a:t>
            </a:r>
            <a:r>
              <a:rPr lang="en-US" sz="2800" dirty="0"/>
              <a:t> Malaysia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413F67C-DDC5-4D9F-AC81-8CE365C277F3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6155280" y="3397320"/>
              <a:ext cx="310680" cy="82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413F67C-DDC5-4D9F-AC81-8CE365C277F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45920" y="3387960"/>
                <a:ext cx="329400" cy="10116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57A53EFE-7A88-44FE-9EAB-F311ADC65F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498"/>
    </mc:Choice>
    <mc:Fallback>
      <p:transition spd="slow" advTm="184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Stages of Testing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80000"/>
              </a:lnSpc>
              <a:buNone/>
            </a:pPr>
            <a:r>
              <a:rPr lang="en-US" sz="2800" dirty="0"/>
              <a:t>Commercial software requires </a:t>
            </a:r>
            <a:r>
              <a:rPr lang="en-US" sz="2800" b="1" dirty="0">
                <a:solidFill>
                  <a:srgbClr val="C00000"/>
                </a:solidFill>
              </a:rPr>
              <a:t>4 stages</a:t>
            </a:r>
            <a:r>
              <a:rPr lang="en-US" sz="2800" dirty="0"/>
              <a:t> of testing:</a:t>
            </a:r>
          </a:p>
          <a:p>
            <a:pPr marL="0" indent="0" algn="just">
              <a:lnSpc>
                <a:spcPct val="80000"/>
              </a:lnSpc>
              <a:buFont typeface="Calibri" panose="020F0502020204030204" pitchFamily="34" charset="0"/>
              <a:buAutoNum type="arabicPeriod"/>
            </a:pPr>
            <a:r>
              <a:rPr lang="en-US" sz="2800" dirty="0"/>
              <a:t> </a:t>
            </a:r>
            <a:r>
              <a:rPr lang="en-US" sz="2600" b="1" dirty="0">
                <a:solidFill>
                  <a:srgbClr val="C00000"/>
                </a:solidFill>
              </a:rPr>
              <a:t>Component</a:t>
            </a:r>
            <a:r>
              <a:rPr lang="en-US" sz="2600" dirty="0"/>
              <a:t> test: Individual software components are tested during development to discover bugs and defects </a:t>
            </a:r>
          </a:p>
          <a:p>
            <a:pPr marL="0" indent="0" algn="just">
              <a:lnSpc>
                <a:spcPct val="80000"/>
              </a:lnSpc>
              <a:buFont typeface="Calibri" panose="020F0502020204030204" pitchFamily="34" charset="0"/>
              <a:buAutoNum type="arabicPeriod"/>
            </a:pPr>
            <a:r>
              <a:rPr lang="en-US" sz="2600" dirty="0"/>
              <a:t> </a:t>
            </a:r>
            <a:r>
              <a:rPr lang="en-US" sz="2600" b="1" dirty="0">
                <a:solidFill>
                  <a:srgbClr val="C00000"/>
                </a:solidFill>
              </a:rPr>
              <a:t>Integration</a:t>
            </a:r>
            <a:r>
              <a:rPr lang="en-US" sz="2600" dirty="0"/>
              <a:t> test: Testing is performed between integrated components during development</a:t>
            </a:r>
          </a:p>
          <a:p>
            <a:pPr marL="0" indent="0" algn="just">
              <a:lnSpc>
                <a:spcPct val="80000"/>
              </a:lnSpc>
              <a:buFont typeface="Calibri" panose="020F0502020204030204" pitchFamily="34" charset="0"/>
              <a:buAutoNum type="arabicPeriod"/>
            </a:pPr>
            <a:r>
              <a:rPr lang="en-US" sz="2600" dirty="0"/>
              <a:t> </a:t>
            </a:r>
            <a:r>
              <a:rPr lang="en-US" sz="2600" b="1" dirty="0">
                <a:solidFill>
                  <a:srgbClr val="C00000"/>
                </a:solidFill>
              </a:rPr>
              <a:t>System</a:t>
            </a:r>
            <a:r>
              <a:rPr lang="en-US" sz="2600" dirty="0"/>
              <a:t> test: Separate testing team tests a complete version of the system before it is released to users</a:t>
            </a:r>
          </a:p>
          <a:p>
            <a:pPr marL="0" indent="0" algn="just">
              <a:lnSpc>
                <a:spcPct val="80000"/>
              </a:lnSpc>
              <a:buFont typeface="Calibri" panose="020F0502020204030204" pitchFamily="34" charset="0"/>
              <a:buAutoNum type="arabicPeriod"/>
            </a:pPr>
            <a:r>
              <a:rPr lang="en-US" sz="2600" dirty="0"/>
              <a:t> </a:t>
            </a:r>
            <a:r>
              <a:rPr lang="en-US" sz="2600" b="1" dirty="0">
                <a:solidFill>
                  <a:srgbClr val="C00000"/>
                </a:solidFill>
              </a:rPr>
              <a:t>Acceptance</a:t>
            </a:r>
            <a:r>
              <a:rPr lang="en-US" sz="2600" dirty="0"/>
              <a:t> test: User/customers/</a:t>
            </a:r>
            <a:r>
              <a:rPr lang="en-US" sz="2600" dirty="0" err="1"/>
              <a:t>authorised</a:t>
            </a:r>
            <a:r>
              <a:rPr lang="en-US" sz="2600" dirty="0"/>
              <a:t> entity determine whether to accept the system through formal testing, which is conducted to check whether the system satisfies the acceptance criteria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6900" y="5847060"/>
            <a:ext cx="8648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prstClr val="black"/>
                </a:solidFill>
                <a:latin typeface="Calibri"/>
              </a:rPr>
              <a:t>Rex Black, Erik Van </a:t>
            </a:r>
            <a:r>
              <a:rPr lang="en-MY" dirty="0" err="1">
                <a:solidFill>
                  <a:prstClr val="black"/>
                </a:solidFill>
                <a:latin typeface="Calibri"/>
              </a:rPr>
              <a:t>Veenendaal</a:t>
            </a:r>
            <a:r>
              <a:rPr lang="en-MY" dirty="0">
                <a:solidFill>
                  <a:prstClr val="black"/>
                </a:solidFill>
                <a:latin typeface="Calibri"/>
              </a:rPr>
              <a:t>,  Dorothy Graham (2012), </a:t>
            </a:r>
            <a:r>
              <a:rPr lang="en-MY" i="1" dirty="0">
                <a:solidFill>
                  <a:prstClr val="black"/>
                </a:solidFill>
                <a:latin typeface="Calibri"/>
              </a:rPr>
              <a:t>Foundations of Software Testing - ISTQB® Certification</a:t>
            </a:r>
            <a:r>
              <a:rPr lang="en-MY" dirty="0">
                <a:solidFill>
                  <a:prstClr val="black"/>
                </a:solidFill>
                <a:latin typeface="Calibri"/>
              </a:rPr>
              <a:t>, 3rd ed., Cengage Learning</a:t>
            </a:r>
          </a:p>
          <a:p>
            <a:endParaRPr lang="en-MY" dirty="0">
              <a:solidFill>
                <a:prstClr val="black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93D2BDC-FF6B-4413-9FAC-96A3B9CADDD3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159560" y="1178280"/>
              <a:ext cx="8155800" cy="4054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93D2BDC-FF6B-4413-9FAC-96A3B9CADDD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50200" y="1168920"/>
                <a:ext cx="8174520" cy="40734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6B146360-3AF5-4805-B11C-19910D9FF7A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857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7597"/>
    </mc:Choice>
    <mc:Fallback>
      <p:transition spd="slow" advTm="975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graphicFrame>
        <p:nvGraphicFramePr>
          <p:cNvPr id="10" name="Diagram 9"/>
          <p:cNvGraphicFramePr>
            <a:graphicFrameLocks noChangeAspect="1"/>
          </p:cNvGraphicFramePr>
          <p:nvPr/>
        </p:nvGraphicFramePr>
        <p:xfrm>
          <a:off x="1524000" y="9559"/>
          <a:ext cx="9144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Oval 2"/>
          <p:cNvSpPr/>
          <p:nvPr/>
        </p:nvSpPr>
        <p:spPr>
          <a:xfrm>
            <a:off x="2362200" y="914400"/>
            <a:ext cx="1752600" cy="1752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DE16FD4-B6A4-4FBF-A630-D37B704B6AC0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3835440" y="3041280"/>
              <a:ext cx="4411440" cy="3159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DE16FD4-B6A4-4FBF-A630-D37B704B6AC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26080" y="3031920"/>
                <a:ext cx="4430160" cy="317844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1396E97F-90FB-47A3-BF77-143DF6318CC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57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1562"/>
    </mc:Choice>
    <mc:Fallback>
      <p:transition spd="slow" advTm="715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Stage 1: Component Test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2400" dirty="0"/>
              <a:t>Component or unit testing is the process of testing individual components in isolation. It is a </a:t>
            </a:r>
            <a:r>
              <a:rPr lang="en-US" sz="2400" b="1" dirty="0">
                <a:solidFill>
                  <a:srgbClr val="C00000"/>
                </a:solidFill>
              </a:rPr>
              <a:t>defect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testing</a:t>
            </a:r>
            <a:r>
              <a:rPr lang="en-US" sz="2400" b="1" dirty="0"/>
              <a:t> </a:t>
            </a:r>
            <a:r>
              <a:rPr lang="en-US" sz="2400" dirty="0"/>
              <a:t>process.</a:t>
            </a:r>
          </a:p>
          <a:p>
            <a:pPr algn="just">
              <a:lnSpc>
                <a:spcPct val="90000"/>
              </a:lnSpc>
            </a:pPr>
            <a:r>
              <a:rPr lang="en-US" sz="2400" dirty="0"/>
              <a:t>Components may be:</a:t>
            </a:r>
          </a:p>
          <a:p>
            <a:pPr lvl="1" algn="just">
              <a:lnSpc>
                <a:spcPct val="90000"/>
              </a:lnSpc>
            </a:pPr>
            <a:r>
              <a:rPr lang="en-US" sz="2400" dirty="0"/>
              <a:t>Individual functions or methods within an object</a:t>
            </a:r>
          </a:p>
          <a:p>
            <a:pPr lvl="1" algn="just">
              <a:lnSpc>
                <a:spcPct val="90000"/>
              </a:lnSpc>
            </a:pPr>
            <a:r>
              <a:rPr lang="en-US" sz="2400" dirty="0"/>
              <a:t>Object classes with several attributes and methods</a:t>
            </a:r>
          </a:p>
          <a:p>
            <a:pPr lvl="1" algn="just">
              <a:lnSpc>
                <a:spcPct val="90000"/>
              </a:lnSpc>
            </a:pPr>
            <a:r>
              <a:rPr lang="en-US" sz="2400" dirty="0"/>
              <a:t>Composite components with defined interfaces used to access their functionality</a:t>
            </a:r>
            <a:endParaRPr lang="en-GB" sz="2400" dirty="0"/>
          </a:p>
          <a:p>
            <a:pPr algn="just">
              <a:lnSpc>
                <a:spcPct val="90000"/>
              </a:lnSpc>
            </a:pPr>
            <a:r>
              <a:rPr lang="en-GB" sz="2400" dirty="0"/>
              <a:t>Usually, it is the responsibility of the </a:t>
            </a:r>
            <a:r>
              <a:rPr lang="en-GB" sz="2400" b="1" dirty="0">
                <a:solidFill>
                  <a:srgbClr val="C00000"/>
                </a:solidFill>
              </a:rPr>
              <a:t>component developer </a:t>
            </a:r>
            <a:r>
              <a:rPr lang="en-GB" sz="2400" dirty="0"/>
              <a:t>(except sometimes for critical systems)</a:t>
            </a:r>
          </a:p>
          <a:p>
            <a:pPr algn="just">
              <a:lnSpc>
                <a:spcPct val="90000"/>
              </a:lnSpc>
            </a:pPr>
            <a:r>
              <a:rPr lang="en-GB" sz="2400" dirty="0"/>
              <a:t>Tests are derived from the developer</a:t>
            </a:r>
            <a:r>
              <a:rPr lang="en-GB" altLang="en-US" sz="2400" dirty="0"/>
              <a:t>’</a:t>
            </a:r>
            <a:r>
              <a:rPr lang="en-GB" sz="2400" dirty="0"/>
              <a:t>s experience</a:t>
            </a:r>
          </a:p>
          <a:p>
            <a:pPr algn="just">
              <a:lnSpc>
                <a:spcPct val="90000"/>
              </a:lnSpc>
            </a:pPr>
            <a:r>
              <a:rPr lang="en-US" sz="2400" dirty="0"/>
              <a:t>Types of testing: (</a:t>
            </a:r>
            <a:r>
              <a:rPr lang="en-US" sz="2400" dirty="0" err="1"/>
              <a:t>i</a:t>
            </a:r>
            <a:r>
              <a:rPr lang="en-US" sz="2400" dirty="0"/>
              <a:t>) Object Class Testing (ii) Interface Testing </a:t>
            </a:r>
          </a:p>
          <a:p>
            <a:pPr marL="457200" indent="-457200" algn="just">
              <a:lnSpc>
                <a:spcPct val="90000"/>
              </a:lnSpc>
            </a:pPr>
            <a:endParaRPr lang="en-US" sz="2400" dirty="0"/>
          </a:p>
          <a:p>
            <a:pPr marL="0" indent="0" algn="just">
              <a:buNone/>
            </a:pPr>
            <a:endParaRPr lang="en-MY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C9BC7BB-8AA8-4AA6-9CF0-BBCF77E78981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817280" y="2027520"/>
              <a:ext cx="7470720" cy="3589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C9BC7BB-8AA8-4AA6-9CF0-BBCF77E7898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07920" y="2018160"/>
                <a:ext cx="7489440" cy="360792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0820F8B2-D693-422B-96E5-0B37353D3B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161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419"/>
    </mc:Choice>
    <mc:Fallback>
      <p:transition spd="slow" advTm="904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 Class Testing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Complete test coverage of a class involves:</a:t>
            </a:r>
          </a:p>
          <a:p>
            <a:pPr lvl="1"/>
            <a:r>
              <a:rPr lang="en-GB" dirty="0"/>
              <a:t>Testing all </a:t>
            </a:r>
            <a:r>
              <a:rPr lang="en-GB" b="1" dirty="0">
                <a:solidFill>
                  <a:srgbClr val="C00000"/>
                </a:solidFill>
              </a:rPr>
              <a:t>operations</a:t>
            </a:r>
            <a:r>
              <a:rPr lang="en-GB" dirty="0"/>
              <a:t> associated with an object</a:t>
            </a:r>
          </a:p>
          <a:p>
            <a:pPr lvl="1"/>
            <a:r>
              <a:rPr lang="en-GB" dirty="0"/>
              <a:t>Setting and interrogating all object </a:t>
            </a:r>
            <a:r>
              <a:rPr lang="en-GB" b="1" dirty="0">
                <a:solidFill>
                  <a:srgbClr val="C00000"/>
                </a:solidFill>
              </a:rPr>
              <a:t>attributes</a:t>
            </a:r>
          </a:p>
          <a:p>
            <a:pPr lvl="1"/>
            <a:r>
              <a:rPr lang="en-GB" dirty="0"/>
              <a:t>Exercising the object in all possible </a:t>
            </a:r>
            <a:r>
              <a:rPr lang="en-GB" b="1" dirty="0">
                <a:solidFill>
                  <a:srgbClr val="C00000"/>
                </a:solidFill>
              </a:rPr>
              <a:t>states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  <a:p>
            <a:pPr marL="0" indent="0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4666F02-8309-41F3-9730-C62D6F0E27B5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3168720" y="2639520"/>
              <a:ext cx="5361120" cy="1205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4666F02-8309-41F3-9730-C62D6F0E27B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59360" y="2630160"/>
                <a:ext cx="5379840" cy="122436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CF17CB69-5546-44DA-AF76-00537D8923D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169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794"/>
    </mc:Choice>
    <mc:Fallback>
      <p:transition spd="slow" advTm="257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Object/Class Testing Example:</a:t>
            </a:r>
            <a:br>
              <a:rPr lang="en-US" sz="4000" dirty="0"/>
            </a:br>
            <a:r>
              <a:rPr lang="en-US" sz="4000" dirty="0"/>
              <a:t>Weather </a:t>
            </a:r>
            <a:r>
              <a:rPr lang="en-US" sz="4000"/>
              <a:t>Station Class</a:t>
            </a:r>
            <a:endParaRPr lang="en-MY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80000"/>
              </a:lnSpc>
            </a:pPr>
            <a:r>
              <a:rPr lang="en-US" sz="2800" dirty="0"/>
              <a:t>Need to define test cases for </a:t>
            </a:r>
            <a:r>
              <a:rPr lang="en-US" sz="2800" dirty="0" err="1"/>
              <a:t>reportWeather</a:t>
            </a:r>
            <a:r>
              <a:rPr lang="en-US" sz="2800" dirty="0"/>
              <a:t>, calibrate, test, startup and shutdown</a:t>
            </a:r>
          </a:p>
          <a:p>
            <a:pPr algn="just">
              <a:lnSpc>
                <a:spcPct val="80000"/>
              </a:lnSpc>
            </a:pPr>
            <a:r>
              <a:rPr lang="en-US" sz="2800" dirty="0"/>
              <a:t>Using a state model, identify sequences of state transitions to be tested and the event sequences to cause these transitions</a:t>
            </a:r>
          </a:p>
          <a:p>
            <a:pPr algn="just">
              <a:lnSpc>
                <a:spcPct val="80000"/>
              </a:lnSpc>
            </a:pPr>
            <a:r>
              <a:rPr lang="en-US" sz="2800" dirty="0"/>
              <a:t>Example: </a:t>
            </a:r>
          </a:p>
          <a:p>
            <a:pPr marL="0" indent="0" algn="just">
              <a:lnSpc>
                <a:spcPct val="80000"/>
              </a:lnSpc>
              <a:buNone/>
            </a:pPr>
            <a:r>
              <a:rPr lang="en-US" sz="2800" dirty="0"/>
              <a:t>Waiting </a:t>
            </a:r>
            <a:r>
              <a:rPr lang="en-US" sz="2800" dirty="0">
                <a:sym typeface="Wingdings" panose="05000000000000000000" pitchFamily="2" charset="2"/>
              </a:rPr>
              <a:t></a:t>
            </a:r>
            <a:r>
              <a:rPr lang="en-US" sz="2800" dirty="0"/>
              <a:t> Calibrating </a:t>
            </a:r>
            <a:r>
              <a:rPr lang="en-US" sz="2800" dirty="0">
                <a:sym typeface="Wingdings" panose="05000000000000000000" pitchFamily="2" charset="2"/>
              </a:rPr>
              <a:t></a:t>
            </a:r>
            <a:r>
              <a:rPr lang="en-US" sz="2800" dirty="0"/>
              <a:t> Testing </a:t>
            </a:r>
            <a:r>
              <a:rPr lang="en-US" sz="2800" dirty="0">
                <a:sym typeface="Wingdings" panose="05000000000000000000" pitchFamily="2" charset="2"/>
              </a:rPr>
              <a:t></a:t>
            </a:r>
            <a:r>
              <a:rPr lang="en-US" sz="2800" dirty="0"/>
              <a:t> </a:t>
            </a:r>
          </a:p>
          <a:p>
            <a:pPr marL="0" indent="0" algn="just">
              <a:lnSpc>
                <a:spcPct val="80000"/>
              </a:lnSpc>
              <a:buNone/>
            </a:pPr>
            <a:r>
              <a:rPr lang="en-US" sz="2800" dirty="0"/>
              <a:t>Transmitting </a:t>
            </a:r>
            <a:r>
              <a:rPr lang="en-US" sz="2800" dirty="0">
                <a:sym typeface="Wingdings" panose="05000000000000000000" pitchFamily="2" charset="2"/>
              </a:rPr>
              <a:t></a:t>
            </a:r>
            <a:r>
              <a:rPr lang="en-US" sz="2800" dirty="0"/>
              <a:t> Waiting</a:t>
            </a:r>
          </a:p>
          <a:p>
            <a:pPr algn="just">
              <a:lnSpc>
                <a:spcPct val="80000"/>
              </a:lnSpc>
            </a:pPr>
            <a:endParaRPr lang="en-US" sz="2500" dirty="0"/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9878" y="3810001"/>
            <a:ext cx="2600923" cy="2487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7C6B942-E79F-461E-A55B-3F158C715E44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095840" y="1379160"/>
              <a:ext cx="8210520" cy="4146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7C6B942-E79F-461E-A55B-3F158C715E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6480" y="1369800"/>
                <a:ext cx="8229240" cy="416484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FEC02662-A1D3-4264-8488-5E0B671F24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219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4987"/>
    </mc:Choice>
    <mc:Fallback>
      <p:transition spd="slow" advTm="949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Object/Class </a:t>
            </a:r>
            <a:r>
              <a:rPr lang="en-US" sz="4000"/>
              <a:t>Testing Example:</a:t>
            </a:r>
            <a:br>
              <a:rPr lang="en-US" sz="4000" dirty="0"/>
            </a:br>
            <a:r>
              <a:rPr lang="en-US" sz="4000" dirty="0"/>
              <a:t>Weather Station Class (Cont.)</a:t>
            </a:r>
            <a:endParaRPr lang="en-MY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2400" dirty="0"/>
              <a:t>From weather class, create the related </a:t>
            </a:r>
            <a:r>
              <a:rPr lang="en-US" sz="2400"/>
              <a:t>state diagram: </a:t>
            </a:r>
            <a:endParaRPr lang="en-US" sz="2400" dirty="0"/>
          </a:p>
          <a:p>
            <a:pPr lvl="1" algn="just">
              <a:lnSpc>
                <a:spcPct val="90000"/>
              </a:lnSpc>
            </a:pPr>
            <a:r>
              <a:rPr lang="en-US" sz="2400" dirty="0"/>
              <a:t>Objects have state(s)</a:t>
            </a:r>
          </a:p>
          <a:p>
            <a:pPr lvl="1" algn="just">
              <a:lnSpc>
                <a:spcPct val="90000"/>
              </a:lnSpc>
            </a:pPr>
            <a:r>
              <a:rPr lang="en-US" sz="2400" dirty="0"/>
              <a:t>One state transits from another state(s) that is triggered by an event that occurs, certain specific condition and action taken by the object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629" y="3453663"/>
            <a:ext cx="5898776" cy="2948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7240D39D-EEAD-4BAB-BD3A-158A8B0AE94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789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837"/>
    </mc:Choice>
    <mc:Fallback>
      <p:transition spd="slow" advTm="338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Interface Testing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3000" dirty="0"/>
              <a:t>Objectives are to detect faults due to </a:t>
            </a:r>
            <a:r>
              <a:rPr lang="en-GB" sz="3000" b="1" dirty="0">
                <a:solidFill>
                  <a:srgbClr val="C00000"/>
                </a:solidFill>
              </a:rPr>
              <a:t>interface errors </a:t>
            </a:r>
            <a:r>
              <a:rPr lang="en-GB" sz="3000" dirty="0"/>
              <a:t>or invalid assumptions about interfaces</a:t>
            </a:r>
          </a:p>
          <a:p>
            <a:pPr algn="just"/>
            <a:r>
              <a:rPr lang="en-GB" sz="3000" dirty="0"/>
              <a:t>Particularly important for object-oriented development as objects are defined by their interfaces</a:t>
            </a:r>
          </a:p>
          <a:p>
            <a:pPr algn="just"/>
            <a:endParaRPr lang="en-US" sz="3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50DCA39-B91C-4B31-99A0-41D924A08042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2903760" y="3205440"/>
              <a:ext cx="6082920" cy="566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50DCA39-B91C-4B31-99A0-41D924A0804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94400" y="3196080"/>
                <a:ext cx="6101640" cy="58536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3D4B44CD-1B18-4E1D-A0C1-9A084F432C6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392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957"/>
    </mc:Choice>
    <mc:Fallback>
      <p:transition spd="slow" advTm="439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Interface </a:t>
            </a:r>
            <a:r>
              <a:rPr lang="en-GB"/>
              <a:t>Testing Types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80000"/>
              </a:lnSpc>
            </a:pPr>
            <a:r>
              <a:rPr lang="en-GB" sz="3000" dirty="0"/>
              <a:t>Parameter interface</a:t>
            </a:r>
          </a:p>
          <a:p>
            <a:pPr lvl="1" algn="just">
              <a:lnSpc>
                <a:spcPct val="80000"/>
              </a:lnSpc>
            </a:pPr>
            <a:r>
              <a:rPr lang="en-GB" sz="3000" dirty="0"/>
              <a:t>Data passed from one procedure to another</a:t>
            </a:r>
          </a:p>
          <a:p>
            <a:pPr algn="just">
              <a:lnSpc>
                <a:spcPct val="80000"/>
              </a:lnSpc>
            </a:pPr>
            <a:r>
              <a:rPr lang="en-GB" sz="3000" dirty="0"/>
              <a:t>Procedural interface</a:t>
            </a:r>
          </a:p>
          <a:p>
            <a:pPr lvl="1" algn="just">
              <a:lnSpc>
                <a:spcPct val="80000"/>
              </a:lnSpc>
            </a:pPr>
            <a:r>
              <a:rPr lang="en-GB" sz="3000" dirty="0"/>
              <a:t>Sub-system encapsulates a set of procedures to be called by other sub-systems</a:t>
            </a:r>
          </a:p>
          <a:p>
            <a:pPr algn="just">
              <a:lnSpc>
                <a:spcPct val="80000"/>
              </a:lnSpc>
            </a:pPr>
            <a:r>
              <a:rPr lang="en-GB" sz="3000" dirty="0"/>
              <a:t>Message passing interface</a:t>
            </a:r>
          </a:p>
          <a:p>
            <a:pPr lvl="1" algn="just">
              <a:lnSpc>
                <a:spcPct val="80000"/>
              </a:lnSpc>
            </a:pPr>
            <a:r>
              <a:rPr lang="en-GB" sz="3000" dirty="0"/>
              <a:t>Sub-systems request services from other sub-systems</a:t>
            </a:r>
          </a:p>
          <a:p>
            <a:pPr marL="514350" indent="-514350" algn="just">
              <a:lnSpc>
                <a:spcPct val="80000"/>
              </a:lnSpc>
            </a:pPr>
            <a:endParaRPr lang="en-US" sz="3000" dirty="0"/>
          </a:p>
          <a:p>
            <a:pPr marL="0" indent="0" algn="just">
              <a:buNone/>
            </a:pPr>
            <a:endParaRPr lang="en-MY" sz="3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9488EB1-D0BF-470C-86AA-1F5F3B803753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232640" y="2045880"/>
              <a:ext cx="3178440" cy="2301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9488EB1-D0BF-470C-86AA-1F5F3B80375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23280" y="2036520"/>
                <a:ext cx="3197160" cy="23202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2E77FF69-7705-4257-B740-79D2C50F124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225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493"/>
    </mc:Choice>
    <mc:Fallback>
      <p:transition spd="slow" advTm="564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Layered Architecture - 3 Layers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600201"/>
            <a:ext cx="7078770" cy="4285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BC1A7B9-6C84-40B3-A4CA-19E4760DDADD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3963240" y="3050280"/>
              <a:ext cx="849600" cy="2484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BC1A7B9-6C84-40B3-A4CA-19E4760DDAD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53880" y="3040920"/>
                <a:ext cx="868320" cy="250308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771DE144-7940-4B28-B1AE-567DFDBAAB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709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447"/>
    </mc:Choice>
    <mc:Fallback>
      <p:transition spd="slow" advTm="154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Weather Station Subsystems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pic>
        <p:nvPicPr>
          <p:cNvPr id="7" name="Picture 6" descr="14.12 WeatherStPack(12.12).eps                                 0007B876Macintosh HD                   B8AA5F2E: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1" y="2209800"/>
            <a:ext cx="4225925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1" y="1174750"/>
            <a:ext cx="3419475" cy="207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Left Arrow 9"/>
          <p:cNvSpPr/>
          <p:nvPr/>
        </p:nvSpPr>
        <p:spPr>
          <a:xfrm rot="21011506">
            <a:off x="3792252" y="1712926"/>
            <a:ext cx="3508637" cy="4873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Left Arrow 10"/>
          <p:cNvSpPr/>
          <p:nvPr/>
        </p:nvSpPr>
        <p:spPr>
          <a:xfrm rot="20222522">
            <a:off x="6260307" y="2350694"/>
            <a:ext cx="960437" cy="4873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Left Arrow 11"/>
          <p:cNvSpPr/>
          <p:nvPr/>
        </p:nvSpPr>
        <p:spPr>
          <a:xfrm rot="18030034">
            <a:off x="6297473" y="3752739"/>
            <a:ext cx="1960563" cy="4873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>
              <a:solidFill>
                <a:srgbClr val="FFFFFF"/>
              </a:solidFill>
            </a:endParaRPr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21FF8747-491A-4971-9906-D01FAC36434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749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162"/>
    </mc:Choice>
    <mc:Fallback>
      <p:transition spd="slow" advTm="481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Sub-System Interfaces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pic>
        <p:nvPicPr>
          <p:cNvPr id="7" name="Picture 5" descr="10.5 InterfaceObjects.eps                                      00105841Macintosh HD                   B8AA5F2E: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981200"/>
            <a:ext cx="7426382" cy="274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DF2276C-CD36-4672-AD02-1C9BD92F13CE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3095640" y="3552480"/>
              <a:ext cx="5580360" cy="329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DF2276C-CD36-4672-AD02-1C9BD92F13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86280" y="3543120"/>
                <a:ext cx="5599080" cy="34776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F50852CA-6676-401B-9A2F-334D6221AC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305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082"/>
    </mc:Choice>
    <mc:Fallback>
      <p:transition spd="slow" advTm="450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Interface Errors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80000"/>
              </a:lnSpc>
            </a:pPr>
            <a:r>
              <a:rPr lang="en-GB" sz="2800" dirty="0"/>
              <a:t>Interface misuse</a:t>
            </a:r>
          </a:p>
          <a:p>
            <a:pPr lvl="1" algn="just">
              <a:lnSpc>
                <a:spcPct val="80000"/>
              </a:lnSpc>
            </a:pPr>
            <a:r>
              <a:rPr lang="en-GB" dirty="0"/>
              <a:t>A calling component calls another component and makes an </a:t>
            </a:r>
            <a:r>
              <a:rPr lang="en-GB" b="1" dirty="0">
                <a:solidFill>
                  <a:srgbClr val="C00000"/>
                </a:solidFill>
              </a:rPr>
              <a:t>error in its use of its interface </a:t>
            </a:r>
            <a:r>
              <a:rPr lang="en-GB" dirty="0"/>
              <a:t>e.g. parameters in the wrong order</a:t>
            </a:r>
          </a:p>
          <a:p>
            <a:pPr algn="just">
              <a:lnSpc>
                <a:spcPct val="80000"/>
              </a:lnSpc>
            </a:pPr>
            <a:r>
              <a:rPr lang="en-GB" sz="2800" dirty="0"/>
              <a:t>Interface misunderstanding</a:t>
            </a:r>
          </a:p>
          <a:p>
            <a:pPr lvl="1" algn="just">
              <a:lnSpc>
                <a:spcPct val="80000"/>
              </a:lnSpc>
            </a:pPr>
            <a:r>
              <a:rPr lang="en-GB" dirty="0"/>
              <a:t>A calling component </a:t>
            </a:r>
            <a:r>
              <a:rPr lang="en-GB" b="1" dirty="0">
                <a:solidFill>
                  <a:srgbClr val="C00000"/>
                </a:solidFill>
              </a:rPr>
              <a:t>embeds assumptions </a:t>
            </a:r>
            <a:r>
              <a:rPr lang="en-GB" dirty="0"/>
              <a:t>about the behaviour of the called component which are incorrect</a:t>
            </a:r>
          </a:p>
          <a:p>
            <a:pPr algn="just">
              <a:lnSpc>
                <a:spcPct val="80000"/>
              </a:lnSpc>
            </a:pPr>
            <a:r>
              <a:rPr lang="en-GB" sz="2800" dirty="0"/>
              <a:t>Timing errors</a:t>
            </a:r>
          </a:p>
          <a:p>
            <a:pPr lvl="1" algn="just">
              <a:lnSpc>
                <a:spcPct val="80000"/>
              </a:lnSpc>
            </a:pPr>
            <a:r>
              <a:rPr lang="en-GB" dirty="0"/>
              <a:t>The called and the calling component operate at </a:t>
            </a:r>
            <a:r>
              <a:rPr lang="en-GB" b="1" dirty="0">
                <a:solidFill>
                  <a:srgbClr val="C00000"/>
                </a:solidFill>
              </a:rPr>
              <a:t>different speeds </a:t>
            </a:r>
            <a:r>
              <a:rPr lang="en-GB" dirty="0"/>
              <a:t>and out-of-date information is accessed</a:t>
            </a:r>
          </a:p>
          <a:p>
            <a:pPr algn="just">
              <a:lnSpc>
                <a:spcPct val="80000"/>
              </a:lnSpc>
            </a:pPr>
            <a:endParaRPr lang="en-US" sz="2800" dirty="0"/>
          </a:p>
          <a:p>
            <a:pPr algn="just"/>
            <a:endParaRPr lang="en-MY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62F417F-F32D-466D-A8CF-3E8B812D9741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077480" y="1963440"/>
              <a:ext cx="9498240" cy="3114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62F417F-F32D-466D-A8CF-3E8B812D974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8120" y="1954080"/>
                <a:ext cx="9516960" cy="313308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834D7C47-C42F-49C9-BD09-CD3D43167E9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186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313"/>
    </mc:Choice>
    <mc:Fallback>
      <p:transition spd="slow" advTm="703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graphicFrame>
        <p:nvGraphicFramePr>
          <p:cNvPr id="10" name="Diagram 9"/>
          <p:cNvGraphicFramePr>
            <a:graphicFrameLocks noChangeAspect="1"/>
          </p:cNvGraphicFramePr>
          <p:nvPr/>
        </p:nvGraphicFramePr>
        <p:xfrm>
          <a:off x="1524000" y="9559"/>
          <a:ext cx="9144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Oval 2"/>
          <p:cNvSpPr/>
          <p:nvPr/>
        </p:nvSpPr>
        <p:spPr>
          <a:xfrm>
            <a:off x="4953001" y="1143000"/>
            <a:ext cx="2012577" cy="129540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007EACE-E6AF-4A6F-BBA5-E83FAAD81549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5589000" y="1972800"/>
              <a:ext cx="68508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007EACE-E6AF-4A6F-BBA5-E83FAAD8154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79640" y="1963440"/>
                <a:ext cx="703800" cy="1908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04ADD389-AA62-4F7E-AD74-AAB6FC08BA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458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871"/>
    </mc:Choice>
    <mc:Fallback>
      <p:transition spd="slow" advTm="218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2: Integration Test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Arial" pitchFamily="26" charset="0"/>
              <a:buChar char="•"/>
              <a:defRPr/>
            </a:pPr>
            <a:r>
              <a:rPr lang="en-US" sz="2800" dirty="0"/>
              <a:t>Testing during development involves </a:t>
            </a:r>
            <a:r>
              <a:rPr lang="en-US" sz="2800" b="1" dirty="0">
                <a:solidFill>
                  <a:srgbClr val="C00000"/>
                </a:solidFill>
              </a:rPr>
              <a:t>integrating components </a:t>
            </a:r>
            <a:r>
              <a:rPr lang="en-US" sz="2800" dirty="0"/>
              <a:t>to create a version of the system and then testing the integrated system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The test team has access to the system source code and the system is tested as integrated components</a:t>
            </a:r>
          </a:p>
          <a:p>
            <a:pPr algn="just">
              <a:buFont typeface="Arial" pitchFamily="26" charset="0"/>
              <a:buChar char="•"/>
              <a:defRPr/>
            </a:pPr>
            <a:r>
              <a:rPr lang="en-US" sz="2800" dirty="0"/>
              <a:t>The focus in integration test is </a:t>
            </a:r>
            <a:r>
              <a:rPr lang="en-US" sz="2800" b="1" dirty="0">
                <a:solidFill>
                  <a:srgbClr val="C00000"/>
                </a:solidFill>
              </a:rPr>
              <a:t>testing the interactions</a:t>
            </a:r>
            <a:r>
              <a:rPr lang="en-US" sz="2800" dirty="0"/>
              <a:t> between components</a:t>
            </a:r>
          </a:p>
          <a:p>
            <a:pPr algn="just">
              <a:buFont typeface="Arial" pitchFamily="26" charset="0"/>
              <a:buChar char="•"/>
              <a:defRPr/>
            </a:pPr>
            <a:r>
              <a:rPr lang="en-US" sz="2800" dirty="0"/>
              <a:t>Integration test checks that components are compatible, interact correctly and transfer the right data at the right time across their interfaces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50A3D5F-6C43-46AE-A602-C595F532D39B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922320" y="3296880"/>
              <a:ext cx="10237680" cy="2301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50A3D5F-6C43-46AE-A602-C595F532D39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2960" y="3287520"/>
                <a:ext cx="10256400" cy="23202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AD24C4A3-DE86-4F4B-8270-F9C7189BC59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573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230"/>
    </mc:Choice>
    <mc:Fallback>
      <p:transition spd="slow" advTm="462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Integration Test (cont.)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700" dirty="0"/>
              <a:t>Involves building a system from its components and testing it for </a:t>
            </a:r>
            <a:r>
              <a:rPr lang="en-GB" sz="2700" b="1" dirty="0">
                <a:solidFill>
                  <a:srgbClr val="C00000"/>
                </a:solidFill>
              </a:rPr>
              <a:t>problems that arise from component interactions</a:t>
            </a:r>
            <a:r>
              <a:rPr lang="en-GB" sz="2700" dirty="0"/>
              <a:t>:</a:t>
            </a:r>
          </a:p>
          <a:p>
            <a:pPr lvl="1">
              <a:lnSpc>
                <a:spcPct val="90000"/>
              </a:lnSpc>
              <a:buFont typeface="Calibri" panose="020F0502020204030204" pitchFamily="34" charset="0"/>
              <a:buAutoNum type="arabicPeriod"/>
            </a:pPr>
            <a:r>
              <a:rPr lang="en-GB" sz="2400" dirty="0"/>
              <a:t>Top-down integration:</a:t>
            </a:r>
          </a:p>
          <a:p>
            <a:pPr lvl="2">
              <a:lnSpc>
                <a:spcPct val="90000"/>
              </a:lnSpc>
            </a:pPr>
            <a:r>
              <a:rPr lang="en-GB" dirty="0"/>
              <a:t>Develop the skeleton of the system and populate it with components</a:t>
            </a:r>
          </a:p>
          <a:p>
            <a:pPr lvl="1">
              <a:lnSpc>
                <a:spcPct val="90000"/>
              </a:lnSpc>
              <a:buFont typeface="Calibri" panose="020F0502020204030204" pitchFamily="34" charset="0"/>
              <a:buAutoNum type="arabicPeriod"/>
            </a:pPr>
            <a:r>
              <a:rPr lang="en-GB" sz="2400" dirty="0"/>
              <a:t>Bottom-up integration:</a:t>
            </a:r>
          </a:p>
          <a:p>
            <a:pPr lvl="2">
              <a:lnSpc>
                <a:spcPct val="90000"/>
              </a:lnSpc>
            </a:pPr>
            <a:r>
              <a:rPr lang="en-GB" dirty="0"/>
              <a:t>Integrate infrastructure components then add functional components</a:t>
            </a:r>
          </a:p>
          <a:p>
            <a:pPr>
              <a:lnSpc>
                <a:spcPct val="90000"/>
              </a:lnSpc>
            </a:pPr>
            <a:r>
              <a:rPr lang="en-GB" sz="2700" dirty="0"/>
              <a:t>To simplify </a:t>
            </a:r>
            <a:r>
              <a:rPr lang="en-GB" sz="2700" b="1" dirty="0">
                <a:solidFill>
                  <a:srgbClr val="C00000"/>
                </a:solidFill>
              </a:rPr>
              <a:t>error localisation</a:t>
            </a:r>
            <a:r>
              <a:rPr lang="en-GB" sz="2700" dirty="0"/>
              <a:t>, systems should be </a:t>
            </a:r>
            <a:r>
              <a:rPr lang="en-GB" sz="2700" b="1" dirty="0">
                <a:solidFill>
                  <a:srgbClr val="C00000"/>
                </a:solidFill>
              </a:rPr>
              <a:t>incrementally integrated</a:t>
            </a:r>
          </a:p>
          <a:p>
            <a:pPr>
              <a:lnSpc>
                <a:spcPct val="90000"/>
              </a:lnSpc>
            </a:pPr>
            <a:endParaRPr lang="en-US" sz="2700" dirty="0"/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66D9D83-075E-4683-BFC2-116B6E527F1B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579680" y="2794680"/>
              <a:ext cx="6046200" cy="1251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66D9D83-075E-4683-BFC2-116B6E527F1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70320" y="2785320"/>
                <a:ext cx="6064920" cy="127008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5ACCE8C7-8BAA-4CDF-8D98-952E4CA29E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823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337"/>
    </mc:Choice>
    <mc:Fallback>
      <p:transition spd="slow" advTm="693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Integration Testing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974" y="1793290"/>
            <a:ext cx="6732027" cy="41503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E035E5A-7F41-4388-8079-35DB99BBC13E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2913120" y="1077840"/>
              <a:ext cx="6036840" cy="5004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E035E5A-7F41-4388-8079-35DB99BBC13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03760" y="1068480"/>
                <a:ext cx="6055560" cy="502344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260464B8-559D-475F-BEAE-CCB67898ACB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904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3493"/>
    </mc:Choice>
    <mc:Fallback>
      <p:transition spd="slow" advTm="634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graphicFrame>
        <p:nvGraphicFramePr>
          <p:cNvPr id="10" name="Diagram 9"/>
          <p:cNvGraphicFramePr>
            <a:graphicFrameLocks noChangeAspect="1"/>
          </p:cNvGraphicFramePr>
          <p:nvPr/>
        </p:nvGraphicFramePr>
        <p:xfrm>
          <a:off x="1524000" y="9559"/>
          <a:ext cx="9144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Oval 2"/>
          <p:cNvSpPr/>
          <p:nvPr/>
        </p:nvSpPr>
        <p:spPr>
          <a:xfrm>
            <a:off x="6858001" y="1295401"/>
            <a:ext cx="1752600" cy="103501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4883FB7D-5052-4A43-8431-2120296E556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699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734"/>
    </mc:Choice>
    <mc:Fallback>
      <p:transition spd="slow" advTm="267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3: System Test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sz="2800" dirty="0"/>
              <a:t>Process of testing an integrated system to verify that it meets specified requirements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The test team (preferably independent testing team) </a:t>
            </a:r>
            <a:r>
              <a:rPr lang="en-US" sz="2800" b="1" dirty="0">
                <a:solidFill>
                  <a:srgbClr val="C00000"/>
                </a:solidFill>
              </a:rPr>
              <a:t>test the complete system</a:t>
            </a:r>
            <a:r>
              <a:rPr lang="en-US" sz="2800" dirty="0"/>
              <a:t> to be delivered as a black-box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Includes function test, function interaction (flow) and non-functional attributes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Three examples of system testing to test non-functional attributes:</a:t>
            </a:r>
          </a:p>
          <a:p>
            <a:pPr marL="914400" lvl="1" indent="-457200">
              <a:lnSpc>
                <a:spcPct val="80000"/>
              </a:lnSpc>
              <a:buFont typeface="Calibri" panose="020F0502020204030204" pitchFamily="34" charset="0"/>
              <a:buAutoNum type="arabicPeriod"/>
            </a:pPr>
            <a:r>
              <a:rPr lang="en-US" dirty="0"/>
              <a:t>Stress testing</a:t>
            </a:r>
          </a:p>
          <a:p>
            <a:pPr marL="914400" lvl="1" indent="-457200">
              <a:lnSpc>
                <a:spcPct val="80000"/>
              </a:lnSpc>
              <a:buFont typeface="Calibri" panose="020F0502020204030204" pitchFamily="34" charset="0"/>
              <a:buAutoNum type="arabicPeriod"/>
            </a:pPr>
            <a:r>
              <a:rPr lang="en-US" dirty="0"/>
              <a:t>Performance testing</a:t>
            </a:r>
          </a:p>
          <a:p>
            <a:pPr marL="914400" lvl="1" indent="-457200">
              <a:lnSpc>
                <a:spcPct val="80000"/>
              </a:lnSpc>
              <a:buFont typeface="Calibri" panose="020F0502020204030204" pitchFamily="34" charset="0"/>
              <a:buAutoNum type="arabicPeriod"/>
            </a:pPr>
            <a:r>
              <a:rPr lang="en-US" dirty="0"/>
              <a:t>Usability testing</a:t>
            </a:r>
          </a:p>
          <a:p>
            <a:pPr>
              <a:lnSpc>
                <a:spcPct val="80000"/>
              </a:lnSpc>
            </a:pPr>
            <a:endParaRPr lang="en-US" sz="2800" dirty="0"/>
          </a:p>
          <a:p>
            <a:endParaRPr lang="en-MY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D179788-F4D5-4369-A7ED-946DA74D4568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926720" y="1918080"/>
              <a:ext cx="8064360" cy="3178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D179788-F4D5-4369-A7ED-946DA74D456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17360" y="1908720"/>
                <a:ext cx="8083080" cy="31968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85DA6755-1C57-480B-B088-859DA847F01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840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228"/>
    </mc:Choice>
    <mc:Fallback>
      <p:transition spd="slow" advTm="442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System Test (cont.)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80000"/>
              </a:lnSpc>
            </a:pPr>
            <a:r>
              <a:rPr lang="en-US" sz="2800" dirty="0"/>
              <a:t>The process of testing is a release of a system that will be distributed to customers</a:t>
            </a:r>
          </a:p>
          <a:p>
            <a:pPr algn="just">
              <a:lnSpc>
                <a:spcPct val="80000"/>
              </a:lnSpc>
            </a:pPr>
            <a:r>
              <a:rPr lang="en-US" sz="2800" dirty="0"/>
              <a:t>Primary goal is to increase supplier</a:t>
            </a:r>
            <a:r>
              <a:rPr lang="en-US" altLang="ja-JP" sz="2800" dirty="0"/>
              <a:t>s’ confidence that the system meets its requirements</a:t>
            </a:r>
          </a:p>
          <a:p>
            <a:pPr algn="just">
              <a:lnSpc>
                <a:spcPct val="80000"/>
              </a:lnSpc>
            </a:pPr>
            <a:r>
              <a:rPr lang="en-US" sz="2800" dirty="0"/>
              <a:t>System test is usually </a:t>
            </a:r>
            <a:r>
              <a:rPr lang="en-US" sz="2800" b="1" dirty="0">
                <a:solidFill>
                  <a:srgbClr val="C00000"/>
                </a:solidFill>
              </a:rPr>
              <a:t>black-box or functional testing</a:t>
            </a:r>
            <a:r>
              <a:rPr lang="en-US" sz="2800" dirty="0"/>
              <a:t>:</a:t>
            </a:r>
          </a:p>
          <a:p>
            <a:pPr lvl="1" algn="just">
              <a:lnSpc>
                <a:spcPct val="80000"/>
              </a:lnSpc>
            </a:pPr>
            <a:r>
              <a:rPr lang="en-US" dirty="0"/>
              <a:t>Based on the system specification only</a:t>
            </a:r>
          </a:p>
          <a:p>
            <a:pPr lvl="1" algn="just">
              <a:lnSpc>
                <a:spcPct val="80000"/>
              </a:lnSpc>
            </a:pPr>
            <a:r>
              <a:rPr lang="en-US" dirty="0"/>
              <a:t>Testers do not have knowledge of the system implementation</a:t>
            </a:r>
          </a:p>
          <a:p>
            <a:pPr lvl="1" algn="just">
              <a:lnSpc>
                <a:spcPct val="80000"/>
              </a:lnSpc>
            </a:pPr>
            <a:r>
              <a:rPr lang="en-US" dirty="0"/>
              <a:t>(see requirements test section later)</a:t>
            </a:r>
          </a:p>
          <a:p>
            <a:pPr algn="just">
              <a:lnSpc>
                <a:spcPct val="80000"/>
              </a:lnSpc>
            </a:pPr>
            <a:endParaRPr lang="en-US" sz="2800" dirty="0"/>
          </a:p>
          <a:p>
            <a:pPr algn="just"/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146AC54-A44F-44A2-B52C-E118AE672981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4200840" y="2000160"/>
              <a:ext cx="2995920" cy="858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146AC54-A44F-44A2-B52C-E118AE67298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91480" y="1990800"/>
                <a:ext cx="3014640" cy="87732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0FD6A8E5-EB59-4B8B-B011-55B1CE3704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97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8136"/>
    </mc:Choice>
    <mc:Fallback>
      <p:transition spd="slow" advTm="881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Stress Testing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800600"/>
          </a:xfrm>
        </p:spPr>
        <p:txBody>
          <a:bodyPr>
            <a:noAutofit/>
          </a:bodyPr>
          <a:lstStyle/>
          <a:p>
            <a:pPr algn="just">
              <a:lnSpc>
                <a:spcPct val="80000"/>
              </a:lnSpc>
            </a:pPr>
            <a:r>
              <a:rPr lang="en-US" sz="2800" dirty="0"/>
              <a:t>The application is tested against heavy load e.g. complex numerical values, large number of inputs, large number of queries etc. which </a:t>
            </a:r>
            <a:r>
              <a:rPr lang="en-US" sz="2800" b="1" dirty="0">
                <a:solidFill>
                  <a:srgbClr val="C00000"/>
                </a:solidFill>
              </a:rPr>
              <a:t>checks for the stress/load </a:t>
            </a:r>
            <a:r>
              <a:rPr lang="en-US" sz="2800" dirty="0"/>
              <a:t>the applications can withstand</a:t>
            </a:r>
          </a:p>
          <a:p>
            <a:pPr algn="just">
              <a:lnSpc>
                <a:spcPct val="80000"/>
              </a:lnSpc>
            </a:pPr>
            <a:r>
              <a:rPr lang="en-GB" sz="2800" dirty="0"/>
              <a:t>Example: </a:t>
            </a:r>
            <a:r>
              <a:rPr lang="en-US" sz="2800" dirty="0"/>
              <a:t>Developing software to run cash registers</a:t>
            </a:r>
          </a:p>
          <a:p>
            <a:pPr lvl="1" algn="just">
              <a:lnSpc>
                <a:spcPct val="80000"/>
              </a:lnSpc>
            </a:pPr>
            <a:r>
              <a:rPr lang="en-US" dirty="0"/>
              <a:t>Non-functional requirement:	</a:t>
            </a:r>
          </a:p>
          <a:p>
            <a:pPr lvl="2" algn="just">
              <a:lnSpc>
                <a:spcPct val="80000"/>
              </a:lnSpc>
            </a:pPr>
            <a:r>
              <a:rPr lang="en-US" altLang="en-US" dirty="0"/>
              <a:t>“</a:t>
            </a:r>
            <a:r>
              <a:rPr lang="en-US" dirty="0"/>
              <a:t>The server can handle up to 30 cash registers looking up prices simultaneously.</a:t>
            </a:r>
            <a:r>
              <a:rPr lang="en-US" altLang="en-US" dirty="0"/>
              <a:t>”</a:t>
            </a:r>
            <a:endParaRPr lang="en-US" dirty="0"/>
          </a:p>
          <a:p>
            <a:pPr lvl="1" algn="just">
              <a:lnSpc>
                <a:spcPct val="80000"/>
              </a:lnSpc>
            </a:pPr>
            <a:r>
              <a:rPr lang="en-US" dirty="0"/>
              <a:t>Stress testing:</a:t>
            </a:r>
          </a:p>
          <a:p>
            <a:pPr lvl="2" algn="just">
              <a:lnSpc>
                <a:spcPct val="80000"/>
              </a:lnSpc>
            </a:pPr>
            <a:r>
              <a:rPr lang="en-US" dirty="0"/>
              <a:t>Occur in a room of 30 actual cash registers running automated test transactions repeatedly for 12 hours</a:t>
            </a:r>
          </a:p>
          <a:p>
            <a:pPr algn="just"/>
            <a:endParaRPr lang="en-MY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F179325-2705-40DE-8760-AC485B4AB579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5068440" y="2319840"/>
              <a:ext cx="4219560" cy="1187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F179325-2705-40DE-8760-AC485B4AB57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59080" y="2310480"/>
                <a:ext cx="4238280" cy="1206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497882E8-BF4B-4CBC-915F-8706135F6B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69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7158"/>
    </mc:Choice>
    <mc:Fallback>
      <p:transition spd="slow" advTm="771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Testing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80000"/>
              </a:lnSpc>
            </a:pPr>
            <a:r>
              <a:rPr lang="en-US" sz="2800" dirty="0"/>
              <a:t>Part of </a:t>
            </a:r>
            <a:r>
              <a:rPr lang="en-US" sz="2800" b="1" dirty="0">
                <a:solidFill>
                  <a:srgbClr val="C00000"/>
                </a:solidFill>
              </a:rPr>
              <a:t>release testing </a:t>
            </a:r>
            <a:r>
              <a:rPr lang="en-US" sz="2800" dirty="0"/>
              <a:t>may involve testing the emergent properties of a system e.g. performance and reliability</a:t>
            </a:r>
          </a:p>
          <a:p>
            <a:pPr algn="just">
              <a:lnSpc>
                <a:spcPct val="80000"/>
              </a:lnSpc>
            </a:pPr>
            <a:r>
              <a:rPr lang="en-US" sz="2800" dirty="0"/>
              <a:t>Example:</a:t>
            </a:r>
          </a:p>
          <a:p>
            <a:pPr lvl="1" algn="just">
              <a:lnSpc>
                <a:spcPct val="80000"/>
              </a:lnSpc>
            </a:pPr>
            <a:r>
              <a:rPr lang="en-US" dirty="0"/>
              <a:t>Performance requirement:</a:t>
            </a:r>
          </a:p>
          <a:p>
            <a:pPr lvl="2" algn="just">
              <a:lnSpc>
                <a:spcPct val="80000"/>
              </a:lnSpc>
            </a:pPr>
            <a:r>
              <a:rPr lang="ja-JP" altLang="en-US" sz="2800" dirty="0"/>
              <a:t>“</a:t>
            </a:r>
            <a:r>
              <a:rPr lang="en-US" altLang="ja-JP" sz="2800" dirty="0"/>
              <a:t>The price lookup must complete in less than 1 second</a:t>
            </a:r>
            <a:r>
              <a:rPr lang="ja-JP" altLang="en-US" sz="2800" dirty="0"/>
              <a:t>”</a:t>
            </a:r>
            <a:endParaRPr lang="en-US" altLang="ja-JP" sz="2800" dirty="0"/>
          </a:p>
          <a:p>
            <a:pPr lvl="1" algn="just">
              <a:lnSpc>
                <a:spcPct val="80000"/>
              </a:lnSpc>
            </a:pPr>
            <a:r>
              <a:rPr lang="en-US" dirty="0"/>
              <a:t>Performance testing:</a:t>
            </a:r>
          </a:p>
          <a:p>
            <a:pPr lvl="2" algn="just">
              <a:lnSpc>
                <a:spcPct val="80000"/>
              </a:lnSpc>
            </a:pPr>
            <a:r>
              <a:rPr lang="en-US" sz="2800" dirty="0"/>
              <a:t>Evaluates whether the system can look up prices in less than 1 second (even if there are 30 cash registers running simultaneously)</a:t>
            </a:r>
          </a:p>
          <a:p>
            <a:pPr algn="just">
              <a:lnSpc>
                <a:spcPct val="80000"/>
              </a:lnSpc>
            </a:pPr>
            <a:endParaRPr lang="en-US" sz="2800" dirty="0"/>
          </a:p>
          <a:p>
            <a:pPr algn="just"/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B4990B7-CA59-41B1-8AB0-AADE96B8B886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8493120" y="3643920"/>
              <a:ext cx="2420280" cy="849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B4990B7-CA59-41B1-8AB0-AADE96B8B88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83760" y="3634560"/>
                <a:ext cx="2439000" cy="86832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B45EF1FF-D869-4B4F-94F5-2F5CCC67E9B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78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322"/>
    </mc:Choice>
    <mc:Fallback>
      <p:transition spd="slow" advTm="363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Usability Testing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Testing is conducted to evaluate the extent to which a user can learn to operate, prepare inputs for and interpret outputs of a system or component</a:t>
            </a:r>
          </a:p>
          <a:p>
            <a:pPr algn="just"/>
            <a:r>
              <a:rPr lang="en-US" sz="2800" dirty="0"/>
              <a:t>Usually done by human-computer interaction specialist that observe humans interacting with the system</a:t>
            </a:r>
          </a:p>
          <a:p>
            <a:pPr algn="just"/>
            <a:endParaRPr lang="en-US" sz="2800" dirty="0"/>
          </a:p>
          <a:p>
            <a:pPr algn="just"/>
            <a:endParaRPr lang="en-MY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FD12ADF5-FCE3-4CBE-B44C-A9708D8D7CC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953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184"/>
    </mc:Choice>
    <mc:Fallback>
      <p:transition spd="slow" advTm="681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graphicFrame>
        <p:nvGraphicFramePr>
          <p:cNvPr id="10" name="Diagram 9"/>
          <p:cNvGraphicFramePr>
            <a:graphicFrameLocks noChangeAspect="1"/>
          </p:cNvGraphicFramePr>
          <p:nvPr/>
        </p:nvGraphicFramePr>
        <p:xfrm>
          <a:off x="1524000" y="9559"/>
          <a:ext cx="9144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Oval 2"/>
          <p:cNvSpPr/>
          <p:nvPr/>
        </p:nvSpPr>
        <p:spPr>
          <a:xfrm>
            <a:off x="8686800" y="1165208"/>
            <a:ext cx="1752600" cy="11969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F08EE5E8-8058-4A34-8547-D6573169A09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542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425"/>
    </mc:Choice>
    <mc:Fallback>
      <p:transition spd="slow" advTm="344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Stage 4: Acceptance Test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endParaRPr lang="en-US" sz="2800" dirty="0"/>
          </a:p>
          <a:p>
            <a:pPr algn="just"/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1201" y="1600200"/>
            <a:ext cx="84581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GB" altLang="x-none" sz="2400" dirty="0">
                <a:solidFill>
                  <a:prstClr val="black"/>
                </a:solidFill>
                <a:latin typeface="Calibri"/>
                <a:ea typeface="MS PGothic" charset="-128"/>
              </a:rPr>
              <a:t>Formal testing with respect to user needs, requirements, and business processes conducted to </a:t>
            </a:r>
            <a:r>
              <a:rPr lang="en-GB" altLang="x-none" sz="2400" b="1" dirty="0">
                <a:solidFill>
                  <a:srgbClr val="C00000"/>
                </a:solidFill>
                <a:latin typeface="Calibri"/>
                <a:ea typeface="MS PGothic" charset="-128"/>
              </a:rPr>
              <a:t>determine whether or not a system satisfies the acceptance criteria</a:t>
            </a:r>
            <a:r>
              <a:rPr lang="en-GB" altLang="x-none" sz="2400" dirty="0">
                <a:solidFill>
                  <a:prstClr val="black"/>
                </a:solidFill>
                <a:latin typeface="Calibri"/>
                <a:ea typeface="MS PGothic" charset="-128"/>
              </a:rPr>
              <a:t> and to enable the user, customers or other authorized entity to determine whether or not to accept the system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Customers test a system to decide whether or not it is </a:t>
            </a:r>
            <a:r>
              <a:rPr lang="en-US" sz="2400" b="1" dirty="0">
                <a:solidFill>
                  <a:srgbClr val="C00000"/>
                </a:solidFill>
                <a:latin typeface="Calibri"/>
              </a:rPr>
              <a:t>ready to be accepted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from the system developers and deployed in the customer environment, primarily for custom systems</a:t>
            </a:r>
            <a:endParaRPr lang="en-GB" altLang="x-none" sz="2400" dirty="0">
              <a:solidFill>
                <a:prstClr val="black"/>
              </a:solidFill>
              <a:latin typeface="Calibri"/>
              <a:ea typeface="MS PGothic" charset="-128"/>
            </a:endParaRPr>
          </a:p>
          <a:p>
            <a:pPr marL="285750" indent="-285750">
              <a:buFont typeface="Arial" charset="0"/>
              <a:buChar char="•"/>
            </a:pPr>
            <a:r>
              <a:rPr lang="en-GB" altLang="x-none" sz="2400" dirty="0">
                <a:solidFill>
                  <a:prstClr val="black"/>
                </a:solidFill>
                <a:latin typeface="Calibri"/>
                <a:ea typeface="MS PGothic" charset="-128"/>
              </a:rPr>
              <a:t>Goal is to </a:t>
            </a:r>
            <a:r>
              <a:rPr lang="en-GB" altLang="x-none" sz="2400" b="1" dirty="0">
                <a:solidFill>
                  <a:srgbClr val="C00000"/>
                </a:solidFill>
                <a:latin typeface="Calibri"/>
                <a:ea typeface="MS PGothic" charset="-128"/>
              </a:rPr>
              <a:t>establish confidence in the system/part-system </a:t>
            </a:r>
            <a:r>
              <a:rPr lang="en-GB" altLang="x-none" sz="2400" dirty="0">
                <a:solidFill>
                  <a:prstClr val="black"/>
                </a:solidFill>
                <a:latin typeface="Calibri"/>
                <a:ea typeface="MS PGothic" charset="-128"/>
              </a:rPr>
              <a:t>or specific non-functional characteristics (e.g. performance), usually for ensuring the system is </a:t>
            </a:r>
            <a:r>
              <a:rPr lang="en-GB" altLang="x-none" sz="2400" b="1" dirty="0">
                <a:solidFill>
                  <a:srgbClr val="C00000"/>
                </a:solidFill>
                <a:latin typeface="Calibri"/>
                <a:ea typeface="MS PGothic" charset="-128"/>
              </a:rPr>
              <a:t>ready for deployment </a:t>
            </a:r>
            <a:r>
              <a:rPr lang="en-GB" altLang="x-none" sz="2400" dirty="0">
                <a:solidFill>
                  <a:prstClr val="black"/>
                </a:solidFill>
                <a:latin typeface="Calibri"/>
                <a:ea typeface="MS PGothic" charset="-128"/>
              </a:rPr>
              <a:t>into production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A8E7359-CE88-4B42-8AE1-87BDDB3C31FC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3178080" y="3068640"/>
              <a:ext cx="4676040" cy="3564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A8E7359-CE88-4B42-8AE1-87BDDB3C31F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68720" y="3059280"/>
                <a:ext cx="4694760" cy="37512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9B987CE5-41C0-4D12-8576-B6D4DA536C3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549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054"/>
    </mc:Choice>
    <mc:Fallback>
      <p:transition spd="slow" advTm="620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Acceptance Test </a:t>
            </a:r>
            <a:r>
              <a:rPr lang="en-US" dirty="0"/>
              <a:t>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2800" dirty="0"/>
              <a:t>Acceptance test is a stage in the testing process in which users or customers provide input and advice on system testing</a:t>
            </a:r>
          </a:p>
          <a:p>
            <a:pPr algn="just">
              <a:lnSpc>
                <a:spcPct val="90000"/>
              </a:lnSpc>
            </a:pPr>
            <a:r>
              <a:rPr lang="en-US" sz="2800" dirty="0"/>
              <a:t>Acceptance test is essential, even when comprehensive system testing have been carried out </a:t>
            </a:r>
          </a:p>
          <a:p>
            <a:pPr algn="just">
              <a:lnSpc>
                <a:spcPct val="90000"/>
              </a:lnSpc>
            </a:pPr>
            <a:r>
              <a:rPr lang="en-US" sz="2800" dirty="0"/>
              <a:t>The reason for this is that </a:t>
            </a:r>
            <a:r>
              <a:rPr lang="en-US" sz="2800" b="1" dirty="0">
                <a:solidFill>
                  <a:srgbClr val="C00000"/>
                </a:solidFill>
              </a:rPr>
              <a:t>influences from user</a:t>
            </a:r>
            <a:r>
              <a:rPr lang="en-US" altLang="ja-JP" sz="2800" b="1" dirty="0">
                <a:solidFill>
                  <a:srgbClr val="C00000"/>
                </a:solidFill>
              </a:rPr>
              <a:t>s’ working environment have a major effect</a:t>
            </a:r>
            <a:r>
              <a:rPr lang="en-US" altLang="ja-JP" sz="2800" dirty="0"/>
              <a:t> on the reliability, performance, usability and robustness of a system</a:t>
            </a:r>
          </a:p>
          <a:p>
            <a:pPr algn="just">
              <a:lnSpc>
                <a:spcPct val="90000"/>
              </a:lnSpc>
            </a:pPr>
            <a:r>
              <a:rPr lang="en-US" altLang="ja-JP" sz="2800" dirty="0"/>
              <a:t>These cannot be replicated in a testing environment</a:t>
            </a:r>
            <a:endParaRPr lang="en-GB" altLang="ja-JP" sz="2800" dirty="0"/>
          </a:p>
          <a:p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F6DB106-738F-4E87-B8AB-D97458049A6D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3223440" y="2383560"/>
              <a:ext cx="6850080" cy="1836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F6DB106-738F-4E87-B8AB-D97458049A6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14080" y="2374200"/>
                <a:ext cx="6868800" cy="185472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9FECA33B-688F-452E-9D53-9FF91B9A745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285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321"/>
    </mc:Choice>
    <mc:Fallback>
      <p:transition spd="slow" advTm="493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Acceptance Testing Process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pic>
        <p:nvPicPr>
          <p:cNvPr id="7" name="Content Placeholder 3" descr="8.11 AcceptanceTesting.eps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5823" b="-105823"/>
          <a:stretch>
            <a:fillRect/>
          </a:stretch>
        </p:blipFill>
        <p:spPr>
          <a:xfrm>
            <a:off x="1981200" y="990600"/>
            <a:ext cx="8248650" cy="5327650"/>
          </a:xfrm>
        </p:spPr>
      </p:pic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6E508202-9F0A-4E9A-85F3-8272F3E9CC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432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318"/>
    </mc:Choice>
    <mc:Fallback>
      <p:transition spd="slow" advTm="803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Acceptance Test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305800" cy="4959911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80000"/>
              </a:lnSpc>
            </a:pPr>
            <a:r>
              <a:rPr lang="en-US" sz="2400" dirty="0"/>
              <a:t>Alpha testing</a:t>
            </a:r>
          </a:p>
          <a:p>
            <a:pPr lvl="1" algn="just">
              <a:lnSpc>
                <a:spcPct val="80000"/>
              </a:lnSpc>
            </a:pPr>
            <a:r>
              <a:rPr lang="en-US" sz="2400" dirty="0"/>
              <a:t>Users of the software work with the development team to test the software </a:t>
            </a:r>
            <a:r>
              <a:rPr lang="en-US" sz="2400" b="1" dirty="0">
                <a:solidFill>
                  <a:srgbClr val="C00000"/>
                </a:solidFill>
              </a:rPr>
              <a:t>at the developer’</a:t>
            </a:r>
            <a:r>
              <a:rPr lang="en-US" altLang="ja-JP" sz="2400" b="1" dirty="0">
                <a:solidFill>
                  <a:srgbClr val="C00000"/>
                </a:solidFill>
              </a:rPr>
              <a:t>s site</a:t>
            </a:r>
          </a:p>
          <a:p>
            <a:pPr lvl="1" algn="just">
              <a:lnSpc>
                <a:spcPct val="80000"/>
              </a:lnSpc>
            </a:pPr>
            <a:r>
              <a:rPr lang="en-US" altLang="ja-JP" sz="2400" dirty="0"/>
              <a:t>In-house test</a:t>
            </a:r>
            <a:endParaRPr lang="en-GB" altLang="ja-JP" sz="2400" dirty="0"/>
          </a:p>
          <a:p>
            <a:pPr algn="just">
              <a:lnSpc>
                <a:spcPct val="80000"/>
              </a:lnSpc>
            </a:pPr>
            <a:r>
              <a:rPr lang="en-US" sz="2400" dirty="0"/>
              <a:t>Beta testing</a:t>
            </a:r>
          </a:p>
          <a:p>
            <a:pPr lvl="1" algn="just">
              <a:lnSpc>
                <a:spcPct val="80000"/>
              </a:lnSpc>
            </a:pPr>
            <a:r>
              <a:rPr lang="en-US" sz="2400" dirty="0"/>
              <a:t>Early testing of stable product by customers / users</a:t>
            </a:r>
          </a:p>
          <a:p>
            <a:pPr lvl="1" algn="just">
              <a:lnSpc>
                <a:spcPct val="80000"/>
              </a:lnSpc>
            </a:pPr>
            <a:r>
              <a:rPr lang="en-US" sz="2400" dirty="0"/>
              <a:t>A release of the software is </a:t>
            </a:r>
            <a:r>
              <a:rPr lang="en-US" sz="2400" b="1" dirty="0">
                <a:solidFill>
                  <a:srgbClr val="C00000"/>
                </a:solidFill>
              </a:rPr>
              <a:t>made available to users to allow them to experiment at their site</a:t>
            </a:r>
            <a:r>
              <a:rPr lang="en-US" sz="2400" dirty="0"/>
              <a:t> and to raise problems that they discover with the system developers</a:t>
            </a:r>
          </a:p>
          <a:p>
            <a:pPr lvl="1" algn="just">
              <a:lnSpc>
                <a:spcPct val="80000"/>
              </a:lnSpc>
            </a:pPr>
            <a:r>
              <a:rPr lang="en-AU" altLang="x-none" sz="2400" dirty="0">
                <a:ea typeface="MS PGothic" charset="-128"/>
              </a:rPr>
              <a:t>published reviews of beta release test results can make or break a product (e.g. PC games)</a:t>
            </a:r>
            <a:endParaRPr lang="en-GB" sz="2400" dirty="0"/>
          </a:p>
          <a:p>
            <a:pPr algn="just">
              <a:lnSpc>
                <a:spcPct val="80000"/>
              </a:lnSpc>
            </a:pPr>
            <a:r>
              <a:rPr lang="en-US" sz="2400" dirty="0"/>
              <a:t>User Acceptance Testing (UAT)</a:t>
            </a:r>
          </a:p>
          <a:p>
            <a:pPr marL="914400" lvl="1" indent="-514350" algn="just">
              <a:lnSpc>
                <a:spcPct val="80000"/>
              </a:lnSpc>
            </a:pPr>
            <a:r>
              <a:rPr lang="en-US" sz="2400" dirty="0"/>
              <a:t>Conducted by or visible to the end user &amp; customer at the </a:t>
            </a:r>
            <a:r>
              <a:rPr lang="en-US" sz="2400" b="1" dirty="0">
                <a:solidFill>
                  <a:srgbClr val="C00000"/>
                </a:solidFill>
              </a:rPr>
              <a:t>final stage of validation</a:t>
            </a:r>
          </a:p>
          <a:p>
            <a:pPr marL="914400" lvl="1" indent="-514350" algn="just">
              <a:lnSpc>
                <a:spcPct val="80000"/>
              </a:lnSpc>
            </a:pPr>
            <a:r>
              <a:rPr lang="en-US" sz="2400" dirty="0"/>
              <a:t>Testing based on the defined user requirements which often uses the ‘thread testing’ approach </a:t>
            </a:r>
            <a:r>
              <a:rPr lang="mr-IN" sz="2400" dirty="0"/>
              <a:t>–</a:t>
            </a:r>
            <a:r>
              <a:rPr lang="en-US" sz="2400" dirty="0"/>
              <a:t> the same ones for functional system test</a:t>
            </a:r>
          </a:p>
          <a:p>
            <a:pPr marL="514350" indent="-514350" algn="just">
              <a:lnSpc>
                <a:spcPct val="80000"/>
              </a:lnSpc>
            </a:pPr>
            <a:endParaRPr lang="en-US" sz="2600" dirty="0"/>
          </a:p>
          <a:p>
            <a:pPr algn="just"/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6A89D2F-2D37-4B34-AC55-B83AE1DBC935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2520360" y="1890360"/>
              <a:ext cx="4475160" cy="2036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6A89D2F-2D37-4B34-AC55-B83AE1DBC93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11000" y="1881000"/>
                <a:ext cx="4493880" cy="20556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35C557B3-A6EB-45C5-B6F2-9A51F2DD075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763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9076"/>
    </mc:Choice>
    <mc:Fallback>
      <p:transition spd="slow" advTm="890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1433</Words>
  <Application>Microsoft Office PowerPoint</Application>
  <PresentationFormat>Widescreen</PresentationFormat>
  <Paragraphs>224</Paragraphs>
  <Slides>28</Slides>
  <Notes>0</Notes>
  <HiddenSlides>0</HiddenSlides>
  <MMClips>28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1_Office Theme</vt:lpstr>
      <vt:lpstr>Module 8:  Software Verification, Validation  and Testing  PART 2</vt:lpstr>
      <vt:lpstr>Stages of Testing</vt:lpstr>
      <vt:lpstr>PowerPoint Presentation</vt:lpstr>
      <vt:lpstr>Stage 1: Component Test</vt:lpstr>
      <vt:lpstr>Object Class Testing</vt:lpstr>
      <vt:lpstr>Object/Class Testing Example: Weather Station Class</vt:lpstr>
      <vt:lpstr>Object/Class Testing Example: Weather Station Class (Cont.)</vt:lpstr>
      <vt:lpstr>Interface Testing</vt:lpstr>
      <vt:lpstr>Interface Testing Types</vt:lpstr>
      <vt:lpstr>Layered Architecture - 3 Layers</vt:lpstr>
      <vt:lpstr>Weather Station Subsystems</vt:lpstr>
      <vt:lpstr>Sub-System Interfaces</vt:lpstr>
      <vt:lpstr>Interface Errors</vt:lpstr>
      <vt:lpstr>PowerPoint Presentation</vt:lpstr>
      <vt:lpstr>Stage 2: Integration Test</vt:lpstr>
      <vt:lpstr>Integration Test (cont.)</vt:lpstr>
      <vt:lpstr>Incremental Integration Testing</vt:lpstr>
      <vt:lpstr>PowerPoint Presentation</vt:lpstr>
      <vt:lpstr>Stage 3: System Test</vt:lpstr>
      <vt:lpstr>System Test (cont.)</vt:lpstr>
      <vt:lpstr>Stress Testing</vt:lpstr>
      <vt:lpstr>Performance Testing</vt:lpstr>
      <vt:lpstr>Usability Testing</vt:lpstr>
      <vt:lpstr>PowerPoint Presentation</vt:lpstr>
      <vt:lpstr>Stage 4: Acceptance Test</vt:lpstr>
      <vt:lpstr>Acceptance Test (cont.)</vt:lpstr>
      <vt:lpstr>Acceptance Testing Process</vt:lpstr>
      <vt:lpstr>Types of Acceptance 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Norsham Idris</dc:creator>
  <cp:lastModifiedBy>Norsham Idris</cp:lastModifiedBy>
  <cp:revision>5</cp:revision>
  <dcterms:created xsi:type="dcterms:W3CDTF">2020-04-27T06:55:39Z</dcterms:created>
  <dcterms:modified xsi:type="dcterms:W3CDTF">2020-05-04T03:46:24Z</dcterms:modified>
</cp:coreProperties>
</file>